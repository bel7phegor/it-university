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1" r:id="rId4"/>
    <p:sldId id="262" r:id="rId5"/>
    <p:sldId id="263" r:id="rId6"/>
    <p:sldId id="264" r:id="rId7"/>
    <p:sldId id="265" r:id="rId8"/>
    <p:sldId id="266" r:id="rId9"/>
    <p:sldId id="267" r:id="rId10"/>
    <p:sldId id="268" r:id="rId11"/>
    <p:sldId id="269" r:id="rId12"/>
    <p:sldId id="277" r:id="rId13"/>
    <p:sldId id="270" r:id="rId14"/>
    <p:sldId id="271" r:id="rId15"/>
    <p:sldId id="272" r:id="rId16"/>
    <p:sldId id="273" r:id="rId17"/>
    <p:sldId id="274" r:id="rId18"/>
    <p:sldId id="275" r:id="rId19"/>
    <p:sldId id="276" r:id="rId20"/>
    <p:sldId id="257" r:id="rId21"/>
    <p:sldId id="25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7" d="100"/>
          <a:sy n="77" d="100"/>
        </p:scale>
        <p:origin x="-378"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332017-ED87-4F64-8A91-921859A09679}"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2738A4B9-C9EA-4F85-B637-D27A51692DCB}">
      <dgm:prSet phldrT="[Text]"/>
      <dgm:spPr>
        <a:solidFill>
          <a:schemeClr val="tx2">
            <a:lumMod val="20000"/>
            <a:lumOff val="80000"/>
          </a:schemeClr>
        </a:solidFill>
      </dgm:spPr>
      <dgm:t>
        <a:bodyPr/>
        <a:lstStyle/>
        <a:p>
          <a:r>
            <a:rPr lang="en-US" b="1" dirty="0" err="1" smtClean="0">
              <a:solidFill>
                <a:schemeClr val="accent2">
                  <a:lumMod val="75000"/>
                </a:schemeClr>
              </a:solidFill>
            </a:rPr>
            <a:t>Chức</a:t>
          </a:r>
          <a:r>
            <a:rPr lang="en-US" b="1" dirty="0" smtClean="0">
              <a:solidFill>
                <a:schemeClr val="accent2">
                  <a:lumMod val="75000"/>
                </a:schemeClr>
              </a:solidFill>
            </a:rPr>
            <a:t> </a:t>
          </a:r>
          <a:r>
            <a:rPr lang="en-US" b="1" dirty="0" err="1" smtClean="0">
              <a:solidFill>
                <a:schemeClr val="accent2">
                  <a:lumMod val="75000"/>
                </a:schemeClr>
              </a:solidFill>
            </a:rPr>
            <a:t>năng</a:t>
          </a:r>
          <a:endParaRPr lang="en-US" b="1" dirty="0">
            <a:solidFill>
              <a:schemeClr val="accent2">
                <a:lumMod val="75000"/>
              </a:schemeClr>
            </a:solidFill>
          </a:endParaRPr>
        </a:p>
      </dgm:t>
    </dgm:pt>
    <dgm:pt modelId="{59FC3DCF-84BC-4148-A223-16C6C33FB1BC}" type="parTrans" cxnId="{C8D6D6C3-EA0C-4AAD-B4C5-F06883DCB7B3}">
      <dgm:prSet/>
      <dgm:spPr/>
      <dgm:t>
        <a:bodyPr/>
        <a:lstStyle/>
        <a:p>
          <a:endParaRPr lang="en-US"/>
        </a:p>
      </dgm:t>
    </dgm:pt>
    <dgm:pt modelId="{A314CE37-BF84-47CD-B980-ABFEB7611C5B}" type="sibTrans" cxnId="{C8D6D6C3-EA0C-4AAD-B4C5-F06883DCB7B3}">
      <dgm:prSet/>
      <dgm:spPr/>
      <dgm:t>
        <a:bodyPr/>
        <a:lstStyle/>
        <a:p>
          <a:endParaRPr lang="en-US"/>
        </a:p>
      </dgm:t>
    </dgm:pt>
    <dgm:pt modelId="{76327246-F585-4714-BE92-88DAC14275E4}">
      <dgm:prSet phldrT="[Text]" custT="1"/>
      <dgm:spPr>
        <a:solidFill>
          <a:schemeClr val="tx2">
            <a:lumMod val="40000"/>
            <a:lumOff val="60000"/>
          </a:schemeClr>
        </a:solidFill>
      </dgm:spPr>
      <dgm:t>
        <a:bodyPr/>
        <a:lstStyle/>
        <a:p>
          <a:r>
            <a:rPr lang="en-US" sz="2000" b="1" dirty="0" smtClean="0">
              <a:solidFill>
                <a:schemeClr val="tx1">
                  <a:lumMod val="95000"/>
                  <a:lumOff val="5000"/>
                </a:schemeClr>
              </a:solidFill>
            </a:rPr>
            <a:t> </a:t>
          </a:r>
          <a:r>
            <a:rPr lang="en-US" sz="2800" b="1" dirty="0" smtClean="0">
              <a:solidFill>
                <a:schemeClr val="tx1">
                  <a:lumMod val="95000"/>
                  <a:lumOff val="5000"/>
                </a:schemeClr>
              </a:solidFill>
            </a:rPr>
            <a:t>NHẬN THỨC</a:t>
          </a:r>
          <a:endParaRPr lang="en-US" sz="2800" b="1" dirty="0">
            <a:solidFill>
              <a:schemeClr val="tx1">
                <a:lumMod val="95000"/>
                <a:lumOff val="5000"/>
              </a:schemeClr>
            </a:solidFill>
          </a:endParaRPr>
        </a:p>
      </dgm:t>
    </dgm:pt>
    <dgm:pt modelId="{FB7008C9-BB65-4DCF-B4D5-A92CFB2D67E6}" type="parTrans" cxnId="{D8194776-43A8-4E33-8F2B-C545993F5AC7}">
      <dgm:prSet/>
      <dgm:spPr/>
      <dgm:t>
        <a:bodyPr/>
        <a:lstStyle/>
        <a:p>
          <a:endParaRPr lang="en-US"/>
        </a:p>
      </dgm:t>
    </dgm:pt>
    <dgm:pt modelId="{0217BAD6-7752-43C2-B478-A7317839CFB6}" type="sibTrans" cxnId="{D8194776-43A8-4E33-8F2B-C545993F5AC7}">
      <dgm:prSet/>
      <dgm:spPr/>
      <dgm:t>
        <a:bodyPr/>
        <a:lstStyle/>
        <a:p>
          <a:endParaRPr lang="en-US"/>
        </a:p>
      </dgm:t>
    </dgm:pt>
    <dgm:pt modelId="{3F0CAB75-458D-4093-A1FA-C3BB8379E1D3}">
      <dgm:prSet phldrT="[Text]" custT="1"/>
      <dgm:spPr>
        <a:solidFill>
          <a:schemeClr val="accent3">
            <a:lumMod val="60000"/>
            <a:lumOff val="40000"/>
          </a:schemeClr>
        </a:solidFill>
      </dgm:spPr>
      <dgm:t>
        <a:bodyPr/>
        <a:lstStyle/>
        <a:p>
          <a:r>
            <a:rPr lang="en-US" sz="4300" b="1" dirty="0" smtClean="0">
              <a:solidFill>
                <a:schemeClr val="accent6">
                  <a:lumMod val="50000"/>
                </a:schemeClr>
              </a:solidFill>
            </a:rPr>
            <a:t> </a:t>
          </a:r>
          <a:r>
            <a:rPr lang="en-US" sz="3200" b="1" dirty="0" smtClean="0">
              <a:solidFill>
                <a:schemeClr val="accent6">
                  <a:lumMod val="50000"/>
                </a:schemeClr>
              </a:solidFill>
            </a:rPr>
            <a:t>TƯ TƯỞNG</a:t>
          </a:r>
          <a:endParaRPr lang="en-US" sz="4300" b="1" dirty="0">
            <a:solidFill>
              <a:schemeClr val="accent6">
                <a:lumMod val="50000"/>
              </a:schemeClr>
            </a:solidFill>
          </a:endParaRPr>
        </a:p>
      </dgm:t>
    </dgm:pt>
    <dgm:pt modelId="{185F3DAD-C871-4CB2-93C2-4BB5F59B30D5}" type="parTrans" cxnId="{325D1925-0D89-45A0-AFD4-47693CCA7978}">
      <dgm:prSet/>
      <dgm:spPr/>
      <dgm:t>
        <a:bodyPr/>
        <a:lstStyle/>
        <a:p>
          <a:endParaRPr lang="en-US"/>
        </a:p>
      </dgm:t>
    </dgm:pt>
    <dgm:pt modelId="{0844475A-D837-4437-BBCB-5638FEDF9BE5}" type="sibTrans" cxnId="{325D1925-0D89-45A0-AFD4-47693CCA7978}">
      <dgm:prSet/>
      <dgm:spPr/>
      <dgm:t>
        <a:bodyPr/>
        <a:lstStyle/>
        <a:p>
          <a:endParaRPr lang="en-US"/>
        </a:p>
      </dgm:t>
    </dgm:pt>
    <dgm:pt modelId="{653CBA74-C256-4FA8-91AD-260021D52A1A}">
      <dgm:prSet phldrT="[Text]" custT="1"/>
      <dgm:spPr>
        <a:solidFill>
          <a:schemeClr val="bg2">
            <a:lumMod val="75000"/>
          </a:schemeClr>
        </a:solidFill>
      </dgm:spPr>
      <dgm:t>
        <a:bodyPr anchor="t"/>
        <a:lstStyle/>
        <a:p>
          <a:endParaRPr lang="en-US" sz="2800" b="1" dirty="0" smtClean="0">
            <a:solidFill>
              <a:schemeClr val="tx2">
                <a:lumMod val="75000"/>
              </a:schemeClr>
            </a:solidFill>
            <a:latin typeface="Times New Roman" panose="02020603050405020304" pitchFamily="18" charset="0"/>
            <a:cs typeface="Times New Roman" panose="02020603050405020304" pitchFamily="18" charset="0"/>
          </a:endParaRPr>
        </a:p>
        <a:p>
          <a:r>
            <a:rPr lang="en-US" sz="2800" b="1" dirty="0" smtClean="0">
              <a:solidFill>
                <a:schemeClr val="tx2">
                  <a:lumMod val="75000"/>
                </a:schemeClr>
              </a:solidFill>
              <a:latin typeface="Times New Roman" panose="02020603050405020304" pitchFamily="18" charset="0"/>
              <a:cs typeface="Times New Roman" panose="02020603050405020304" pitchFamily="18" charset="0"/>
            </a:rPr>
            <a:t>THỰC TIỄN</a:t>
          </a:r>
        </a:p>
      </dgm:t>
    </dgm:pt>
    <dgm:pt modelId="{C4AB9BCE-40CB-438C-A716-55377CE2C4E0}" type="parTrans" cxnId="{52A0E25C-51D2-40AE-8D45-ACF5B65B5F32}">
      <dgm:prSet/>
      <dgm:spPr/>
      <dgm:t>
        <a:bodyPr/>
        <a:lstStyle/>
        <a:p>
          <a:endParaRPr lang="en-US"/>
        </a:p>
      </dgm:t>
    </dgm:pt>
    <dgm:pt modelId="{6D62488C-0496-44F9-8F17-EA6130B311EE}" type="sibTrans" cxnId="{52A0E25C-51D2-40AE-8D45-ACF5B65B5F32}">
      <dgm:prSet/>
      <dgm:spPr/>
      <dgm:t>
        <a:bodyPr/>
        <a:lstStyle/>
        <a:p>
          <a:endParaRPr lang="en-US"/>
        </a:p>
      </dgm:t>
    </dgm:pt>
    <dgm:pt modelId="{C596151B-50A2-4431-8634-0C59ED015523}">
      <dgm:prSet phldrT="[Text]" custT="1"/>
      <dgm:spPr>
        <a:solidFill>
          <a:schemeClr val="accent4">
            <a:lumMod val="40000"/>
            <a:lumOff val="60000"/>
          </a:schemeClr>
        </a:solidFill>
      </dgm:spPr>
      <dgm:t>
        <a:bodyPr/>
        <a:lstStyle/>
        <a:p>
          <a:r>
            <a:rPr lang="en-US" sz="2800" b="1" dirty="0" smtClean="0">
              <a:solidFill>
                <a:srgbClr val="FF0000"/>
              </a:solidFill>
              <a:latin typeface="Times New Roman" panose="02020603050405020304" pitchFamily="18" charset="0"/>
              <a:cs typeface="Times New Roman" panose="02020603050405020304" pitchFamily="18" charset="0"/>
            </a:rPr>
            <a:t>PHƯƠNG PHÁP LUẬN</a:t>
          </a:r>
          <a:endParaRPr lang="en-US" sz="2800" b="1" dirty="0">
            <a:solidFill>
              <a:srgbClr val="FF0000"/>
            </a:solidFill>
            <a:latin typeface="Times New Roman" panose="02020603050405020304" pitchFamily="18" charset="0"/>
            <a:cs typeface="Times New Roman" panose="02020603050405020304" pitchFamily="18" charset="0"/>
          </a:endParaRPr>
        </a:p>
      </dgm:t>
    </dgm:pt>
    <dgm:pt modelId="{19D9BFDB-3D71-4734-ACE0-F3F08FE64B81}" type="parTrans" cxnId="{787BB00E-83D3-4D25-81E7-FA76C6A61D46}">
      <dgm:prSet/>
      <dgm:spPr/>
      <dgm:t>
        <a:bodyPr/>
        <a:lstStyle/>
        <a:p>
          <a:endParaRPr lang="en-US"/>
        </a:p>
      </dgm:t>
    </dgm:pt>
    <dgm:pt modelId="{2BFF3092-5A9F-40DB-80F9-9F00B828FC90}" type="sibTrans" cxnId="{787BB00E-83D3-4D25-81E7-FA76C6A61D46}">
      <dgm:prSet/>
      <dgm:spPr/>
      <dgm:t>
        <a:bodyPr/>
        <a:lstStyle/>
        <a:p>
          <a:endParaRPr lang="en-US"/>
        </a:p>
      </dgm:t>
    </dgm:pt>
    <dgm:pt modelId="{FF8E0743-AADA-4968-8440-858D91FBDF99}" type="pres">
      <dgm:prSet presAssocID="{11332017-ED87-4F64-8A91-921859A09679}" presName="Name0" presStyleCnt="0">
        <dgm:presLayoutVars>
          <dgm:chPref val="1"/>
          <dgm:dir/>
          <dgm:animOne val="branch"/>
          <dgm:animLvl val="lvl"/>
          <dgm:resizeHandles val="exact"/>
        </dgm:presLayoutVars>
      </dgm:prSet>
      <dgm:spPr/>
      <dgm:t>
        <a:bodyPr/>
        <a:lstStyle/>
        <a:p>
          <a:endParaRPr lang="en-US"/>
        </a:p>
      </dgm:t>
    </dgm:pt>
    <dgm:pt modelId="{DD380F12-BF79-438A-A3AB-2E80988CEA42}" type="pres">
      <dgm:prSet presAssocID="{2738A4B9-C9EA-4F85-B637-D27A51692DCB}" presName="root1" presStyleCnt="0"/>
      <dgm:spPr/>
    </dgm:pt>
    <dgm:pt modelId="{0070C51B-C0E5-44AB-A3F4-8C8B82808845}" type="pres">
      <dgm:prSet presAssocID="{2738A4B9-C9EA-4F85-B637-D27A51692DCB}" presName="LevelOneTextNode" presStyleLbl="node0" presStyleIdx="0" presStyleCnt="1" custScaleX="275789" custScaleY="120447">
        <dgm:presLayoutVars>
          <dgm:chPref val="3"/>
        </dgm:presLayoutVars>
      </dgm:prSet>
      <dgm:spPr/>
      <dgm:t>
        <a:bodyPr/>
        <a:lstStyle/>
        <a:p>
          <a:endParaRPr lang="en-US"/>
        </a:p>
      </dgm:t>
    </dgm:pt>
    <dgm:pt modelId="{9296AB57-97F4-49CD-B870-40AC088C4551}" type="pres">
      <dgm:prSet presAssocID="{2738A4B9-C9EA-4F85-B637-D27A51692DCB}" presName="level2hierChild" presStyleCnt="0"/>
      <dgm:spPr/>
    </dgm:pt>
    <dgm:pt modelId="{FE0926F4-4488-48AD-9A4B-DD0F3432A540}" type="pres">
      <dgm:prSet presAssocID="{FB7008C9-BB65-4DCF-B4D5-A92CFB2D67E6}" presName="conn2-1" presStyleLbl="parChTrans1D2" presStyleIdx="0" presStyleCnt="4"/>
      <dgm:spPr/>
      <dgm:t>
        <a:bodyPr/>
        <a:lstStyle/>
        <a:p>
          <a:endParaRPr lang="en-US"/>
        </a:p>
      </dgm:t>
    </dgm:pt>
    <dgm:pt modelId="{7E536D38-347F-4F8E-B5D5-59E37A7AF500}" type="pres">
      <dgm:prSet presAssocID="{FB7008C9-BB65-4DCF-B4D5-A92CFB2D67E6}" presName="connTx" presStyleLbl="parChTrans1D2" presStyleIdx="0" presStyleCnt="4"/>
      <dgm:spPr/>
      <dgm:t>
        <a:bodyPr/>
        <a:lstStyle/>
        <a:p>
          <a:endParaRPr lang="en-US"/>
        </a:p>
      </dgm:t>
    </dgm:pt>
    <dgm:pt modelId="{621CA469-1278-4AFE-9697-E14DBE560600}" type="pres">
      <dgm:prSet presAssocID="{76327246-F585-4714-BE92-88DAC14275E4}" presName="root2" presStyleCnt="0"/>
      <dgm:spPr/>
    </dgm:pt>
    <dgm:pt modelId="{4412EF1A-32D2-4F5E-AAC1-455F8BB1FEF2}" type="pres">
      <dgm:prSet presAssocID="{76327246-F585-4714-BE92-88DAC14275E4}" presName="LevelTwoTextNode" presStyleLbl="node2" presStyleIdx="0" presStyleCnt="4" custScaleX="197279" custScaleY="133121" custLinFactNeighborX="2753" custLinFactNeighborY="1283">
        <dgm:presLayoutVars>
          <dgm:chPref val="3"/>
        </dgm:presLayoutVars>
      </dgm:prSet>
      <dgm:spPr/>
      <dgm:t>
        <a:bodyPr/>
        <a:lstStyle/>
        <a:p>
          <a:endParaRPr lang="en-US"/>
        </a:p>
      </dgm:t>
    </dgm:pt>
    <dgm:pt modelId="{AB71108E-56CF-4143-B5F7-BF0E1190CADD}" type="pres">
      <dgm:prSet presAssocID="{76327246-F585-4714-BE92-88DAC14275E4}" presName="level3hierChild" presStyleCnt="0"/>
      <dgm:spPr/>
    </dgm:pt>
    <dgm:pt modelId="{7E086841-9A47-402C-BE99-672EA7BEE51F}" type="pres">
      <dgm:prSet presAssocID="{185F3DAD-C871-4CB2-93C2-4BB5F59B30D5}" presName="conn2-1" presStyleLbl="parChTrans1D2" presStyleIdx="1" presStyleCnt="4"/>
      <dgm:spPr/>
      <dgm:t>
        <a:bodyPr/>
        <a:lstStyle/>
        <a:p>
          <a:endParaRPr lang="en-US"/>
        </a:p>
      </dgm:t>
    </dgm:pt>
    <dgm:pt modelId="{3C375ADC-65E3-4554-BE75-0802245E5943}" type="pres">
      <dgm:prSet presAssocID="{185F3DAD-C871-4CB2-93C2-4BB5F59B30D5}" presName="connTx" presStyleLbl="parChTrans1D2" presStyleIdx="1" presStyleCnt="4"/>
      <dgm:spPr/>
      <dgm:t>
        <a:bodyPr/>
        <a:lstStyle/>
        <a:p>
          <a:endParaRPr lang="en-US"/>
        </a:p>
      </dgm:t>
    </dgm:pt>
    <dgm:pt modelId="{3D525486-1569-4069-85EE-8C986787EA31}" type="pres">
      <dgm:prSet presAssocID="{3F0CAB75-458D-4093-A1FA-C3BB8379E1D3}" presName="root2" presStyleCnt="0"/>
      <dgm:spPr/>
    </dgm:pt>
    <dgm:pt modelId="{7E416ABB-D510-4DFC-8105-BC346754711A}" type="pres">
      <dgm:prSet presAssocID="{3F0CAB75-458D-4093-A1FA-C3BB8379E1D3}" presName="LevelTwoTextNode" presStyleLbl="node2" presStyleIdx="1" presStyleCnt="4" custAng="0" custScaleX="196425" custScaleY="141612">
        <dgm:presLayoutVars>
          <dgm:chPref val="3"/>
        </dgm:presLayoutVars>
      </dgm:prSet>
      <dgm:spPr/>
      <dgm:t>
        <a:bodyPr/>
        <a:lstStyle/>
        <a:p>
          <a:endParaRPr lang="en-US"/>
        </a:p>
      </dgm:t>
    </dgm:pt>
    <dgm:pt modelId="{D13474DE-96FD-4971-BAEC-A6D0BB2749C0}" type="pres">
      <dgm:prSet presAssocID="{3F0CAB75-458D-4093-A1FA-C3BB8379E1D3}" presName="level3hierChild" presStyleCnt="0"/>
      <dgm:spPr/>
    </dgm:pt>
    <dgm:pt modelId="{6D4608DA-75E1-4327-AE25-9EEB45C46DFE}" type="pres">
      <dgm:prSet presAssocID="{C4AB9BCE-40CB-438C-A716-55377CE2C4E0}" presName="conn2-1" presStyleLbl="parChTrans1D2" presStyleIdx="2" presStyleCnt="4"/>
      <dgm:spPr/>
      <dgm:t>
        <a:bodyPr/>
        <a:lstStyle/>
        <a:p>
          <a:endParaRPr lang="en-US"/>
        </a:p>
      </dgm:t>
    </dgm:pt>
    <dgm:pt modelId="{4AA739A7-6690-42F4-AA23-A2082A712454}" type="pres">
      <dgm:prSet presAssocID="{C4AB9BCE-40CB-438C-A716-55377CE2C4E0}" presName="connTx" presStyleLbl="parChTrans1D2" presStyleIdx="2" presStyleCnt="4"/>
      <dgm:spPr/>
      <dgm:t>
        <a:bodyPr/>
        <a:lstStyle/>
        <a:p>
          <a:endParaRPr lang="en-US"/>
        </a:p>
      </dgm:t>
    </dgm:pt>
    <dgm:pt modelId="{F27198BC-4CC3-4596-8435-9BE109806757}" type="pres">
      <dgm:prSet presAssocID="{653CBA74-C256-4FA8-91AD-260021D52A1A}" presName="root2" presStyleCnt="0"/>
      <dgm:spPr/>
    </dgm:pt>
    <dgm:pt modelId="{AF09E673-3231-4D19-90CA-C8F80230528B}" type="pres">
      <dgm:prSet presAssocID="{653CBA74-C256-4FA8-91AD-260021D52A1A}" presName="LevelTwoTextNode" presStyleLbl="node2" presStyleIdx="2" presStyleCnt="4" custScaleX="193534" custScaleY="159542" custLinFactNeighborX="3268" custLinFactNeighborY="1805">
        <dgm:presLayoutVars>
          <dgm:chPref val="3"/>
        </dgm:presLayoutVars>
      </dgm:prSet>
      <dgm:spPr/>
      <dgm:t>
        <a:bodyPr/>
        <a:lstStyle/>
        <a:p>
          <a:endParaRPr lang="en-US"/>
        </a:p>
      </dgm:t>
    </dgm:pt>
    <dgm:pt modelId="{A1DB60FD-AFD0-4D49-B1A6-F10C083BC9DF}" type="pres">
      <dgm:prSet presAssocID="{653CBA74-C256-4FA8-91AD-260021D52A1A}" presName="level3hierChild" presStyleCnt="0"/>
      <dgm:spPr/>
    </dgm:pt>
    <dgm:pt modelId="{FC20B0E7-54C0-40B0-8EFD-6FA661989131}" type="pres">
      <dgm:prSet presAssocID="{19D9BFDB-3D71-4734-ACE0-F3F08FE64B81}" presName="conn2-1" presStyleLbl="parChTrans1D2" presStyleIdx="3" presStyleCnt="4"/>
      <dgm:spPr/>
      <dgm:t>
        <a:bodyPr/>
        <a:lstStyle/>
        <a:p>
          <a:endParaRPr lang="en-US"/>
        </a:p>
      </dgm:t>
    </dgm:pt>
    <dgm:pt modelId="{8F9F363A-D892-4C74-B210-4CF5F4CD4023}" type="pres">
      <dgm:prSet presAssocID="{19D9BFDB-3D71-4734-ACE0-F3F08FE64B81}" presName="connTx" presStyleLbl="parChTrans1D2" presStyleIdx="3" presStyleCnt="4"/>
      <dgm:spPr/>
      <dgm:t>
        <a:bodyPr/>
        <a:lstStyle/>
        <a:p>
          <a:endParaRPr lang="en-US"/>
        </a:p>
      </dgm:t>
    </dgm:pt>
    <dgm:pt modelId="{59CAB21F-516E-4FF9-9C98-EE21305BBC30}" type="pres">
      <dgm:prSet presAssocID="{C596151B-50A2-4431-8634-0C59ED015523}" presName="root2" presStyleCnt="0"/>
      <dgm:spPr/>
    </dgm:pt>
    <dgm:pt modelId="{FA80E957-E39E-4E9D-858D-DB0EFEAFC89D}" type="pres">
      <dgm:prSet presAssocID="{C596151B-50A2-4431-8634-0C59ED015523}" presName="LevelTwoTextNode" presStyleLbl="node2" presStyleIdx="3" presStyleCnt="4" custScaleX="193113" custScaleY="123354" custLinFactNeighborX="3268" custLinFactNeighborY="-31">
        <dgm:presLayoutVars>
          <dgm:chPref val="3"/>
        </dgm:presLayoutVars>
      </dgm:prSet>
      <dgm:spPr/>
      <dgm:t>
        <a:bodyPr/>
        <a:lstStyle/>
        <a:p>
          <a:endParaRPr lang="en-US"/>
        </a:p>
      </dgm:t>
    </dgm:pt>
    <dgm:pt modelId="{B7248135-DDBC-488F-AF48-E9D428817013}" type="pres">
      <dgm:prSet presAssocID="{C596151B-50A2-4431-8634-0C59ED015523}" presName="level3hierChild" presStyleCnt="0"/>
      <dgm:spPr/>
    </dgm:pt>
  </dgm:ptLst>
  <dgm:cxnLst>
    <dgm:cxn modelId="{D071CC48-E255-4F2E-933D-F4EB2C588C31}" type="presOf" srcId="{FB7008C9-BB65-4DCF-B4D5-A92CFB2D67E6}" destId="{FE0926F4-4488-48AD-9A4B-DD0F3432A540}" srcOrd="0" destOrd="0" presId="urn:microsoft.com/office/officeart/2008/layout/HorizontalMultiLevelHierarchy"/>
    <dgm:cxn modelId="{F500409A-BE1A-442A-A440-70E00865BEAB}" type="presOf" srcId="{76327246-F585-4714-BE92-88DAC14275E4}" destId="{4412EF1A-32D2-4F5E-AAC1-455F8BB1FEF2}" srcOrd="0" destOrd="0" presId="urn:microsoft.com/office/officeart/2008/layout/HorizontalMultiLevelHierarchy"/>
    <dgm:cxn modelId="{325D1925-0D89-45A0-AFD4-47693CCA7978}" srcId="{2738A4B9-C9EA-4F85-B637-D27A51692DCB}" destId="{3F0CAB75-458D-4093-A1FA-C3BB8379E1D3}" srcOrd="1" destOrd="0" parTransId="{185F3DAD-C871-4CB2-93C2-4BB5F59B30D5}" sibTransId="{0844475A-D837-4437-BBCB-5638FEDF9BE5}"/>
    <dgm:cxn modelId="{A3E54C1D-05BE-43EA-9750-D0C47B38D63D}" type="presOf" srcId="{C596151B-50A2-4431-8634-0C59ED015523}" destId="{FA80E957-E39E-4E9D-858D-DB0EFEAFC89D}" srcOrd="0" destOrd="0" presId="urn:microsoft.com/office/officeart/2008/layout/HorizontalMultiLevelHierarchy"/>
    <dgm:cxn modelId="{3110EC1F-A5B5-457F-98FC-3BA618D11461}" type="presOf" srcId="{19D9BFDB-3D71-4734-ACE0-F3F08FE64B81}" destId="{8F9F363A-D892-4C74-B210-4CF5F4CD4023}" srcOrd="1" destOrd="0" presId="urn:microsoft.com/office/officeart/2008/layout/HorizontalMultiLevelHierarchy"/>
    <dgm:cxn modelId="{BCAA75A2-622D-4BA6-BF10-86B1AADDD445}" type="presOf" srcId="{19D9BFDB-3D71-4734-ACE0-F3F08FE64B81}" destId="{FC20B0E7-54C0-40B0-8EFD-6FA661989131}" srcOrd="0" destOrd="0" presId="urn:microsoft.com/office/officeart/2008/layout/HorizontalMultiLevelHierarchy"/>
    <dgm:cxn modelId="{0C562F9B-8757-4C9E-85B9-3B57B082A91B}" type="presOf" srcId="{FB7008C9-BB65-4DCF-B4D5-A92CFB2D67E6}" destId="{7E536D38-347F-4F8E-B5D5-59E37A7AF500}" srcOrd="1" destOrd="0" presId="urn:microsoft.com/office/officeart/2008/layout/HorizontalMultiLevelHierarchy"/>
    <dgm:cxn modelId="{52A0E25C-51D2-40AE-8D45-ACF5B65B5F32}" srcId="{2738A4B9-C9EA-4F85-B637-D27A51692DCB}" destId="{653CBA74-C256-4FA8-91AD-260021D52A1A}" srcOrd="2" destOrd="0" parTransId="{C4AB9BCE-40CB-438C-A716-55377CE2C4E0}" sibTransId="{6D62488C-0496-44F9-8F17-EA6130B311EE}"/>
    <dgm:cxn modelId="{787BB00E-83D3-4D25-81E7-FA76C6A61D46}" srcId="{2738A4B9-C9EA-4F85-B637-D27A51692DCB}" destId="{C596151B-50A2-4431-8634-0C59ED015523}" srcOrd="3" destOrd="0" parTransId="{19D9BFDB-3D71-4734-ACE0-F3F08FE64B81}" sibTransId="{2BFF3092-5A9F-40DB-80F9-9F00B828FC90}"/>
    <dgm:cxn modelId="{C8D6D6C3-EA0C-4AAD-B4C5-F06883DCB7B3}" srcId="{11332017-ED87-4F64-8A91-921859A09679}" destId="{2738A4B9-C9EA-4F85-B637-D27A51692DCB}" srcOrd="0" destOrd="0" parTransId="{59FC3DCF-84BC-4148-A223-16C6C33FB1BC}" sibTransId="{A314CE37-BF84-47CD-B980-ABFEB7611C5B}"/>
    <dgm:cxn modelId="{FC18753D-D7EA-4616-99D8-C10283E1F151}" type="presOf" srcId="{11332017-ED87-4F64-8A91-921859A09679}" destId="{FF8E0743-AADA-4968-8440-858D91FBDF99}" srcOrd="0" destOrd="0" presId="urn:microsoft.com/office/officeart/2008/layout/HorizontalMultiLevelHierarchy"/>
    <dgm:cxn modelId="{89A4B303-231A-413A-8187-D1CDEA238F58}" type="presOf" srcId="{2738A4B9-C9EA-4F85-B637-D27A51692DCB}" destId="{0070C51B-C0E5-44AB-A3F4-8C8B82808845}" srcOrd="0" destOrd="0" presId="urn:microsoft.com/office/officeart/2008/layout/HorizontalMultiLevelHierarchy"/>
    <dgm:cxn modelId="{A2AB86D7-6534-4209-83DD-F34AF6A6A97B}" type="presOf" srcId="{185F3DAD-C871-4CB2-93C2-4BB5F59B30D5}" destId="{3C375ADC-65E3-4554-BE75-0802245E5943}" srcOrd="1" destOrd="0" presId="urn:microsoft.com/office/officeart/2008/layout/HorizontalMultiLevelHierarchy"/>
    <dgm:cxn modelId="{D8194776-43A8-4E33-8F2B-C545993F5AC7}" srcId="{2738A4B9-C9EA-4F85-B637-D27A51692DCB}" destId="{76327246-F585-4714-BE92-88DAC14275E4}" srcOrd="0" destOrd="0" parTransId="{FB7008C9-BB65-4DCF-B4D5-A92CFB2D67E6}" sibTransId="{0217BAD6-7752-43C2-B478-A7317839CFB6}"/>
    <dgm:cxn modelId="{0C053DB5-6598-41BF-9B06-AED73A6542D4}" type="presOf" srcId="{3F0CAB75-458D-4093-A1FA-C3BB8379E1D3}" destId="{7E416ABB-D510-4DFC-8105-BC346754711A}" srcOrd="0" destOrd="0" presId="urn:microsoft.com/office/officeart/2008/layout/HorizontalMultiLevelHierarchy"/>
    <dgm:cxn modelId="{80F9EE3A-99E1-4649-B9A6-2F8FDEB02B9F}" type="presOf" srcId="{185F3DAD-C871-4CB2-93C2-4BB5F59B30D5}" destId="{7E086841-9A47-402C-BE99-672EA7BEE51F}" srcOrd="0" destOrd="0" presId="urn:microsoft.com/office/officeart/2008/layout/HorizontalMultiLevelHierarchy"/>
    <dgm:cxn modelId="{A43F3147-1C5D-41D2-B7AF-F985C53DB3E9}" type="presOf" srcId="{C4AB9BCE-40CB-438C-A716-55377CE2C4E0}" destId="{6D4608DA-75E1-4327-AE25-9EEB45C46DFE}" srcOrd="0" destOrd="0" presId="urn:microsoft.com/office/officeart/2008/layout/HorizontalMultiLevelHierarchy"/>
    <dgm:cxn modelId="{100B74DC-F75E-48AF-B4BE-2634E26C8341}" type="presOf" srcId="{653CBA74-C256-4FA8-91AD-260021D52A1A}" destId="{AF09E673-3231-4D19-90CA-C8F80230528B}" srcOrd="0" destOrd="0" presId="urn:microsoft.com/office/officeart/2008/layout/HorizontalMultiLevelHierarchy"/>
    <dgm:cxn modelId="{EF2FD528-202F-4C45-B69D-C3EFAAFFFEC4}" type="presOf" srcId="{C4AB9BCE-40CB-438C-A716-55377CE2C4E0}" destId="{4AA739A7-6690-42F4-AA23-A2082A712454}" srcOrd="1" destOrd="0" presId="urn:microsoft.com/office/officeart/2008/layout/HorizontalMultiLevelHierarchy"/>
    <dgm:cxn modelId="{853AA5F4-5862-4EC5-8F59-5D16B8D4FC26}" type="presParOf" srcId="{FF8E0743-AADA-4968-8440-858D91FBDF99}" destId="{DD380F12-BF79-438A-A3AB-2E80988CEA42}" srcOrd="0" destOrd="0" presId="urn:microsoft.com/office/officeart/2008/layout/HorizontalMultiLevelHierarchy"/>
    <dgm:cxn modelId="{48FA4FDC-42D9-45DD-818B-0236774647B6}" type="presParOf" srcId="{DD380F12-BF79-438A-A3AB-2E80988CEA42}" destId="{0070C51B-C0E5-44AB-A3F4-8C8B82808845}" srcOrd="0" destOrd="0" presId="urn:microsoft.com/office/officeart/2008/layout/HorizontalMultiLevelHierarchy"/>
    <dgm:cxn modelId="{593FC8C3-D07D-45C4-B384-B97D3BF69A5A}" type="presParOf" srcId="{DD380F12-BF79-438A-A3AB-2E80988CEA42}" destId="{9296AB57-97F4-49CD-B870-40AC088C4551}" srcOrd="1" destOrd="0" presId="urn:microsoft.com/office/officeart/2008/layout/HorizontalMultiLevelHierarchy"/>
    <dgm:cxn modelId="{6837A609-F4C4-4697-823E-2C85E327D87C}" type="presParOf" srcId="{9296AB57-97F4-49CD-B870-40AC088C4551}" destId="{FE0926F4-4488-48AD-9A4B-DD0F3432A540}" srcOrd="0" destOrd="0" presId="urn:microsoft.com/office/officeart/2008/layout/HorizontalMultiLevelHierarchy"/>
    <dgm:cxn modelId="{C49C177B-401F-43E6-B263-8130F40BBA3A}" type="presParOf" srcId="{FE0926F4-4488-48AD-9A4B-DD0F3432A540}" destId="{7E536D38-347F-4F8E-B5D5-59E37A7AF500}" srcOrd="0" destOrd="0" presId="urn:microsoft.com/office/officeart/2008/layout/HorizontalMultiLevelHierarchy"/>
    <dgm:cxn modelId="{200824C8-EF9D-462A-BC42-75A2C087E78F}" type="presParOf" srcId="{9296AB57-97F4-49CD-B870-40AC088C4551}" destId="{621CA469-1278-4AFE-9697-E14DBE560600}" srcOrd="1" destOrd="0" presId="urn:microsoft.com/office/officeart/2008/layout/HorizontalMultiLevelHierarchy"/>
    <dgm:cxn modelId="{B55AA4C9-60AC-4341-94A0-F8D913B10540}" type="presParOf" srcId="{621CA469-1278-4AFE-9697-E14DBE560600}" destId="{4412EF1A-32D2-4F5E-AAC1-455F8BB1FEF2}" srcOrd="0" destOrd="0" presId="urn:microsoft.com/office/officeart/2008/layout/HorizontalMultiLevelHierarchy"/>
    <dgm:cxn modelId="{623A6576-ABC1-4EB6-839F-A7E11ED06A9D}" type="presParOf" srcId="{621CA469-1278-4AFE-9697-E14DBE560600}" destId="{AB71108E-56CF-4143-B5F7-BF0E1190CADD}" srcOrd="1" destOrd="0" presId="urn:microsoft.com/office/officeart/2008/layout/HorizontalMultiLevelHierarchy"/>
    <dgm:cxn modelId="{152BA485-93E6-4BB6-A632-372D3C391BB2}" type="presParOf" srcId="{9296AB57-97F4-49CD-B870-40AC088C4551}" destId="{7E086841-9A47-402C-BE99-672EA7BEE51F}" srcOrd="2" destOrd="0" presId="urn:microsoft.com/office/officeart/2008/layout/HorizontalMultiLevelHierarchy"/>
    <dgm:cxn modelId="{0A0305F0-3FBF-4FD9-BC27-7DE740FB41B8}" type="presParOf" srcId="{7E086841-9A47-402C-BE99-672EA7BEE51F}" destId="{3C375ADC-65E3-4554-BE75-0802245E5943}" srcOrd="0" destOrd="0" presId="urn:microsoft.com/office/officeart/2008/layout/HorizontalMultiLevelHierarchy"/>
    <dgm:cxn modelId="{3F8A7EF3-245D-491C-9828-9F7707C60E20}" type="presParOf" srcId="{9296AB57-97F4-49CD-B870-40AC088C4551}" destId="{3D525486-1569-4069-85EE-8C986787EA31}" srcOrd="3" destOrd="0" presId="urn:microsoft.com/office/officeart/2008/layout/HorizontalMultiLevelHierarchy"/>
    <dgm:cxn modelId="{06AE68D6-F402-4029-9F1A-2FAE0EE47E48}" type="presParOf" srcId="{3D525486-1569-4069-85EE-8C986787EA31}" destId="{7E416ABB-D510-4DFC-8105-BC346754711A}" srcOrd="0" destOrd="0" presId="urn:microsoft.com/office/officeart/2008/layout/HorizontalMultiLevelHierarchy"/>
    <dgm:cxn modelId="{CE432665-066D-4358-82CF-F26AA47A02EF}" type="presParOf" srcId="{3D525486-1569-4069-85EE-8C986787EA31}" destId="{D13474DE-96FD-4971-BAEC-A6D0BB2749C0}" srcOrd="1" destOrd="0" presId="urn:microsoft.com/office/officeart/2008/layout/HorizontalMultiLevelHierarchy"/>
    <dgm:cxn modelId="{AC1313E6-C041-4E36-B751-8E0B4A3758BB}" type="presParOf" srcId="{9296AB57-97F4-49CD-B870-40AC088C4551}" destId="{6D4608DA-75E1-4327-AE25-9EEB45C46DFE}" srcOrd="4" destOrd="0" presId="urn:microsoft.com/office/officeart/2008/layout/HorizontalMultiLevelHierarchy"/>
    <dgm:cxn modelId="{132B18E7-3665-4C2F-806B-E4ECB3A84363}" type="presParOf" srcId="{6D4608DA-75E1-4327-AE25-9EEB45C46DFE}" destId="{4AA739A7-6690-42F4-AA23-A2082A712454}" srcOrd="0" destOrd="0" presId="urn:microsoft.com/office/officeart/2008/layout/HorizontalMultiLevelHierarchy"/>
    <dgm:cxn modelId="{3F30B1FC-2690-4621-B14F-2AF7424A2A26}" type="presParOf" srcId="{9296AB57-97F4-49CD-B870-40AC088C4551}" destId="{F27198BC-4CC3-4596-8435-9BE109806757}" srcOrd="5" destOrd="0" presId="urn:microsoft.com/office/officeart/2008/layout/HorizontalMultiLevelHierarchy"/>
    <dgm:cxn modelId="{A5B746BC-A818-4F04-9DA5-39E624ECDE17}" type="presParOf" srcId="{F27198BC-4CC3-4596-8435-9BE109806757}" destId="{AF09E673-3231-4D19-90CA-C8F80230528B}" srcOrd="0" destOrd="0" presId="urn:microsoft.com/office/officeart/2008/layout/HorizontalMultiLevelHierarchy"/>
    <dgm:cxn modelId="{A755448F-36E7-41F6-BD89-C0B5DBAA6022}" type="presParOf" srcId="{F27198BC-4CC3-4596-8435-9BE109806757}" destId="{A1DB60FD-AFD0-4D49-B1A6-F10C083BC9DF}" srcOrd="1" destOrd="0" presId="urn:microsoft.com/office/officeart/2008/layout/HorizontalMultiLevelHierarchy"/>
    <dgm:cxn modelId="{1055D2F5-3A80-45AE-841F-4676C9BD4C06}" type="presParOf" srcId="{9296AB57-97F4-49CD-B870-40AC088C4551}" destId="{FC20B0E7-54C0-40B0-8EFD-6FA661989131}" srcOrd="6" destOrd="0" presId="urn:microsoft.com/office/officeart/2008/layout/HorizontalMultiLevelHierarchy"/>
    <dgm:cxn modelId="{2968C08D-371F-435B-A4FF-BA92179286EE}" type="presParOf" srcId="{FC20B0E7-54C0-40B0-8EFD-6FA661989131}" destId="{8F9F363A-D892-4C74-B210-4CF5F4CD4023}" srcOrd="0" destOrd="0" presId="urn:microsoft.com/office/officeart/2008/layout/HorizontalMultiLevelHierarchy"/>
    <dgm:cxn modelId="{1A353320-C5C6-48F7-814A-A6CE31F5171D}" type="presParOf" srcId="{9296AB57-97F4-49CD-B870-40AC088C4551}" destId="{59CAB21F-516E-4FF9-9C98-EE21305BBC30}" srcOrd="7" destOrd="0" presId="urn:microsoft.com/office/officeart/2008/layout/HorizontalMultiLevelHierarchy"/>
    <dgm:cxn modelId="{C907DD82-B645-4882-9BF0-1F61A55203A4}" type="presParOf" srcId="{59CAB21F-516E-4FF9-9C98-EE21305BBC30}" destId="{FA80E957-E39E-4E9D-858D-DB0EFEAFC89D}" srcOrd="0" destOrd="0" presId="urn:microsoft.com/office/officeart/2008/layout/HorizontalMultiLevelHierarchy"/>
    <dgm:cxn modelId="{CEC41A7D-B2DA-46AB-A3BE-5F349AFEB716}" type="presParOf" srcId="{59CAB21F-516E-4FF9-9C98-EE21305BBC30}" destId="{B7248135-DDBC-488F-AF48-E9D42881701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0B0E7-54C0-40B0-8EFD-6FA661989131}">
      <dsp:nvSpPr>
        <dsp:cNvPr id="0" name=""/>
        <dsp:cNvSpPr/>
      </dsp:nvSpPr>
      <dsp:spPr>
        <a:xfrm>
          <a:off x="3912049" y="1988108"/>
          <a:ext cx="478135" cy="1595099"/>
        </a:xfrm>
        <a:custGeom>
          <a:avLst/>
          <a:gdLst/>
          <a:ahLst/>
          <a:cxnLst/>
          <a:rect l="0" t="0" r="0" b="0"/>
          <a:pathLst>
            <a:path>
              <a:moveTo>
                <a:pt x="0" y="0"/>
              </a:moveTo>
              <a:lnTo>
                <a:pt x="239067" y="0"/>
              </a:lnTo>
              <a:lnTo>
                <a:pt x="239067" y="1595099"/>
              </a:lnTo>
              <a:lnTo>
                <a:pt x="478135" y="159509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109487" y="2744027"/>
        <a:ext cx="83260" cy="83260"/>
      </dsp:txXfrm>
    </dsp:sp>
    <dsp:sp modelId="{6D4608DA-75E1-4327-AE25-9EEB45C46DFE}">
      <dsp:nvSpPr>
        <dsp:cNvPr id="0" name=""/>
        <dsp:cNvSpPr/>
      </dsp:nvSpPr>
      <dsp:spPr>
        <a:xfrm>
          <a:off x="3912049" y="1988108"/>
          <a:ext cx="478135" cy="563811"/>
        </a:xfrm>
        <a:custGeom>
          <a:avLst/>
          <a:gdLst/>
          <a:ahLst/>
          <a:cxnLst/>
          <a:rect l="0" t="0" r="0" b="0"/>
          <a:pathLst>
            <a:path>
              <a:moveTo>
                <a:pt x="0" y="0"/>
              </a:moveTo>
              <a:lnTo>
                <a:pt x="239067" y="0"/>
              </a:lnTo>
              <a:lnTo>
                <a:pt x="239067" y="563811"/>
              </a:lnTo>
              <a:lnTo>
                <a:pt x="478135" y="5638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132636" y="2251532"/>
        <a:ext cx="36962" cy="36962"/>
      </dsp:txXfrm>
    </dsp:sp>
    <dsp:sp modelId="{7E086841-9A47-402C-BE99-672EA7BEE51F}">
      <dsp:nvSpPr>
        <dsp:cNvPr id="0" name=""/>
        <dsp:cNvSpPr/>
      </dsp:nvSpPr>
      <dsp:spPr>
        <a:xfrm>
          <a:off x="3912049" y="1440628"/>
          <a:ext cx="410981" cy="547479"/>
        </a:xfrm>
        <a:custGeom>
          <a:avLst/>
          <a:gdLst/>
          <a:ahLst/>
          <a:cxnLst/>
          <a:rect l="0" t="0" r="0" b="0"/>
          <a:pathLst>
            <a:path>
              <a:moveTo>
                <a:pt x="0" y="547479"/>
              </a:moveTo>
              <a:lnTo>
                <a:pt x="205490" y="547479"/>
              </a:lnTo>
              <a:lnTo>
                <a:pt x="205490" y="0"/>
              </a:lnTo>
              <a:lnTo>
                <a:pt x="410981"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100426" y="1697254"/>
        <a:ext cx="34228" cy="34228"/>
      </dsp:txXfrm>
    </dsp:sp>
    <dsp:sp modelId="{FE0926F4-4488-48AD-9A4B-DD0F3432A540}">
      <dsp:nvSpPr>
        <dsp:cNvPr id="0" name=""/>
        <dsp:cNvSpPr/>
      </dsp:nvSpPr>
      <dsp:spPr>
        <a:xfrm>
          <a:off x="3912049" y="431447"/>
          <a:ext cx="467552" cy="1556660"/>
        </a:xfrm>
        <a:custGeom>
          <a:avLst/>
          <a:gdLst/>
          <a:ahLst/>
          <a:cxnLst/>
          <a:rect l="0" t="0" r="0" b="0"/>
          <a:pathLst>
            <a:path>
              <a:moveTo>
                <a:pt x="0" y="1556660"/>
              </a:moveTo>
              <a:lnTo>
                <a:pt x="233776" y="1556660"/>
              </a:lnTo>
              <a:lnTo>
                <a:pt x="233776" y="0"/>
              </a:lnTo>
              <a:lnTo>
                <a:pt x="467552"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105192" y="1169143"/>
        <a:ext cx="81268" cy="81268"/>
      </dsp:txXfrm>
    </dsp:sp>
    <dsp:sp modelId="{0070C51B-C0E5-44AB-A3F4-8C8B82808845}">
      <dsp:nvSpPr>
        <dsp:cNvPr id="0" name=""/>
        <dsp:cNvSpPr/>
      </dsp:nvSpPr>
      <dsp:spPr>
        <a:xfrm rot="16200000">
          <a:off x="1062368" y="1124204"/>
          <a:ext cx="3971555" cy="1727806"/>
        </a:xfrm>
        <a:prstGeom prst="rect">
          <a:avLst/>
        </a:prstGeom>
        <a:solidFill>
          <a:schemeClr val="tx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lvl="0" algn="ctr" defTabSz="2800350">
            <a:lnSpc>
              <a:spcPct val="90000"/>
            </a:lnSpc>
            <a:spcBef>
              <a:spcPct val="0"/>
            </a:spcBef>
            <a:spcAft>
              <a:spcPct val="35000"/>
            </a:spcAft>
          </a:pPr>
          <a:r>
            <a:rPr lang="en-US" sz="6300" b="1" kern="1200" dirty="0" err="1" smtClean="0">
              <a:solidFill>
                <a:schemeClr val="accent2">
                  <a:lumMod val="75000"/>
                </a:schemeClr>
              </a:solidFill>
            </a:rPr>
            <a:t>Chức</a:t>
          </a:r>
          <a:r>
            <a:rPr lang="en-US" sz="6300" b="1" kern="1200" dirty="0" smtClean="0">
              <a:solidFill>
                <a:schemeClr val="accent2">
                  <a:lumMod val="75000"/>
                </a:schemeClr>
              </a:solidFill>
            </a:rPr>
            <a:t> </a:t>
          </a:r>
          <a:r>
            <a:rPr lang="en-US" sz="6300" b="1" kern="1200" dirty="0" err="1" smtClean="0">
              <a:solidFill>
                <a:schemeClr val="accent2">
                  <a:lumMod val="75000"/>
                </a:schemeClr>
              </a:solidFill>
            </a:rPr>
            <a:t>năng</a:t>
          </a:r>
          <a:endParaRPr lang="en-US" sz="6300" b="1" kern="1200" dirty="0">
            <a:solidFill>
              <a:schemeClr val="accent2">
                <a:lumMod val="75000"/>
              </a:schemeClr>
            </a:solidFill>
          </a:endParaRPr>
        </a:p>
      </dsp:txBody>
      <dsp:txXfrm>
        <a:off x="1062368" y="1124204"/>
        <a:ext cx="3971555" cy="1727806"/>
      </dsp:txXfrm>
    </dsp:sp>
    <dsp:sp modelId="{4412EF1A-32D2-4F5E-AAC1-455F8BB1FEF2}">
      <dsp:nvSpPr>
        <dsp:cNvPr id="0" name=""/>
        <dsp:cNvSpPr/>
      </dsp:nvSpPr>
      <dsp:spPr>
        <a:xfrm>
          <a:off x="4379602" y="14448"/>
          <a:ext cx="4053898" cy="833997"/>
        </a:xfrm>
        <a:prstGeom prst="rect">
          <a:avLst/>
        </a:prstGeom>
        <a:solidFill>
          <a:schemeClr val="tx2">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sz="2000" b="1" kern="1200" dirty="0" smtClean="0">
              <a:solidFill>
                <a:schemeClr val="tx1">
                  <a:lumMod val="95000"/>
                  <a:lumOff val="5000"/>
                </a:schemeClr>
              </a:solidFill>
            </a:rPr>
            <a:t> </a:t>
          </a:r>
          <a:r>
            <a:rPr lang="en-US" sz="2800" b="1" kern="1200" dirty="0" smtClean="0">
              <a:solidFill>
                <a:schemeClr val="tx1">
                  <a:lumMod val="95000"/>
                  <a:lumOff val="5000"/>
                </a:schemeClr>
              </a:solidFill>
            </a:rPr>
            <a:t>NHẬN THỨC</a:t>
          </a:r>
          <a:endParaRPr lang="en-US" sz="2800" b="1" kern="1200" dirty="0">
            <a:solidFill>
              <a:schemeClr val="tx1">
                <a:lumMod val="95000"/>
                <a:lumOff val="5000"/>
              </a:schemeClr>
            </a:solidFill>
          </a:endParaRPr>
        </a:p>
      </dsp:txBody>
      <dsp:txXfrm>
        <a:off x="4379602" y="14448"/>
        <a:ext cx="4053898" cy="833997"/>
      </dsp:txXfrm>
    </dsp:sp>
    <dsp:sp modelId="{7E416ABB-D510-4DFC-8105-BC346754711A}">
      <dsp:nvSpPr>
        <dsp:cNvPr id="0" name=""/>
        <dsp:cNvSpPr/>
      </dsp:nvSpPr>
      <dsp:spPr>
        <a:xfrm>
          <a:off x="4323031" y="997032"/>
          <a:ext cx="4036350" cy="887193"/>
        </a:xfrm>
        <a:prstGeom prst="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lvl="0" algn="ctr" defTabSz="1911350">
            <a:lnSpc>
              <a:spcPct val="90000"/>
            </a:lnSpc>
            <a:spcBef>
              <a:spcPct val="0"/>
            </a:spcBef>
            <a:spcAft>
              <a:spcPct val="35000"/>
            </a:spcAft>
          </a:pPr>
          <a:r>
            <a:rPr lang="en-US" sz="4300" b="1" kern="1200" dirty="0" smtClean="0">
              <a:solidFill>
                <a:schemeClr val="accent6">
                  <a:lumMod val="50000"/>
                </a:schemeClr>
              </a:solidFill>
            </a:rPr>
            <a:t> </a:t>
          </a:r>
          <a:r>
            <a:rPr lang="en-US" sz="3200" b="1" kern="1200" dirty="0" smtClean="0">
              <a:solidFill>
                <a:schemeClr val="accent6">
                  <a:lumMod val="50000"/>
                </a:schemeClr>
              </a:solidFill>
            </a:rPr>
            <a:t>TƯ TƯỞNG</a:t>
          </a:r>
          <a:endParaRPr lang="en-US" sz="4300" b="1" kern="1200" dirty="0">
            <a:solidFill>
              <a:schemeClr val="accent6">
                <a:lumMod val="50000"/>
              </a:schemeClr>
            </a:solidFill>
          </a:endParaRPr>
        </a:p>
      </dsp:txBody>
      <dsp:txXfrm>
        <a:off x="4323031" y="997032"/>
        <a:ext cx="4036350" cy="887193"/>
      </dsp:txXfrm>
    </dsp:sp>
    <dsp:sp modelId="{AF09E673-3231-4D19-90CA-C8F80230528B}">
      <dsp:nvSpPr>
        <dsp:cNvPr id="0" name=""/>
        <dsp:cNvSpPr/>
      </dsp:nvSpPr>
      <dsp:spPr>
        <a:xfrm>
          <a:off x="4390185" y="2052157"/>
          <a:ext cx="3976942" cy="999524"/>
        </a:xfrm>
        <a:prstGeom prst="rect">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t" anchorCtr="0">
          <a:noAutofit/>
        </a:bodyPr>
        <a:lstStyle/>
        <a:p>
          <a:pPr lvl="0" algn="ctr" defTabSz="1244600">
            <a:lnSpc>
              <a:spcPct val="90000"/>
            </a:lnSpc>
            <a:spcBef>
              <a:spcPct val="0"/>
            </a:spcBef>
            <a:spcAft>
              <a:spcPct val="35000"/>
            </a:spcAft>
          </a:pPr>
          <a:endParaRPr lang="en-US" sz="2800" b="1" kern="1200" dirty="0" smtClean="0">
            <a:solidFill>
              <a:schemeClr val="tx2">
                <a:lumMod val="75000"/>
              </a:schemeClr>
            </a:solidFill>
            <a:latin typeface="Times New Roman" panose="02020603050405020304" pitchFamily="18" charset="0"/>
            <a:cs typeface="Times New Roman" panose="02020603050405020304" pitchFamily="18" charset="0"/>
          </a:endParaRPr>
        </a:p>
        <a:p>
          <a:pPr lvl="0" algn="ctr" defTabSz="1244600">
            <a:lnSpc>
              <a:spcPct val="90000"/>
            </a:lnSpc>
            <a:spcBef>
              <a:spcPct val="0"/>
            </a:spcBef>
            <a:spcAft>
              <a:spcPct val="35000"/>
            </a:spcAft>
          </a:pPr>
          <a:r>
            <a:rPr lang="en-US" sz="2800" b="1" kern="1200" dirty="0" smtClean="0">
              <a:solidFill>
                <a:schemeClr val="tx2">
                  <a:lumMod val="75000"/>
                </a:schemeClr>
              </a:solidFill>
              <a:latin typeface="Times New Roman" panose="02020603050405020304" pitchFamily="18" charset="0"/>
              <a:cs typeface="Times New Roman" panose="02020603050405020304" pitchFamily="18" charset="0"/>
            </a:rPr>
            <a:t>THỰC TIỄN</a:t>
          </a:r>
        </a:p>
      </dsp:txBody>
      <dsp:txXfrm>
        <a:off x="4390185" y="2052157"/>
        <a:ext cx="3976942" cy="999524"/>
      </dsp:txXfrm>
    </dsp:sp>
    <dsp:sp modelId="{FA80E957-E39E-4E9D-858D-DB0EFEAFC89D}">
      <dsp:nvSpPr>
        <dsp:cNvPr id="0" name=""/>
        <dsp:cNvSpPr/>
      </dsp:nvSpPr>
      <dsp:spPr>
        <a:xfrm>
          <a:off x="4390185" y="3196803"/>
          <a:ext cx="3968291" cy="772807"/>
        </a:xfrm>
        <a:prstGeom prst="rect">
          <a:avLst/>
        </a:prstGeom>
        <a:solidFill>
          <a:schemeClr val="accent4">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smtClean="0">
              <a:solidFill>
                <a:srgbClr val="FF0000"/>
              </a:solidFill>
              <a:latin typeface="Times New Roman" panose="02020603050405020304" pitchFamily="18" charset="0"/>
              <a:cs typeface="Times New Roman" panose="02020603050405020304" pitchFamily="18" charset="0"/>
            </a:rPr>
            <a:t>PHƯƠNG PHÁP LUẬN</a:t>
          </a:r>
          <a:endParaRPr lang="en-US" sz="2800" b="1" kern="1200" dirty="0">
            <a:solidFill>
              <a:srgbClr val="FF0000"/>
            </a:solidFill>
            <a:latin typeface="Times New Roman" panose="02020603050405020304" pitchFamily="18" charset="0"/>
            <a:cs typeface="Times New Roman" panose="02020603050405020304" pitchFamily="18" charset="0"/>
          </a:endParaRPr>
        </a:p>
      </dsp:txBody>
      <dsp:txXfrm>
        <a:off x="4390185" y="3196803"/>
        <a:ext cx="3968291" cy="772807"/>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6" name="Footer Placeholder 5">
            <a:extLst>
              <a:ext uri="{FF2B5EF4-FFF2-40B4-BE49-F238E27FC236}">
                <a16:creationId xmlns=""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8" name="Footer Placeholder 7">
            <a:extLst>
              <a:ext uri="{FF2B5EF4-FFF2-40B4-BE49-F238E27FC236}">
                <a16:creationId xmlns=""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4" name="Footer Placeholder 3">
            <a:extLst>
              <a:ext uri="{FF2B5EF4-FFF2-40B4-BE49-F238E27FC236}">
                <a16:creationId xmlns=""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3" name="Footer Placeholder 2">
            <a:extLst>
              <a:ext uri="{FF2B5EF4-FFF2-40B4-BE49-F238E27FC236}">
                <a16:creationId xmlns=""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6" name="Footer Placeholder 5">
            <a:extLst>
              <a:ext uri="{FF2B5EF4-FFF2-40B4-BE49-F238E27FC236}">
                <a16:creationId xmlns=""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6" name="Footer Placeholder 5">
            <a:extLst>
              <a:ext uri="{FF2B5EF4-FFF2-40B4-BE49-F238E27FC236}">
                <a16:creationId xmlns=""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t>7/28/2020</a:t>
            </a:fld>
            <a:endParaRPr lang="en-US"/>
          </a:p>
        </p:txBody>
      </p:sp>
      <p:sp>
        <p:nvSpPr>
          <p:cNvPr id="5" name="Footer Placeholder 4">
            <a:extLst>
              <a:ext uri="{FF2B5EF4-FFF2-40B4-BE49-F238E27FC236}">
                <a16:creationId xmlns=""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 Target="slide1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7.xml"/><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24" y="1355553"/>
            <a:ext cx="12192000" cy="1622425"/>
          </a:xfrm>
          <a:effectLst>
            <a:reflection blurRad="6350" stA="50000" endA="300" endPos="90000" dir="5400000" sy="-100000" algn="bl" rotWithShape="0"/>
          </a:effectLst>
        </p:spPr>
        <p:txBody>
          <a:bodyPr>
            <a:normAutofit fontScale="90000"/>
          </a:bodyPr>
          <a:lstStyle/>
          <a:p>
            <a:r>
              <a:rPr lang="en-US" b="1" dirty="0" smtClean="0">
                <a:solidFill>
                  <a:srgbClr val="FF0000"/>
                </a:solidFill>
                <a:latin typeface="Times New Roman" pitchFamily="18" charset="0"/>
                <a:cs typeface="Times New Roman" pitchFamily="18" charset="0"/>
              </a:rPr>
              <a:t>MÔN HỌC</a:t>
            </a:r>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 </a:t>
            </a:r>
            <a:r>
              <a:rPr lang="en-US" b="1" dirty="0" smtClean="0">
                <a:solidFill>
                  <a:srgbClr val="0070C0"/>
                </a:solidFill>
                <a:effectLst>
                  <a:outerShdw blurRad="38100" dist="38100" dir="2700000" algn="tl">
                    <a:srgbClr val="000000">
                      <a:alpha val="43137"/>
                    </a:srgbClr>
                  </a:outerShdw>
                </a:effectLst>
                <a:latin typeface="Times New Roman" pitchFamily="18" charset="0"/>
                <a:cs typeface="Times New Roman" pitchFamily="18" charset="0"/>
              </a:rPr>
              <a:t>KINH TẾ CHÍNH TRỊ MÁC - LÊNIN</a:t>
            </a:r>
            <a:endParaRPr lang="en-US" b="1" dirty="0">
              <a:solidFill>
                <a:srgbClr val="0070C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 name="Picture 5" descr="karlMarx[1]"/>
          <p:cNvPicPr>
            <a:picLocks noChangeAspect="1" noChangeArrowheads="1"/>
          </p:cNvPicPr>
          <p:nvPr/>
        </p:nvPicPr>
        <p:blipFill>
          <a:blip r:embed="rId2"/>
          <a:srcRect/>
          <a:stretch>
            <a:fillRect/>
          </a:stretch>
        </p:blipFill>
        <p:spPr bwMode="auto">
          <a:xfrm>
            <a:off x="0" y="2977978"/>
            <a:ext cx="6096000" cy="3880022"/>
          </a:xfrm>
          <a:prstGeom prst="rect">
            <a:avLst/>
          </a:prstGeom>
          <a:noFill/>
          <a:ln w="9525">
            <a:noFill/>
            <a:miter lim="800000"/>
            <a:headEnd/>
            <a:tailEnd/>
          </a:ln>
        </p:spPr>
      </p:pic>
      <p:pic>
        <p:nvPicPr>
          <p:cNvPr id="5" name="Picture 5" descr="十月革命 副本"/>
          <p:cNvPicPr>
            <a:picLocks noChangeAspect="1" noChangeArrowheads="1"/>
          </p:cNvPicPr>
          <p:nvPr/>
        </p:nvPicPr>
        <p:blipFill>
          <a:blip r:embed="rId3"/>
          <a:srcRect/>
          <a:stretch>
            <a:fillRect/>
          </a:stretch>
        </p:blipFill>
        <p:spPr bwMode="auto">
          <a:xfrm>
            <a:off x="6096000" y="2977978"/>
            <a:ext cx="6096000" cy="3880022"/>
          </a:xfrm>
          <a:prstGeom prst="rect">
            <a:avLst/>
          </a:prstGeom>
          <a:noFill/>
          <a:ln w="38100">
            <a:solidFill>
              <a:srgbClr val="993300"/>
            </a:solidFill>
            <a:miter lim="800000"/>
            <a:headEnd/>
            <a:tailEnd/>
          </a:ln>
        </p:spPr>
      </p:pic>
    </p:spTree>
    <p:extLst>
      <p:ext uri="{BB962C8B-B14F-4D97-AF65-F5344CB8AC3E}">
        <p14:creationId xmlns:p14="http://schemas.microsoft.com/office/powerpoint/2010/main" val="334894518"/>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nvSpPr>
        <p:spPr bwMode="auto">
          <a:xfrm>
            <a:off x="8737600" y="6248400"/>
            <a:ext cx="2844800" cy="457200"/>
          </a:xfrm>
          <a:prstGeom prst="rect">
            <a:avLst/>
          </a:prstGeom>
          <a:noFill/>
          <a:ln>
            <a:miter lim="800000"/>
            <a:headEnd/>
            <a:tailEnd/>
          </a:ln>
        </p:spPr>
        <p:txBody>
          <a:bodyPr anchor="b"/>
          <a:lstStyle/>
          <a:p>
            <a:pPr algn="r">
              <a:defRPr/>
            </a:pPr>
            <a:fld id="{075319D2-7F36-4E10-B512-09ABFE6CE074}" type="slidenum">
              <a:rPr lang="en-US" sz="2000">
                <a:effectLst>
                  <a:outerShdw blurRad="38100" dist="38100" dir="2700000" algn="tl">
                    <a:srgbClr val="000000"/>
                  </a:outerShdw>
                </a:effectLst>
                <a:latin typeface="Arial" charset="0"/>
                <a:cs typeface="+mn-cs"/>
              </a:rPr>
              <a:pPr algn="r">
                <a:defRPr/>
              </a:pPr>
              <a:t>2</a:t>
            </a:fld>
            <a:r>
              <a:rPr lang="en-US" sz="2000">
                <a:effectLst>
                  <a:outerShdw blurRad="38100" dist="38100" dir="2700000" algn="tl">
                    <a:srgbClr val="000000"/>
                  </a:outerShdw>
                </a:effectLst>
                <a:latin typeface="Arial" charset="0"/>
                <a:cs typeface="+mn-cs"/>
              </a:rPr>
              <a:t>/23</a:t>
            </a:r>
          </a:p>
        </p:txBody>
      </p:sp>
      <p:pic>
        <p:nvPicPr>
          <p:cNvPr id="7171" name="Picture 5" descr="Cerro Torre, Los Glaciares National Park, Argenti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 Box 4"/>
          <p:cNvSpPr txBox="1">
            <a:spLocks noChangeArrowheads="1"/>
          </p:cNvSpPr>
          <p:nvPr/>
        </p:nvSpPr>
        <p:spPr bwMode="auto">
          <a:xfrm>
            <a:off x="302684" y="3392489"/>
            <a:ext cx="11537949" cy="1938992"/>
          </a:xfrm>
          <a:prstGeom prst="rect">
            <a:avLst/>
          </a:prstGeom>
          <a:noFill/>
          <a:ln w="9525">
            <a:noFill/>
            <a:miter lim="800000"/>
            <a:headEnd/>
            <a:tailEnd/>
          </a:ln>
          <a:effectLst/>
        </p:spPr>
        <p:txBody>
          <a:bodyPr>
            <a:spAutoFit/>
          </a:bodyPr>
          <a:lstStyle/>
          <a:p>
            <a:pPr algn="ctr">
              <a:defRPr/>
            </a:pPr>
            <a:r>
              <a:rPr lang="en-US" sz="4000" b="1" dirty="0" smtClean="0">
                <a:solidFill>
                  <a:srgbClr val="FFFF00"/>
                </a:solidFill>
                <a:effectLst>
                  <a:outerShdw blurRad="38100" dist="38100" dir="2700000" algn="tl">
                    <a:srgbClr val="000000"/>
                  </a:outerShdw>
                </a:effectLst>
                <a:latin typeface="Times New Roman" pitchFamily="18" charset="0"/>
                <a:cs typeface="Times New Roman" pitchFamily="18" charset="0"/>
              </a:rPr>
              <a:t>ĐỐI TƯỢNG, PHƯƠNG PHÁP NGHIÊN CỨU VÀ CHỨC NĂNG CỦA KINH TẾ CHÍNH TRỊ MÁC - LÊNIN</a:t>
            </a:r>
          </a:p>
        </p:txBody>
      </p:sp>
      <p:sp>
        <p:nvSpPr>
          <p:cNvPr id="20484" name="WordArt 4"/>
          <p:cNvSpPr>
            <a:spLocks noChangeArrowheads="1" noChangeShapeType="1" noTextEdit="1"/>
          </p:cNvSpPr>
          <p:nvPr/>
        </p:nvSpPr>
        <p:spPr bwMode="auto">
          <a:xfrm>
            <a:off x="1860551" y="1055688"/>
            <a:ext cx="7935383" cy="2008187"/>
          </a:xfrm>
          <a:prstGeom prst="rect">
            <a:avLst/>
          </a:prstGeom>
        </p:spPr>
        <p:txBody>
          <a:bodyPr wrap="none" fromWordArt="1">
            <a:prstTxWarp prst="textSlantUp">
              <a:avLst>
                <a:gd name="adj" fmla="val 45903"/>
              </a:avLst>
            </a:prstTxWarp>
          </a:bodyPr>
          <a:lstStyle/>
          <a:p>
            <a:pPr algn="ctr"/>
            <a:r>
              <a:rPr lang="en-US" sz="3600" kern="10" dirty="0" smtClean="0">
                <a:ln w="9525" cap="sq">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Times New Roman" pitchFamily="18" charset="0"/>
                <a:cs typeface="Times New Roman" pitchFamily="18" charset="0"/>
              </a:rPr>
              <a:t>Chương</a:t>
            </a:r>
            <a:r>
              <a:rPr lang="en-US" sz="3600" kern="10" dirty="0" smtClean="0">
                <a:ln w="9525" cap="sq">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VNI-Aztek"/>
                <a:cs typeface="Times New Roman" pitchFamily="18" charset="0"/>
              </a:rPr>
              <a:t>1</a:t>
            </a:r>
            <a:endParaRPr lang="en-US" sz="3600" kern="10" dirty="0">
              <a:ln w="9525" cap="sq">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alpha val="79999"/>
                  </a:srgbClr>
                </a:outerShdw>
              </a:effectLst>
              <a:latin typeface="VNI-Aztek"/>
            </a:endParaRPr>
          </a:p>
        </p:txBody>
      </p:sp>
    </p:spTree>
    <p:extLst>
      <p:ext uri="{BB962C8B-B14F-4D97-AF65-F5344CB8AC3E}">
        <p14:creationId xmlns:p14="http://schemas.microsoft.com/office/powerpoint/2010/main" val="5157125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0484"/>
                                        </p:tgtEl>
                                        <p:attrNameLst>
                                          <p:attrName>style.visibility</p:attrName>
                                        </p:attrNameLst>
                                      </p:cBhvr>
                                      <p:to>
                                        <p:strVal val="visible"/>
                                      </p:to>
                                    </p:set>
                                    <p:animEffect transition="in" filter="wipe(down)">
                                      <p:cBhvr>
                                        <p:cTn id="7" dur="580">
                                          <p:stCondLst>
                                            <p:cond delay="0"/>
                                          </p:stCondLst>
                                        </p:cTn>
                                        <p:tgtEl>
                                          <p:spTgt spid="20484"/>
                                        </p:tgtEl>
                                      </p:cBhvr>
                                    </p:animEffect>
                                    <p:anim calcmode="lin" valueType="num">
                                      <p:cBhvr>
                                        <p:cTn id="8" dur="1822" tmFilter="0,0; 0.14,0.36; 0.43,0.73; 0.71,0.91; 1.0,1.0">
                                          <p:stCondLst>
                                            <p:cond delay="0"/>
                                          </p:stCondLst>
                                        </p:cTn>
                                        <p:tgtEl>
                                          <p:spTgt spid="2048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48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48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48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484"/>
                                        </p:tgtEl>
                                        <p:attrNameLst>
                                          <p:attrName>ppt_y</p:attrName>
                                        </p:attrNameLst>
                                      </p:cBhvr>
                                      <p:tavLst>
                                        <p:tav tm="0" fmla="#ppt_y-sin(pi*$)/81">
                                          <p:val>
                                            <p:fltVal val="0"/>
                                          </p:val>
                                        </p:tav>
                                        <p:tav tm="100000">
                                          <p:val>
                                            <p:fltVal val="1"/>
                                          </p:val>
                                        </p:tav>
                                      </p:tavLst>
                                    </p:anim>
                                    <p:animScale>
                                      <p:cBhvr>
                                        <p:cTn id="13" dur="26">
                                          <p:stCondLst>
                                            <p:cond delay="650"/>
                                          </p:stCondLst>
                                        </p:cTn>
                                        <p:tgtEl>
                                          <p:spTgt spid="20484"/>
                                        </p:tgtEl>
                                      </p:cBhvr>
                                      <p:to x="100000" y="60000"/>
                                    </p:animScale>
                                    <p:animScale>
                                      <p:cBhvr>
                                        <p:cTn id="14" dur="166" decel="50000">
                                          <p:stCondLst>
                                            <p:cond delay="676"/>
                                          </p:stCondLst>
                                        </p:cTn>
                                        <p:tgtEl>
                                          <p:spTgt spid="20484"/>
                                        </p:tgtEl>
                                      </p:cBhvr>
                                      <p:to x="100000" y="100000"/>
                                    </p:animScale>
                                    <p:animScale>
                                      <p:cBhvr>
                                        <p:cTn id="15" dur="26">
                                          <p:stCondLst>
                                            <p:cond delay="1312"/>
                                          </p:stCondLst>
                                        </p:cTn>
                                        <p:tgtEl>
                                          <p:spTgt spid="20484"/>
                                        </p:tgtEl>
                                      </p:cBhvr>
                                      <p:to x="100000" y="80000"/>
                                    </p:animScale>
                                    <p:animScale>
                                      <p:cBhvr>
                                        <p:cTn id="16" dur="166" decel="50000">
                                          <p:stCondLst>
                                            <p:cond delay="1338"/>
                                          </p:stCondLst>
                                        </p:cTn>
                                        <p:tgtEl>
                                          <p:spTgt spid="20484"/>
                                        </p:tgtEl>
                                      </p:cBhvr>
                                      <p:to x="100000" y="100000"/>
                                    </p:animScale>
                                    <p:animScale>
                                      <p:cBhvr>
                                        <p:cTn id="17" dur="26">
                                          <p:stCondLst>
                                            <p:cond delay="1642"/>
                                          </p:stCondLst>
                                        </p:cTn>
                                        <p:tgtEl>
                                          <p:spTgt spid="20484"/>
                                        </p:tgtEl>
                                      </p:cBhvr>
                                      <p:to x="100000" y="90000"/>
                                    </p:animScale>
                                    <p:animScale>
                                      <p:cBhvr>
                                        <p:cTn id="18" dur="166" decel="50000">
                                          <p:stCondLst>
                                            <p:cond delay="1668"/>
                                          </p:stCondLst>
                                        </p:cTn>
                                        <p:tgtEl>
                                          <p:spTgt spid="20484"/>
                                        </p:tgtEl>
                                      </p:cBhvr>
                                      <p:to x="100000" y="100000"/>
                                    </p:animScale>
                                    <p:animScale>
                                      <p:cBhvr>
                                        <p:cTn id="19" dur="26">
                                          <p:stCondLst>
                                            <p:cond delay="1808"/>
                                          </p:stCondLst>
                                        </p:cTn>
                                        <p:tgtEl>
                                          <p:spTgt spid="20484"/>
                                        </p:tgtEl>
                                      </p:cBhvr>
                                      <p:to x="100000" y="95000"/>
                                    </p:animScale>
                                    <p:animScale>
                                      <p:cBhvr>
                                        <p:cTn id="20" dur="166" decel="50000">
                                          <p:stCondLst>
                                            <p:cond delay="1834"/>
                                          </p:stCondLst>
                                        </p:cTn>
                                        <p:tgtEl>
                                          <p:spTgt spid="20484"/>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31" presetClass="entr" presetSubtype="0" fill="hold" nodeType="clickEffect">
                                  <p:stCondLst>
                                    <p:cond delay="0"/>
                                  </p:stCondLst>
                                  <p:iterate type="lt">
                                    <p:tmPct val="5000"/>
                                  </p:iterate>
                                  <p:childTnLst>
                                    <p:set>
                                      <p:cBhvr>
                                        <p:cTn id="24" dur="1" fill="hold">
                                          <p:stCondLst>
                                            <p:cond delay="0"/>
                                          </p:stCondLst>
                                        </p:cTn>
                                        <p:tgtEl>
                                          <p:spTgt spid="41988">
                                            <p:txEl>
                                              <p:pRg st="0" end="0"/>
                                            </p:txEl>
                                          </p:spTgt>
                                        </p:tgtEl>
                                        <p:attrNameLst>
                                          <p:attrName>style.visibility</p:attrName>
                                        </p:attrNameLst>
                                      </p:cBhvr>
                                      <p:to>
                                        <p:strVal val="visible"/>
                                      </p:to>
                                    </p:set>
                                    <p:anim calcmode="lin" valueType="num">
                                      <p:cBhvr>
                                        <p:cTn id="25" dur="1000" fill="hold"/>
                                        <p:tgtEl>
                                          <p:spTgt spid="41988">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41988">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41988">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419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1.1. </a:t>
            </a:r>
            <a:r>
              <a:rPr lang="en-US" sz="3600" b="1" dirty="0" err="1" smtClean="0">
                <a:solidFill>
                  <a:srgbClr val="FF0000"/>
                </a:solidFill>
                <a:latin typeface="Times New Roman" panose="02020603050405020304" pitchFamily="18" charset="0"/>
                <a:cs typeface="Times New Roman" panose="02020603050405020304" pitchFamily="18" charset="0"/>
              </a:rPr>
              <a:t>Khái</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quát</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sự</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hình</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thành</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và</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phát</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triển</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của</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kinh</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tế</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chính</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trị</a:t>
            </a:r>
            <a:r>
              <a:rPr lang="en-US" sz="3600" b="1" dirty="0" smtClean="0">
                <a:solidFill>
                  <a:srgbClr val="FF0000"/>
                </a:solidFill>
                <a:latin typeface="Times New Roman" panose="02020603050405020304" pitchFamily="18" charset="0"/>
                <a:cs typeface="Times New Roman" panose="02020603050405020304" pitchFamily="18" charset="0"/>
              </a:rPr>
              <a:t> </a:t>
            </a:r>
            <a:r>
              <a:rPr lang="en-US" sz="3600" b="1" dirty="0" err="1" smtClean="0">
                <a:solidFill>
                  <a:srgbClr val="FF0000"/>
                </a:solidFill>
                <a:latin typeface="Times New Roman" panose="02020603050405020304" pitchFamily="18" charset="0"/>
                <a:cs typeface="Times New Roman" panose="02020603050405020304" pitchFamily="18" charset="0"/>
              </a:rPr>
              <a:t>Mác</a:t>
            </a:r>
            <a:r>
              <a:rPr lang="en-US" sz="3600" b="1" dirty="0" smtClean="0">
                <a:solidFill>
                  <a:srgbClr val="FF0000"/>
                </a:solidFill>
                <a:latin typeface="Times New Roman" panose="02020603050405020304" pitchFamily="18" charset="0"/>
                <a:cs typeface="Times New Roman" panose="02020603050405020304" pitchFamily="18" charset="0"/>
              </a:rPr>
              <a:t> - </a:t>
            </a:r>
            <a:r>
              <a:rPr lang="en-US" sz="3600" b="1" dirty="0" err="1" smtClean="0">
                <a:solidFill>
                  <a:srgbClr val="FF0000"/>
                </a:solidFill>
                <a:latin typeface="Times New Roman" panose="02020603050405020304" pitchFamily="18" charset="0"/>
                <a:cs typeface="Times New Roman" panose="02020603050405020304" pitchFamily="18" charset="0"/>
              </a:rPr>
              <a:t>Lênin</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None/>
            </a:pPr>
            <a:r>
              <a:rPr lang="en-US" altLang="en-US" sz="3000" b="1" i="1" dirty="0" err="1">
                <a:latin typeface="Times New Roman" pitchFamily="18" charset="0"/>
                <a:cs typeface="Times New Roman" pitchFamily="18" charset="0"/>
                <a:sym typeface="Wingdings" pitchFamily="2" charset="2"/>
              </a:rPr>
              <a:t>Trong</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mỗi</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giai</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đoạn</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phát</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triển</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của</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lịch</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sử</a:t>
            </a:r>
            <a:r>
              <a:rPr lang="en-US" altLang="en-US" sz="3000" b="1" i="1" dirty="0">
                <a:latin typeface="Times New Roman" pitchFamily="18" charset="0"/>
                <a:cs typeface="Times New Roman" pitchFamily="18" charset="0"/>
                <a:sym typeface="Wingdings" pitchFamily="2" charset="2"/>
              </a:rPr>
              <a:t>, </a:t>
            </a:r>
            <a:r>
              <a:rPr lang="en-US" altLang="en-US" sz="3000" b="1" i="1" dirty="0" err="1" smtClean="0">
                <a:latin typeface="Times New Roman" pitchFamily="18" charset="0"/>
                <a:cs typeface="Times New Roman" pitchFamily="18" charset="0"/>
                <a:sym typeface="Wingdings" pitchFamily="2" charset="2"/>
              </a:rPr>
              <a:t>mỗi</a:t>
            </a:r>
            <a:r>
              <a:rPr lang="en-US" altLang="en-US" sz="3000" b="1" i="1" dirty="0" smtClean="0">
                <a:latin typeface="Times New Roman" pitchFamily="18" charset="0"/>
                <a:cs typeface="Times New Roman" pitchFamily="18" charset="0"/>
                <a:sym typeface="Wingdings" pitchFamily="2" charset="2"/>
              </a:rPr>
              <a:t> </a:t>
            </a:r>
            <a:r>
              <a:rPr lang="en-US" altLang="en-US" sz="3000" b="1" i="1" dirty="0" err="1" smtClean="0">
                <a:latin typeface="Times New Roman" pitchFamily="18" charset="0"/>
                <a:cs typeface="Times New Roman" pitchFamily="18" charset="0"/>
                <a:sym typeface="Wingdings" pitchFamily="2" charset="2"/>
              </a:rPr>
              <a:t>nền</a:t>
            </a:r>
            <a:r>
              <a:rPr lang="en-US" altLang="en-US" sz="3000" b="1" i="1" dirty="0" smtClean="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sản</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xuất</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của</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xã</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hội</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sẽ</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hình</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thành</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nhiều</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tư</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tưởng</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trường</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phái</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lý</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luận</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về</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kinh</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tế</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khác</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nhau</a:t>
            </a:r>
            <a:r>
              <a:rPr lang="en-US" altLang="en-US" sz="3000" b="1" i="1" dirty="0">
                <a:latin typeface="Times New Roman" pitchFamily="18" charset="0"/>
                <a:cs typeface="Times New Roman" pitchFamily="18" charset="0"/>
                <a:sym typeface="Wingdings" pitchFamily="2" charset="2"/>
              </a:rPr>
              <a:t>.</a:t>
            </a:r>
          </a:p>
          <a:p>
            <a:pPr algn="just">
              <a:buNone/>
            </a:pPr>
            <a:endParaRPr lang="en-US" altLang="en-US" sz="3000" b="1" i="1" dirty="0">
              <a:latin typeface="Times New Roman" pitchFamily="18" charset="0"/>
              <a:cs typeface="Times New Roman" pitchFamily="18" charset="0"/>
              <a:sym typeface="Wingdings" pitchFamily="2" charset="2"/>
            </a:endParaRPr>
          </a:p>
          <a:p>
            <a:pPr algn="just">
              <a:buNone/>
            </a:pPr>
            <a:r>
              <a:rPr lang="en-US" altLang="en-US" sz="3000" b="1" i="1" dirty="0" err="1">
                <a:latin typeface="Times New Roman" pitchFamily="18" charset="0"/>
                <a:cs typeface="Times New Roman" pitchFamily="18" charset="0"/>
                <a:sym typeface="Wingdings" pitchFamily="2" charset="2"/>
              </a:rPr>
              <a:t>Thuật</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ngữ</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khoa</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học</a:t>
            </a:r>
            <a:r>
              <a:rPr lang="en-US" altLang="en-US" sz="3000" b="1" i="1" dirty="0">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kinh</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tế</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chính</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trị</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a:t>
            </a:r>
            <a:r>
              <a:rPr lang="en-US" altLang="en-US" sz="3000" b="1" i="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Political economy) </a:t>
            </a:r>
            <a:r>
              <a:rPr lang="en-US" altLang="en-US" sz="3000" b="1" i="1" dirty="0" err="1">
                <a:latin typeface="Times New Roman" pitchFamily="18" charset="0"/>
                <a:cs typeface="Times New Roman" pitchFamily="18" charset="0"/>
                <a:sym typeface="Wingdings" pitchFamily="2" charset="2"/>
              </a:rPr>
              <a:t>được</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xuất</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hiện</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vào</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đầu</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thế</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kỷ</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thứ</a:t>
            </a:r>
            <a:r>
              <a:rPr lang="en-US" altLang="en-US" sz="3000" b="1" i="1" dirty="0">
                <a:latin typeface="Times New Roman" pitchFamily="18" charset="0"/>
                <a:cs typeface="Times New Roman" pitchFamily="18" charset="0"/>
                <a:sym typeface="Wingdings" pitchFamily="2" charset="2"/>
              </a:rPr>
              <a:t> XVII </a:t>
            </a:r>
            <a:r>
              <a:rPr lang="en-US" altLang="en-US" sz="3000" b="1" i="1" dirty="0" err="1">
                <a:latin typeface="Times New Roman" pitchFamily="18" charset="0"/>
                <a:cs typeface="Times New Roman" pitchFamily="18" charset="0"/>
                <a:sym typeface="Wingdings" pitchFamily="2" charset="2"/>
              </a:rPr>
              <a:t>trong</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tác</a:t>
            </a:r>
            <a:r>
              <a:rPr lang="en-US" altLang="en-US" sz="3000" b="1" i="1" dirty="0">
                <a:latin typeface="Times New Roman" pitchFamily="18" charset="0"/>
                <a:cs typeface="Times New Roman" pitchFamily="18" charset="0"/>
                <a:sym typeface="Wingdings" pitchFamily="2" charset="2"/>
              </a:rPr>
              <a:t> </a:t>
            </a:r>
            <a:r>
              <a:rPr lang="en-US" altLang="en-US" sz="3000" b="1" i="1" dirty="0" err="1">
                <a:latin typeface="Times New Roman" pitchFamily="18" charset="0"/>
                <a:cs typeface="Times New Roman" pitchFamily="18" charset="0"/>
                <a:sym typeface="Wingdings" pitchFamily="2" charset="2"/>
              </a:rPr>
              <a:t>phẩm</a:t>
            </a:r>
            <a:r>
              <a:rPr lang="en-US" altLang="en-US" sz="3000" b="1" i="1" dirty="0">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Chuyên</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luận</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về</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kinh</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tế</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chính</a:t>
            </a:r>
            <a:r>
              <a:rPr lang="en-US" altLang="en-US" sz="3000" b="1" i="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 </a:t>
            </a:r>
            <a:r>
              <a:rPr lang="en-US" altLang="en-US" sz="3000" b="1" i="1" dirty="0" err="1" smtClean="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trị</a:t>
            </a:r>
            <a:r>
              <a:rPr lang="en-US" altLang="en-US" sz="3000" b="1" i="1" dirty="0" smtClean="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rPr>
              <a:t>.</a:t>
            </a:r>
            <a:endParaRPr lang="en-US" altLang="en-US" sz="3000" b="1" dirty="0">
              <a:effectLst>
                <a:outerShdw blurRad="38100" dist="38100" dir="2700000" algn="tl">
                  <a:srgbClr val="000000">
                    <a:alpha val="43137"/>
                  </a:srgbClr>
                </a:outerShdw>
              </a:effectLst>
              <a:latin typeface="Times New Roman" pitchFamily="18" charset="0"/>
              <a:cs typeface="Times New Roman" pitchFamily="18" charset="0"/>
              <a:sym typeface="Wingdings" pitchFamily="2" charset="2"/>
            </a:endParaRPr>
          </a:p>
          <a:p>
            <a:pPr algn="just">
              <a:buNone/>
            </a:pPr>
            <a:r>
              <a:rPr lang="en-US" altLang="en-US" dirty="0">
                <a:latin typeface="Times New Roman" pitchFamily="18" charset="0"/>
                <a:cs typeface="Times New Roman" pitchFamily="18" charset="0"/>
              </a:rPr>
              <a:t>	</a:t>
            </a:r>
          </a:p>
        </p:txBody>
      </p:sp>
    </p:spTree>
    <p:extLst>
      <p:ext uri="{BB962C8B-B14F-4D97-AF65-F5344CB8AC3E}">
        <p14:creationId xmlns:p14="http://schemas.microsoft.com/office/powerpoint/2010/main" val="27452300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barn(inVertical)">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sz="3200" b="1" dirty="0" err="1">
                <a:solidFill>
                  <a:schemeClr val="accent1">
                    <a:lumMod val="75000"/>
                  </a:schemeClr>
                </a:solidFill>
                <a:latin typeface="Times New Roman" pitchFamily="18" charset="0"/>
                <a:cs typeface="Times New Roman" pitchFamily="18" charset="0"/>
              </a:rPr>
              <a:t>Dòng</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chảy</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tư</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tưởng</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kinh</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tế</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của</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loài</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người</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có</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thể</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được</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mô</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tả</a:t>
            </a:r>
            <a:r>
              <a:rPr lang="en-US" altLang="en-US" sz="3200" b="1" dirty="0">
                <a:solidFill>
                  <a:schemeClr val="accent1">
                    <a:lumMod val="75000"/>
                  </a:schemeClr>
                </a:solidFill>
                <a:latin typeface="Times New Roman" pitchFamily="18" charset="0"/>
                <a:cs typeface="Times New Roman" pitchFamily="18" charset="0"/>
              </a:rPr>
              <a:t> qua </a:t>
            </a:r>
            <a:r>
              <a:rPr lang="en-US" altLang="en-US" sz="3200" b="1" dirty="0" err="1">
                <a:solidFill>
                  <a:schemeClr val="accent1">
                    <a:lumMod val="75000"/>
                  </a:schemeClr>
                </a:solidFill>
                <a:latin typeface="Times New Roman" pitchFamily="18" charset="0"/>
                <a:cs typeface="Times New Roman" pitchFamily="18" charset="0"/>
              </a:rPr>
              <a:t>hai</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a:solidFill>
                  <a:schemeClr val="accent1">
                    <a:lumMod val="75000"/>
                  </a:schemeClr>
                </a:solidFill>
                <a:latin typeface="Times New Roman" pitchFamily="18" charset="0"/>
                <a:cs typeface="Times New Roman" pitchFamily="18" charset="0"/>
              </a:rPr>
              <a:t>giai</a:t>
            </a:r>
            <a:r>
              <a:rPr lang="en-US" altLang="en-US" sz="3200" b="1" dirty="0">
                <a:solidFill>
                  <a:schemeClr val="accent1">
                    <a:lumMod val="75000"/>
                  </a:schemeClr>
                </a:solidFill>
                <a:latin typeface="Times New Roman" pitchFamily="18" charset="0"/>
                <a:cs typeface="Times New Roman" pitchFamily="18" charset="0"/>
              </a:rPr>
              <a:t> </a:t>
            </a:r>
            <a:r>
              <a:rPr lang="en-US" altLang="en-US" sz="3200" b="1" dirty="0" err="1" smtClean="0">
                <a:solidFill>
                  <a:schemeClr val="accent1">
                    <a:lumMod val="75000"/>
                  </a:schemeClr>
                </a:solidFill>
                <a:latin typeface="Times New Roman" pitchFamily="18" charset="0"/>
                <a:cs typeface="Times New Roman" pitchFamily="18" charset="0"/>
              </a:rPr>
              <a:t>đoạn</a:t>
            </a:r>
            <a:r>
              <a:rPr lang="en-US" altLang="en-US" sz="3200" b="1" dirty="0" smtClean="0">
                <a:solidFill>
                  <a:schemeClr val="accent1">
                    <a:lumMod val="75000"/>
                  </a:schemeClr>
                </a:solidFill>
                <a:latin typeface="Times New Roman" pitchFamily="18" charset="0"/>
                <a:cs typeface="Times New Roman" pitchFamily="18" charset="0"/>
              </a:rPr>
              <a:t>: </a:t>
            </a:r>
            <a:endParaRPr lang="en-US" sz="3200" dirty="0">
              <a:solidFill>
                <a:schemeClr val="accent1">
                  <a:lumMod val="75000"/>
                </a:schemeClr>
              </a:solidFill>
            </a:endParaRPr>
          </a:p>
        </p:txBody>
      </p:sp>
      <p:sp>
        <p:nvSpPr>
          <p:cNvPr id="4" name="Oval 3"/>
          <p:cNvSpPr/>
          <p:nvPr/>
        </p:nvSpPr>
        <p:spPr>
          <a:xfrm>
            <a:off x="431371" y="2235598"/>
            <a:ext cx="4992555" cy="36004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err="1">
                <a:solidFill>
                  <a:srgbClr val="FF0000"/>
                </a:solidFill>
                <a:latin typeface="Times New Roman" pitchFamily="18" charset="0"/>
                <a:cs typeface="Times New Roman" pitchFamily="18" charset="0"/>
              </a:rPr>
              <a:t>Giai</a:t>
            </a:r>
            <a:r>
              <a:rPr lang="en-US" altLang="en-US" sz="3200" b="1" dirty="0">
                <a:solidFill>
                  <a:srgbClr val="FF0000"/>
                </a:solidFill>
                <a:latin typeface="Times New Roman" pitchFamily="18" charset="0"/>
                <a:cs typeface="Times New Roman" pitchFamily="18" charset="0"/>
              </a:rPr>
              <a:t> </a:t>
            </a:r>
            <a:r>
              <a:rPr lang="en-US" altLang="en-US" sz="3200" b="1" dirty="0" err="1">
                <a:solidFill>
                  <a:srgbClr val="FF0000"/>
                </a:solidFill>
                <a:latin typeface="Times New Roman" pitchFamily="18" charset="0"/>
                <a:cs typeface="Times New Roman" pitchFamily="18" charset="0"/>
              </a:rPr>
              <a:t>đoạn</a:t>
            </a:r>
            <a:r>
              <a:rPr lang="en-US" altLang="en-US" sz="3200" b="1" dirty="0">
                <a:solidFill>
                  <a:srgbClr val="FF0000"/>
                </a:solidFill>
                <a:latin typeface="Times New Roman" pitchFamily="18" charset="0"/>
                <a:cs typeface="Times New Roman" pitchFamily="18" charset="0"/>
              </a:rPr>
              <a:t> 1: </a:t>
            </a:r>
            <a:r>
              <a:rPr lang="en-US" altLang="en-US" sz="3200" b="1" dirty="0" err="1">
                <a:solidFill>
                  <a:schemeClr val="accent6">
                    <a:lumMod val="50000"/>
                  </a:schemeClr>
                </a:solidFill>
                <a:latin typeface="Times New Roman" pitchFamily="18" charset="0"/>
                <a:cs typeface="Times New Roman" pitchFamily="18" charset="0"/>
              </a:rPr>
              <a:t>Từ</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thời</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cổ</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đại</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đến</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cuối</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thế</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kỷ</a:t>
            </a:r>
            <a:r>
              <a:rPr lang="en-US" altLang="en-US" sz="3200" b="1" dirty="0">
                <a:solidFill>
                  <a:schemeClr val="accent6">
                    <a:lumMod val="50000"/>
                  </a:schemeClr>
                </a:solidFill>
                <a:latin typeface="Times New Roman" pitchFamily="18" charset="0"/>
                <a:cs typeface="Times New Roman" pitchFamily="18" charset="0"/>
              </a:rPr>
              <a:t> </a:t>
            </a:r>
            <a:r>
              <a:rPr lang="en-US" altLang="en-US" sz="3200" b="1" dirty="0" err="1">
                <a:solidFill>
                  <a:schemeClr val="accent6">
                    <a:lumMod val="50000"/>
                  </a:schemeClr>
                </a:solidFill>
                <a:latin typeface="Times New Roman" pitchFamily="18" charset="0"/>
                <a:cs typeface="Times New Roman" pitchFamily="18" charset="0"/>
              </a:rPr>
              <a:t>thứ</a:t>
            </a:r>
            <a:r>
              <a:rPr lang="en-US" altLang="en-US" sz="3200" b="1" dirty="0">
                <a:solidFill>
                  <a:schemeClr val="accent6">
                    <a:lumMod val="50000"/>
                  </a:schemeClr>
                </a:solidFill>
                <a:latin typeface="Times New Roman" pitchFamily="18" charset="0"/>
                <a:cs typeface="Times New Roman" pitchFamily="18" charset="0"/>
              </a:rPr>
              <a:t> XVIII</a:t>
            </a:r>
            <a:endParaRPr lang="en-US" sz="3200" dirty="0">
              <a:solidFill>
                <a:schemeClr val="accent6">
                  <a:lumMod val="50000"/>
                </a:schemeClr>
              </a:solidFill>
            </a:endParaRPr>
          </a:p>
        </p:txBody>
      </p:sp>
      <p:sp>
        <p:nvSpPr>
          <p:cNvPr id="5" name="Oval 4"/>
          <p:cNvSpPr/>
          <p:nvPr/>
        </p:nvSpPr>
        <p:spPr>
          <a:xfrm>
            <a:off x="6754283" y="2199594"/>
            <a:ext cx="5006347" cy="3672408"/>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3200" b="1" dirty="0" err="1">
                <a:solidFill>
                  <a:srgbClr val="FF0000"/>
                </a:solidFill>
                <a:latin typeface="Times New Roman" pitchFamily="18" charset="0"/>
                <a:cs typeface="Times New Roman" pitchFamily="18" charset="0"/>
              </a:rPr>
              <a:t>Giai</a:t>
            </a:r>
            <a:r>
              <a:rPr lang="en-US" altLang="en-US" sz="3200" b="1" dirty="0">
                <a:solidFill>
                  <a:srgbClr val="FF0000"/>
                </a:solidFill>
                <a:latin typeface="Times New Roman" pitchFamily="18" charset="0"/>
                <a:cs typeface="Times New Roman" pitchFamily="18" charset="0"/>
              </a:rPr>
              <a:t> </a:t>
            </a:r>
            <a:r>
              <a:rPr lang="en-US" altLang="en-US" sz="3200" b="1" dirty="0" err="1">
                <a:solidFill>
                  <a:srgbClr val="FF0000"/>
                </a:solidFill>
                <a:latin typeface="Times New Roman" pitchFamily="18" charset="0"/>
                <a:cs typeface="Times New Roman" pitchFamily="18" charset="0"/>
              </a:rPr>
              <a:t>đoạn</a:t>
            </a:r>
            <a:r>
              <a:rPr lang="en-US" altLang="en-US" sz="3200" b="1" dirty="0">
                <a:solidFill>
                  <a:srgbClr val="FF0000"/>
                </a:solidFill>
                <a:latin typeface="Times New Roman" pitchFamily="18" charset="0"/>
                <a:cs typeface="Times New Roman" pitchFamily="18" charset="0"/>
              </a:rPr>
              <a:t> 2:</a:t>
            </a:r>
            <a:r>
              <a:rPr lang="en-US" altLang="en-US" sz="3200" b="1" dirty="0">
                <a:solidFill>
                  <a:srgbClr val="00B0F0"/>
                </a:solidFill>
                <a:latin typeface="Times New Roman" pitchFamily="18" charset="0"/>
                <a:cs typeface="Times New Roman" pitchFamily="18" charset="0"/>
              </a:rPr>
              <a:t> </a:t>
            </a:r>
            <a:r>
              <a:rPr lang="en-US" altLang="en-US" sz="3200" b="1" dirty="0" err="1">
                <a:solidFill>
                  <a:schemeClr val="accent6">
                    <a:lumMod val="75000"/>
                  </a:schemeClr>
                </a:solidFill>
                <a:latin typeface="Times New Roman" pitchFamily="18" charset="0"/>
                <a:cs typeface="Times New Roman" pitchFamily="18" charset="0"/>
              </a:rPr>
              <a:t>Từ</a:t>
            </a:r>
            <a:r>
              <a:rPr lang="en-US" altLang="en-US" sz="3200" b="1" dirty="0">
                <a:solidFill>
                  <a:schemeClr val="accent6">
                    <a:lumMod val="75000"/>
                  </a:schemeClr>
                </a:solidFill>
                <a:latin typeface="Times New Roman" pitchFamily="18" charset="0"/>
                <a:cs typeface="Times New Roman" pitchFamily="18" charset="0"/>
              </a:rPr>
              <a:t> </a:t>
            </a:r>
            <a:r>
              <a:rPr lang="en-US" altLang="en-US" sz="3200" b="1" dirty="0" err="1">
                <a:solidFill>
                  <a:schemeClr val="accent6">
                    <a:lumMod val="75000"/>
                  </a:schemeClr>
                </a:solidFill>
                <a:latin typeface="Times New Roman" pitchFamily="18" charset="0"/>
                <a:cs typeface="Times New Roman" pitchFamily="18" charset="0"/>
              </a:rPr>
              <a:t>sau</a:t>
            </a:r>
            <a:r>
              <a:rPr lang="en-US" altLang="en-US" sz="3200" b="1" dirty="0">
                <a:solidFill>
                  <a:schemeClr val="accent6">
                    <a:lumMod val="75000"/>
                  </a:schemeClr>
                </a:solidFill>
                <a:latin typeface="Times New Roman" pitchFamily="18" charset="0"/>
                <a:cs typeface="Times New Roman" pitchFamily="18" charset="0"/>
              </a:rPr>
              <a:t> </a:t>
            </a:r>
            <a:r>
              <a:rPr lang="en-US" altLang="en-US" sz="3200" b="1" dirty="0" err="1">
                <a:solidFill>
                  <a:schemeClr val="accent6">
                    <a:lumMod val="75000"/>
                  </a:schemeClr>
                </a:solidFill>
                <a:latin typeface="Times New Roman" pitchFamily="18" charset="0"/>
                <a:cs typeface="Times New Roman" pitchFamily="18" charset="0"/>
              </a:rPr>
              <a:t>thế</a:t>
            </a:r>
            <a:r>
              <a:rPr lang="en-US" altLang="en-US" sz="3200" b="1" dirty="0">
                <a:solidFill>
                  <a:schemeClr val="accent6">
                    <a:lumMod val="75000"/>
                  </a:schemeClr>
                </a:solidFill>
                <a:latin typeface="Times New Roman" pitchFamily="18" charset="0"/>
                <a:cs typeface="Times New Roman" pitchFamily="18" charset="0"/>
              </a:rPr>
              <a:t> </a:t>
            </a:r>
            <a:r>
              <a:rPr lang="en-US" altLang="en-US" sz="3200" b="1" dirty="0" err="1">
                <a:solidFill>
                  <a:schemeClr val="accent6">
                    <a:lumMod val="75000"/>
                  </a:schemeClr>
                </a:solidFill>
                <a:latin typeface="Times New Roman" pitchFamily="18" charset="0"/>
                <a:cs typeface="Times New Roman" pitchFamily="18" charset="0"/>
              </a:rPr>
              <a:t>kỷ</a:t>
            </a:r>
            <a:r>
              <a:rPr lang="en-US" altLang="en-US" sz="3200" b="1" dirty="0">
                <a:solidFill>
                  <a:schemeClr val="accent6">
                    <a:lumMod val="75000"/>
                  </a:schemeClr>
                </a:solidFill>
                <a:latin typeface="Times New Roman" pitchFamily="18" charset="0"/>
                <a:cs typeface="Times New Roman" pitchFamily="18" charset="0"/>
              </a:rPr>
              <a:t> </a:t>
            </a:r>
            <a:r>
              <a:rPr lang="en-US" altLang="en-US" sz="3200" b="1" dirty="0" err="1">
                <a:solidFill>
                  <a:schemeClr val="accent6">
                    <a:lumMod val="75000"/>
                  </a:schemeClr>
                </a:solidFill>
                <a:latin typeface="Times New Roman" pitchFamily="18" charset="0"/>
                <a:cs typeface="Times New Roman" pitchFamily="18" charset="0"/>
              </a:rPr>
              <a:t>thứ</a:t>
            </a:r>
            <a:r>
              <a:rPr lang="en-US" altLang="en-US" sz="3200" b="1" dirty="0">
                <a:solidFill>
                  <a:schemeClr val="accent6">
                    <a:lumMod val="75000"/>
                  </a:schemeClr>
                </a:solidFill>
                <a:latin typeface="Times New Roman" pitchFamily="18" charset="0"/>
                <a:cs typeface="Times New Roman" pitchFamily="18" charset="0"/>
              </a:rPr>
              <a:t> XVIII </a:t>
            </a:r>
            <a:r>
              <a:rPr lang="en-US" altLang="en-US" sz="3200" b="1" dirty="0" err="1">
                <a:solidFill>
                  <a:schemeClr val="accent6">
                    <a:lumMod val="75000"/>
                  </a:schemeClr>
                </a:solidFill>
                <a:latin typeface="Times New Roman" pitchFamily="18" charset="0"/>
                <a:cs typeface="Times New Roman" pitchFamily="18" charset="0"/>
              </a:rPr>
              <a:t>đến</a:t>
            </a:r>
            <a:r>
              <a:rPr lang="en-US" altLang="en-US" sz="3200" b="1" dirty="0">
                <a:solidFill>
                  <a:schemeClr val="accent6">
                    <a:lumMod val="75000"/>
                  </a:schemeClr>
                </a:solidFill>
                <a:latin typeface="Times New Roman" pitchFamily="18" charset="0"/>
                <a:cs typeface="Times New Roman" pitchFamily="18" charset="0"/>
              </a:rPr>
              <a:t> nay</a:t>
            </a:r>
            <a:endParaRPr lang="en-US" sz="3200" dirty="0">
              <a:solidFill>
                <a:schemeClr val="accent6">
                  <a:lumMod val="75000"/>
                </a:schemeClr>
              </a:solidFill>
            </a:endParaRPr>
          </a:p>
        </p:txBody>
      </p:sp>
      <p:cxnSp>
        <p:nvCxnSpPr>
          <p:cNvPr id="7" name="Straight Arrow Connector 6"/>
          <p:cNvCxnSpPr/>
          <p:nvPr/>
        </p:nvCxnSpPr>
        <p:spPr>
          <a:xfrm flipH="1" flipV="1">
            <a:off x="2626936" y="3827282"/>
            <a:ext cx="12680" cy="33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423926" y="4035798"/>
            <a:ext cx="133035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98584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inVertical)">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31801" y="398464"/>
            <a:ext cx="11408833" cy="6173809"/>
          </a:xfrm>
          <a:prstGeom prst="rect">
            <a:avLst/>
          </a:prstGeom>
        </p:spPr>
        <p:txBody>
          <a:bodyPr vert="horz" lIns="91440" tIns="45720" rIns="91440" bIns="45720" rtlCol="0">
            <a:normAutofit/>
          </a:bodyPr>
          <a:lstStyle/>
          <a:p>
            <a:pPr marL="342900" lvl="0" indent="-342900">
              <a:spcBef>
                <a:spcPct val="20000"/>
              </a:spcBef>
            </a:pPr>
            <a:r>
              <a:rPr lang="en-US" altLang="en-US" sz="4000" b="1" dirty="0" smtClean="0">
                <a:solidFill>
                  <a:srgbClr val="00B0F0"/>
                </a:solidFill>
                <a:latin typeface="Times New Roman" pitchFamily="18" charset="0"/>
                <a:cs typeface="Times New Roman" pitchFamily="18" charset="0"/>
              </a:rPr>
              <a:t> </a:t>
            </a:r>
          </a:p>
          <a:p>
            <a:pPr marL="342900" lvl="0" indent="-342900">
              <a:spcBef>
                <a:spcPct val="20000"/>
              </a:spcBef>
            </a:pPr>
            <a:r>
              <a:rPr lang="en-US" altLang="en-US" sz="4000" b="1" dirty="0" smtClean="0">
                <a:solidFill>
                  <a:srgbClr val="00B0F0"/>
                </a:solidFill>
                <a:latin typeface="Times New Roman" pitchFamily="18" charset="0"/>
                <a:cs typeface="Times New Roman" pitchFamily="18" charset="0"/>
              </a:rPr>
              <a:t> </a:t>
            </a:r>
          </a:p>
        </p:txBody>
      </p:sp>
      <p:sp>
        <p:nvSpPr>
          <p:cNvPr id="5" name="TextBox 4"/>
          <p:cNvSpPr txBox="1"/>
          <p:nvPr/>
        </p:nvSpPr>
        <p:spPr>
          <a:xfrm>
            <a:off x="5429245" y="2000241"/>
            <a:ext cx="5275267" cy="1261884"/>
          </a:xfrm>
          <a:prstGeom prst="rect">
            <a:avLst/>
          </a:prstGeom>
          <a:solidFill>
            <a:schemeClr val="bg1"/>
          </a:solidFill>
          <a:ln>
            <a:solidFill>
              <a:srgbClr val="FF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just" eaLnBrk="0" fontAlgn="auto" hangingPunct="0">
              <a:spcBef>
                <a:spcPts val="0"/>
              </a:spcBef>
              <a:spcAft>
                <a:spcPts val="0"/>
              </a:spcAft>
              <a:defRPr/>
            </a:pPr>
            <a:r>
              <a:rPr lang="en-US" sz="28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Chủ nghĩa trọng </a:t>
            </a:r>
            <a:r>
              <a:rPr lang="en-US" sz="2800" b="1" u="sng" dirty="0" err="1"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thương</a:t>
            </a:r>
            <a:r>
              <a:rPr lang="en-US" sz="28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2800" b="1" dirty="0" smtClean="0">
                <a:latin typeface="Times New Roman" pitchFamily="18" charset="0"/>
                <a:cs typeface="Times New Roman" pitchFamily="18" charset="0"/>
              </a:rPr>
              <a:t>(</a:t>
            </a:r>
            <a:r>
              <a:rPr lang="en-US" sz="2800" b="1" dirty="0" err="1" smtClean="0">
                <a:latin typeface="Times New Roman" pitchFamily="18" charset="0"/>
                <a:cs typeface="Times New Roman" pitchFamily="18" charset="0"/>
              </a:rPr>
              <a:t>từ</a:t>
            </a:r>
            <a:r>
              <a:rPr lang="en-US" sz="2800" b="1" dirty="0" smtClean="0">
                <a:latin typeface="Times New Roman" pitchFamily="18" charset="0"/>
                <a:cs typeface="Times New Roman" pitchFamily="18" charset="0"/>
              </a:rPr>
              <a:t> thế kỷ XV – cuối XVII)</a:t>
            </a:r>
          </a:p>
          <a:p>
            <a:pPr algn="just" eaLnBrk="0" fontAlgn="auto" hangingPunct="0">
              <a:spcBef>
                <a:spcPts val="0"/>
              </a:spcBef>
              <a:spcAft>
                <a:spcPts val="0"/>
              </a:spcAft>
              <a:defRPr/>
            </a:pPr>
            <a:endParaRPr lang="vi-VN" sz="2000" b="1" dirty="0">
              <a:latin typeface="Times New Roman" pitchFamily="18" charset="0"/>
              <a:cs typeface="Times New Roman" pitchFamily="18" charset="0"/>
            </a:endParaRPr>
          </a:p>
        </p:txBody>
      </p:sp>
      <p:sp>
        <p:nvSpPr>
          <p:cNvPr id="6" name="TextBox 5"/>
          <p:cNvSpPr txBox="1"/>
          <p:nvPr/>
        </p:nvSpPr>
        <p:spPr>
          <a:xfrm>
            <a:off x="5429245" y="4714885"/>
            <a:ext cx="5275267" cy="1384995"/>
          </a:xfrm>
          <a:prstGeom prst="rect">
            <a:avLst/>
          </a:prstGeom>
          <a:solidFill>
            <a:schemeClr val="bg1"/>
          </a:solidFill>
          <a:ln>
            <a:solidFill>
              <a:srgbClr val="FF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just" eaLnBrk="0" fontAlgn="auto" hangingPunct="0">
              <a:spcBef>
                <a:spcPts val="0"/>
              </a:spcBef>
              <a:spcAft>
                <a:spcPts val="0"/>
              </a:spcAft>
              <a:defRPr/>
            </a:pPr>
            <a:r>
              <a:rPr lang="en-US" sz="2800" b="1" u="sng"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Chủ nghĩa trọng nông </a:t>
            </a:r>
            <a:r>
              <a:rPr lang="en-US" sz="2800" b="1" dirty="0" smtClean="0">
                <a:latin typeface="Times New Roman" pitchFamily="18" charset="0"/>
                <a:cs typeface="Times New Roman" pitchFamily="18" charset="0"/>
              </a:rPr>
              <a:t>(từ giữa thế kỷ XVII – đến nửa đầu thế kỷ XVIII)</a:t>
            </a:r>
            <a:endParaRPr lang="vi-VN" sz="2800" b="1" dirty="0">
              <a:latin typeface="Times New Roman" pitchFamily="18" charset="0"/>
              <a:cs typeface="Times New Roman" pitchFamily="18" charset="0"/>
            </a:endParaRPr>
          </a:p>
        </p:txBody>
      </p:sp>
      <p:cxnSp>
        <p:nvCxnSpPr>
          <p:cNvPr id="8" name="Straight Arrow Connector 7"/>
          <p:cNvCxnSpPr>
            <a:endCxn id="5" idx="1"/>
          </p:cNvCxnSpPr>
          <p:nvPr/>
        </p:nvCxnSpPr>
        <p:spPr>
          <a:xfrm flipV="1">
            <a:off x="4190987" y="2631183"/>
            <a:ext cx="1238258" cy="13693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6" idx="1"/>
          </p:cNvCxnSpPr>
          <p:nvPr/>
        </p:nvCxnSpPr>
        <p:spPr>
          <a:xfrm>
            <a:off x="4190989" y="4000494"/>
            <a:ext cx="1238256" cy="140688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85710" y="1928802"/>
            <a:ext cx="3905277" cy="45005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000" b="1" dirty="0" smtClean="0">
                <a:solidFill>
                  <a:schemeClr val="tx1">
                    <a:lumMod val="95000"/>
                    <a:lumOff val="5000"/>
                  </a:schemeClr>
                </a:solidFill>
                <a:latin typeface="Times New Roman" pitchFamily="18" charset="0"/>
                <a:cs typeface="Times New Roman" pitchFamily="18" charset="0"/>
              </a:rPr>
              <a:t>Có những tư tưởng kinh tế thời kỳ cổ, trung đại</a:t>
            </a:r>
            <a:endParaRPr lang="en-US" sz="4000" b="1" dirty="0">
              <a:solidFill>
                <a:schemeClr val="tx1">
                  <a:lumMod val="95000"/>
                  <a:lumOff val="5000"/>
                </a:schemeClr>
              </a:solidFill>
            </a:endParaRPr>
          </a:p>
        </p:txBody>
      </p:sp>
      <p:sp>
        <p:nvSpPr>
          <p:cNvPr id="3" name="TextBox 2"/>
          <p:cNvSpPr txBox="1"/>
          <p:nvPr/>
        </p:nvSpPr>
        <p:spPr>
          <a:xfrm>
            <a:off x="2496065" y="398464"/>
            <a:ext cx="9344569" cy="1569660"/>
          </a:xfrm>
          <a:prstGeom prst="rect">
            <a:avLst/>
          </a:prstGeom>
          <a:noFill/>
        </p:spPr>
        <p:txBody>
          <a:bodyPr wrap="square" rtlCol="0">
            <a:spAutoFit/>
          </a:bodyPr>
          <a:lstStyle/>
          <a:p>
            <a:pPr lvl="0"/>
            <a:r>
              <a:rPr lang="en-US" altLang="en-US" sz="3200" b="1" dirty="0">
                <a:solidFill>
                  <a:srgbClr val="FF0000"/>
                </a:solidFill>
                <a:latin typeface="Times New Roman" pitchFamily="18" charset="0"/>
                <a:cs typeface="Times New Roman" pitchFamily="18" charset="0"/>
              </a:rPr>
              <a:t>Giai đoạn 1: </a:t>
            </a:r>
            <a:r>
              <a:rPr lang="en-US" altLang="en-US" sz="3200" b="1" dirty="0">
                <a:solidFill>
                  <a:schemeClr val="tx1">
                    <a:lumMod val="95000"/>
                    <a:lumOff val="5000"/>
                  </a:schemeClr>
                </a:solidFill>
                <a:latin typeface="Times New Roman" pitchFamily="18" charset="0"/>
                <a:cs typeface="Times New Roman" pitchFamily="18" charset="0"/>
              </a:rPr>
              <a:t>Từ thời cổ đại đến cuối thế kỷ thứ XVIII</a:t>
            </a:r>
          </a:p>
          <a:p>
            <a:endParaRPr lang="en-US" sz="3200" dirty="0"/>
          </a:p>
        </p:txBody>
      </p:sp>
    </p:spTree>
    <p:extLst>
      <p:ext uri="{BB962C8B-B14F-4D97-AF65-F5344CB8AC3E}">
        <p14:creationId xmlns:p14="http://schemas.microsoft.com/office/powerpoint/2010/main" val="9363443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52473336"/>
              </p:ext>
            </p:extLst>
          </p:nvPr>
        </p:nvGraphicFramePr>
        <p:xfrm>
          <a:off x="335361" y="332657"/>
          <a:ext cx="11484108" cy="6085689"/>
        </p:xfrm>
        <a:graphic>
          <a:graphicData uri="http://schemas.openxmlformats.org/drawingml/2006/table">
            <a:tbl>
              <a:tblPr firstRow="1" bandRow="1">
                <a:tableStyleId>{5C22544A-7EE6-4342-B048-85BDC9FD1C3A}</a:tableStyleId>
              </a:tblPr>
              <a:tblGrid>
                <a:gridCol w="3552395">
                  <a:extLst>
                    <a:ext uri="{9D8B030D-6E8A-4147-A177-3AD203B41FA5}">
                      <a16:colId xmlns="" xmlns:a16="http://schemas.microsoft.com/office/drawing/2014/main" val="3930089023"/>
                    </a:ext>
                  </a:extLst>
                </a:gridCol>
                <a:gridCol w="4103677">
                  <a:extLst>
                    <a:ext uri="{9D8B030D-6E8A-4147-A177-3AD203B41FA5}">
                      <a16:colId xmlns="" xmlns:a16="http://schemas.microsoft.com/office/drawing/2014/main" val="1149530893"/>
                    </a:ext>
                  </a:extLst>
                </a:gridCol>
                <a:gridCol w="3828036">
                  <a:extLst>
                    <a:ext uri="{9D8B030D-6E8A-4147-A177-3AD203B41FA5}">
                      <a16:colId xmlns="" xmlns:a16="http://schemas.microsoft.com/office/drawing/2014/main" val="536248472"/>
                    </a:ext>
                  </a:extLst>
                </a:gridCol>
              </a:tblGrid>
              <a:tr h="2028563">
                <a:tc>
                  <a:txBody>
                    <a:bodyPr/>
                    <a:lstStyle/>
                    <a:p>
                      <a:endParaRPr lang="en-US" dirty="0"/>
                    </a:p>
                  </a:txBody>
                  <a:tcPr marL="121920" marR="121920">
                    <a:solidFill>
                      <a:schemeClr val="tx2">
                        <a:lumMod val="20000"/>
                        <a:lumOff val="80000"/>
                      </a:schemeClr>
                    </a:solidFill>
                  </a:tcPr>
                </a:tc>
                <a:tc>
                  <a:txBody>
                    <a:bodyPr/>
                    <a:lstStyle/>
                    <a:p>
                      <a:pPr algn="ctr"/>
                      <a:r>
                        <a:rPr lang="en-US" sz="2400" dirty="0" smtClean="0">
                          <a:solidFill>
                            <a:srgbClr val="FF0000"/>
                          </a:solidFill>
                          <a:latin typeface="Times New Roman" panose="02020603050405020304" pitchFamily="18" charset="0"/>
                          <a:cs typeface="Times New Roman" panose="02020603050405020304" pitchFamily="18" charset="0"/>
                        </a:rPr>
                        <a:t>CHỦ</a:t>
                      </a:r>
                      <a:r>
                        <a:rPr lang="en-US" sz="2400" baseline="0" dirty="0" smtClean="0">
                          <a:solidFill>
                            <a:srgbClr val="FF0000"/>
                          </a:solidFill>
                          <a:latin typeface="Times New Roman" panose="02020603050405020304" pitchFamily="18" charset="0"/>
                          <a:cs typeface="Times New Roman" panose="02020603050405020304" pitchFamily="18" charset="0"/>
                        </a:rPr>
                        <a:t> NGHĨA TRỌNG THƯƠNG</a:t>
                      </a:r>
                    </a:p>
                    <a:p>
                      <a:pPr algn="ctr"/>
                      <a:r>
                        <a:rPr lang="en-US" sz="2400" baseline="0" dirty="0" smtClean="0"/>
                        <a:t> </a:t>
                      </a:r>
                      <a:r>
                        <a:rPr lang="en-US" sz="2400" b="1" baseline="0" dirty="0" smtClean="0">
                          <a:solidFill>
                            <a:schemeClr val="tx1"/>
                          </a:solidFill>
                        </a:rPr>
                        <a:t>( </a:t>
                      </a:r>
                      <a:r>
                        <a:rPr lang="en-US" sz="2400" b="1" baseline="0" dirty="0" err="1" smtClean="0">
                          <a:solidFill>
                            <a:schemeClr val="tx1"/>
                          </a:solidFill>
                        </a:rPr>
                        <a:t>nguồn</a:t>
                      </a:r>
                      <a:r>
                        <a:rPr lang="en-US" sz="2400" b="1" baseline="0" dirty="0" smtClean="0">
                          <a:solidFill>
                            <a:schemeClr val="tx1"/>
                          </a:solidFill>
                        </a:rPr>
                        <a:t> </a:t>
                      </a:r>
                      <a:r>
                        <a:rPr lang="en-US" sz="2400" b="1" baseline="0" dirty="0" err="1" smtClean="0">
                          <a:solidFill>
                            <a:schemeClr val="tx1"/>
                          </a:solidFill>
                        </a:rPr>
                        <a:t>gốc</a:t>
                      </a:r>
                      <a:r>
                        <a:rPr lang="en-US" sz="2400" b="1" baseline="0" dirty="0" smtClean="0">
                          <a:solidFill>
                            <a:schemeClr val="tx1"/>
                          </a:solidFill>
                        </a:rPr>
                        <a:t> </a:t>
                      </a:r>
                      <a:r>
                        <a:rPr lang="en-US" sz="2400" b="1" baseline="0" dirty="0" err="1" smtClean="0">
                          <a:solidFill>
                            <a:schemeClr val="tx1"/>
                          </a:solidFill>
                        </a:rPr>
                        <a:t>của</a:t>
                      </a:r>
                      <a:r>
                        <a:rPr lang="en-US" sz="2400" b="1" baseline="0" dirty="0" smtClean="0">
                          <a:solidFill>
                            <a:schemeClr val="tx1"/>
                          </a:solidFill>
                        </a:rPr>
                        <a:t> </a:t>
                      </a:r>
                      <a:r>
                        <a:rPr lang="en-US" sz="2400" b="1" baseline="0" dirty="0" err="1" smtClean="0">
                          <a:solidFill>
                            <a:schemeClr val="tx1"/>
                          </a:solidFill>
                        </a:rPr>
                        <a:t>sự</a:t>
                      </a:r>
                      <a:r>
                        <a:rPr lang="en-US" sz="2400" b="1" baseline="0" dirty="0" smtClean="0">
                          <a:solidFill>
                            <a:schemeClr val="tx1"/>
                          </a:solidFill>
                        </a:rPr>
                        <a:t> </a:t>
                      </a:r>
                      <a:r>
                        <a:rPr lang="en-US" sz="2400" b="1" baseline="0" dirty="0" err="1" smtClean="0">
                          <a:solidFill>
                            <a:schemeClr val="tx1"/>
                          </a:solidFill>
                        </a:rPr>
                        <a:t>giàu</a:t>
                      </a:r>
                      <a:r>
                        <a:rPr lang="en-US" sz="2400" b="1" baseline="0" dirty="0" smtClean="0">
                          <a:solidFill>
                            <a:schemeClr val="tx1"/>
                          </a:solidFill>
                        </a:rPr>
                        <a:t> </a:t>
                      </a:r>
                      <a:r>
                        <a:rPr lang="en-US" sz="2400" b="1" baseline="0" dirty="0" err="1" smtClean="0">
                          <a:solidFill>
                            <a:schemeClr val="tx1"/>
                          </a:solidFill>
                        </a:rPr>
                        <a:t>có</a:t>
                      </a:r>
                      <a:r>
                        <a:rPr lang="en-US" sz="2400" b="1" baseline="0" dirty="0" smtClean="0">
                          <a:solidFill>
                            <a:schemeClr val="tx1"/>
                          </a:solidFill>
                        </a:rPr>
                        <a:t> )</a:t>
                      </a:r>
                      <a:endParaRPr lang="en-US" sz="2400" b="1" dirty="0">
                        <a:solidFill>
                          <a:schemeClr val="tx1"/>
                        </a:solidFill>
                      </a:endParaRPr>
                    </a:p>
                  </a:txBody>
                  <a:tcPr marL="121920" marR="121920" anchor="ctr">
                    <a:solidFill>
                      <a:schemeClr val="tx2">
                        <a:lumMod val="20000"/>
                        <a:lumOff val="80000"/>
                      </a:schemeClr>
                    </a:solidFill>
                  </a:tcPr>
                </a:tc>
                <a:tc>
                  <a:txBody>
                    <a:bodyPr/>
                    <a:lstStyle/>
                    <a:p>
                      <a:pPr algn="ctr"/>
                      <a:r>
                        <a:rPr lang="en-US" sz="2400" dirty="0" smtClean="0">
                          <a:solidFill>
                            <a:srgbClr val="FF0000"/>
                          </a:solidFill>
                          <a:latin typeface="Times New Roman" panose="02020603050405020304" pitchFamily="18" charset="0"/>
                          <a:cs typeface="Times New Roman" panose="02020603050405020304" pitchFamily="18" charset="0"/>
                        </a:rPr>
                        <a:t>CHỦ</a:t>
                      </a:r>
                      <a:r>
                        <a:rPr lang="en-US" sz="2400" baseline="0" dirty="0" smtClean="0">
                          <a:solidFill>
                            <a:srgbClr val="FF0000"/>
                          </a:solidFill>
                          <a:latin typeface="Times New Roman" panose="02020603050405020304" pitchFamily="18" charset="0"/>
                          <a:cs typeface="Times New Roman" panose="02020603050405020304" pitchFamily="18" charset="0"/>
                        </a:rPr>
                        <a:t> NGHĨA TRỌNG NÔNG </a:t>
                      </a:r>
                    </a:p>
                    <a:p>
                      <a:pPr algn="ctr"/>
                      <a:r>
                        <a:rPr lang="en-US" sz="2400" baseline="0" dirty="0" smtClean="0">
                          <a:solidFill>
                            <a:schemeClr val="tx1"/>
                          </a:solidFill>
                          <a:latin typeface="Times New Roman" panose="02020603050405020304" pitchFamily="18" charset="0"/>
                          <a:cs typeface="Times New Roman" panose="02020603050405020304" pitchFamily="18" charset="0"/>
                        </a:rPr>
                        <a:t>(</a:t>
                      </a:r>
                      <a:r>
                        <a:rPr lang="en-US" sz="2400" baseline="0" dirty="0" err="1" smtClean="0">
                          <a:solidFill>
                            <a:schemeClr val="tx1"/>
                          </a:solidFill>
                          <a:latin typeface="Times New Roman" panose="02020603050405020304" pitchFamily="18" charset="0"/>
                          <a:cs typeface="Times New Roman" panose="02020603050405020304" pitchFamily="18" charset="0"/>
                        </a:rPr>
                        <a:t>cơ</a:t>
                      </a:r>
                      <a:r>
                        <a:rPr lang="en-US" sz="2400" baseline="0" dirty="0" smtClean="0">
                          <a:solidFill>
                            <a:schemeClr val="tx1"/>
                          </a:solidFill>
                          <a:latin typeface="Times New Roman" panose="02020603050405020304" pitchFamily="18" charset="0"/>
                          <a:cs typeface="Times New Roman" panose="02020603050405020304" pitchFamily="18" charset="0"/>
                        </a:rPr>
                        <a:t> </a:t>
                      </a:r>
                      <a:r>
                        <a:rPr lang="en-US" sz="2400" baseline="0" dirty="0" err="1" smtClean="0">
                          <a:solidFill>
                            <a:schemeClr val="tx1"/>
                          </a:solidFill>
                          <a:latin typeface="Times New Roman" panose="02020603050405020304" pitchFamily="18" charset="0"/>
                          <a:cs typeface="Times New Roman" panose="02020603050405020304" pitchFamily="18" charset="0"/>
                        </a:rPr>
                        <a:t>sở</a:t>
                      </a:r>
                      <a:r>
                        <a:rPr lang="en-US" sz="2400" baseline="0" dirty="0" smtClean="0">
                          <a:solidFill>
                            <a:schemeClr val="tx1"/>
                          </a:solidFill>
                          <a:latin typeface="Times New Roman" panose="02020603050405020304" pitchFamily="18" charset="0"/>
                          <a:cs typeface="Times New Roman" panose="02020603050405020304" pitchFamily="18" charset="0"/>
                        </a:rPr>
                        <a:t> </a:t>
                      </a:r>
                      <a:r>
                        <a:rPr lang="en-US" sz="2400" baseline="0" dirty="0" err="1" smtClean="0">
                          <a:solidFill>
                            <a:schemeClr val="tx1"/>
                          </a:solidFill>
                          <a:latin typeface="Times New Roman" panose="02020603050405020304" pitchFamily="18" charset="0"/>
                          <a:cs typeface="Times New Roman" panose="02020603050405020304" pitchFamily="18" charset="0"/>
                        </a:rPr>
                        <a:t>của</a:t>
                      </a:r>
                      <a:r>
                        <a:rPr lang="en-US" sz="2400" baseline="0" dirty="0" smtClean="0">
                          <a:solidFill>
                            <a:schemeClr val="tx1"/>
                          </a:solidFill>
                          <a:latin typeface="Times New Roman" panose="02020603050405020304" pitchFamily="18" charset="0"/>
                          <a:cs typeface="Times New Roman" panose="02020603050405020304" pitchFamily="18" charset="0"/>
                        </a:rPr>
                        <a:t> </a:t>
                      </a:r>
                      <a:r>
                        <a:rPr lang="en-US" sz="2400" baseline="0" dirty="0" err="1" smtClean="0">
                          <a:solidFill>
                            <a:schemeClr val="tx1"/>
                          </a:solidFill>
                          <a:latin typeface="Times New Roman" panose="02020603050405020304" pitchFamily="18" charset="0"/>
                          <a:cs typeface="Times New Roman" panose="02020603050405020304" pitchFamily="18" charset="0"/>
                        </a:rPr>
                        <a:t>sự</a:t>
                      </a:r>
                      <a:r>
                        <a:rPr lang="en-US" sz="2400" baseline="0" dirty="0" smtClean="0">
                          <a:solidFill>
                            <a:schemeClr val="tx1"/>
                          </a:solidFill>
                          <a:latin typeface="Times New Roman" panose="02020603050405020304" pitchFamily="18" charset="0"/>
                          <a:cs typeface="Times New Roman" panose="02020603050405020304" pitchFamily="18" charset="0"/>
                        </a:rPr>
                        <a:t> </a:t>
                      </a:r>
                      <a:r>
                        <a:rPr lang="en-US" sz="2400" baseline="0" dirty="0" err="1" smtClean="0">
                          <a:solidFill>
                            <a:schemeClr val="tx1"/>
                          </a:solidFill>
                          <a:latin typeface="Times New Roman" panose="02020603050405020304" pitchFamily="18" charset="0"/>
                          <a:cs typeface="Times New Roman" panose="02020603050405020304" pitchFamily="18" charset="0"/>
                        </a:rPr>
                        <a:t>phồn</a:t>
                      </a:r>
                      <a:r>
                        <a:rPr lang="en-US" sz="2400" baseline="0" dirty="0" smtClean="0">
                          <a:solidFill>
                            <a:schemeClr val="tx1"/>
                          </a:solidFill>
                          <a:latin typeface="Times New Roman" panose="02020603050405020304" pitchFamily="18" charset="0"/>
                          <a:cs typeface="Times New Roman" panose="02020603050405020304" pitchFamily="18" charset="0"/>
                        </a:rPr>
                        <a:t> </a:t>
                      </a:r>
                      <a:r>
                        <a:rPr lang="en-US" sz="2400" baseline="0" dirty="0" err="1" smtClean="0">
                          <a:solidFill>
                            <a:schemeClr val="tx1"/>
                          </a:solidFill>
                          <a:latin typeface="Times New Roman" panose="02020603050405020304" pitchFamily="18" charset="0"/>
                          <a:cs typeface="Times New Roman" panose="02020603050405020304" pitchFamily="18" charset="0"/>
                        </a:rPr>
                        <a:t>vinh</a:t>
                      </a:r>
                      <a:r>
                        <a:rPr lang="en-US" sz="2400" baseline="0" dirty="0" smtClean="0">
                          <a:solidFill>
                            <a:schemeClr val="tx1"/>
                          </a:solidFill>
                          <a:latin typeface="Times New Roman" panose="02020603050405020304" pitchFamily="18" charset="0"/>
                          <a:cs typeface="Times New Roman" panose="02020603050405020304" pitchFamily="18" charset="0"/>
                        </a:rPr>
                        <a:t>) </a:t>
                      </a:r>
                      <a:endParaRPr lang="en-US" sz="2400" dirty="0">
                        <a:solidFill>
                          <a:schemeClr val="tx1"/>
                        </a:solidFill>
                        <a:latin typeface="Times New Roman" panose="02020603050405020304" pitchFamily="18" charset="0"/>
                        <a:cs typeface="Times New Roman" panose="02020603050405020304" pitchFamily="18" charset="0"/>
                      </a:endParaRPr>
                    </a:p>
                  </a:txBody>
                  <a:tcPr marL="121920" marR="121920" anchor="ctr">
                    <a:solidFill>
                      <a:schemeClr val="tx2">
                        <a:lumMod val="20000"/>
                        <a:lumOff val="80000"/>
                      </a:schemeClr>
                    </a:solidFill>
                  </a:tcPr>
                </a:tc>
                <a:extLst>
                  <a:ext uri="{0D108BD9-81ED-4DB2-BD59-A6C34878D82A}">
                    <a16:rowId xmlns="" xmlns:a16="http://schemas.microsoft.com/office/drawing/2014/main" val="580108158"/>
                  </a:ext>
                </a:extLst>
              </a:tr>
              <a:tr h="2028563">
                <a:tc>
                  <a:txBody>
                    <a:bodyPr/>
                    <a:lstStyle/>
                    <a:p>
                      <a:pPr lvl="0" algn="ctr"/>
                      <a:r>
                        <a:rPr lang="en-US" sz="3200" dirty="0" smtClean="0">
                          <a:latin typeface="Times New Roman" panose="02020603050405020304" pitchFamily="18" charset="0"/>
                          <a:cs typeface="Times New Roman" panose="02020603050405020304" pitchFamily="18" charset="0"/>
                        </a:rPr>
                        <a:t>ĐẶC</a:t>
                      </a:r>
                      <a:r>
                        <a:rPr lang="en-US" sz="3200" baseline="0" dirty="0" smtClean="0">
                          <a:latin typeface="Times New Roman" panose="02020603050405020304" pitchFamily="18" charset="0"/>
                          <a:cs typeface="Times New Roman" panose="02020603050405020304" pitchFamily="18" charset="0"/>
                        </a:rPr>
                        <a:t> TRƯNG</a:t>
                      </a:r>
                      <a:endParaRPr lang="en-US" sz="3200" dirty="0">
                        <a:latin typeface="Times New Roman" panose="02020603050405020304" pitchFamily="18" charset="0"/>
                        <a:cs typeface="Times New Roman" panose="02020603050405020304" pitchFamily="18" charset="0"/>
                      </a:endParaRPr>
                    </a:p>
                  </a:txBody>
                  <a:tcPr marL="121920" marR="121920" anchor="ctr">
                    <a:solidFill>
                      <a:schemeClr val="tx2">
                        <a:lumMod val="20000"/>
                        <a:lumOff val="80000"/>
                      </a:schemeClr>
                    </a:solidFill>
                  </a:tcPr>
                </a:tc>
                <a:tc>
                  <a:txBody>
                    <a:bodyPr/>
                    <a:lstStyle/>
                    <a:p>
                      <a:pPr marL="0" indent="0" algn="just">
                        <a:buNone/>
                      </a:pPr>
                      <a:r>
                        <a:rPr lang="en-US" altLang="en-US" sz="2400" dirty="0" err="1" smtClean="0">
                          <a:solidFill>
                            <a:schemeClr val="tx1"/>
                          </a:solidFill>
                          <a:latin typeface="Times New Roman" pitchFamily="18" charset="0"/>
                          <a:cs typeface="Times New Roman" pitchFamily="18" charset="0"/>
                        </a:rPr>
                        <a:t>đánh</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giá</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cao</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vai</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trò</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của</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tiền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tệ</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coi</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tiền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tệ</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vàng</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bạc</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là</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tiêu</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chuẩn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cơ</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bản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của</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của</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cải</a:t>
                      </a:r>
                      <a:endParaRPr lang="en-US" altLang="en-US" sz="2400" dirty="0" smtClean="0">
                        <a:solidFill>
                          <a:schemeClr val="tx1"/>
                        </a:solidFill>
                        <a:latin typeface="Times New Roman" pitchFamily="18" charset="0"/>
                        <a:cs typeface="Times New Roman" pitchFamily="18" charset="0"/>
                      </a:endParaRPr>
                    </a:p>
                  </a:txBody>
                  <a:tcPr marL="121920" marR="121920">
                    <a:solidFill>
                      <a:schemeClr val="tx2">
                        <a:lumMod val="20000"/>
                        <a:lumOff val="80000"/>
                      </a:schemeClr>
                    </a:solidFill>
                  </a:tcPr>
                </a:tc>
                <a:tc>
                  <a:txBody>
                    <a:bodyPr/>
                    <a:lstStyle/>
                    <a:p>
                      <a:pPr algn="just"/>
                      <a:r>
                        <a:rPr lang="en-US" altLang="en-US" sz="2400" dirty="0" err="1" smtClean="0">
                          <a:solidFill>
                            <a:schemeClr val="tx1"/>
                          </a:solidFill>
                          <a:latin typeface="Times New Roman" pitchFamily="18" charset="0"/>
                          <a:cs typeface="Times New Roman" pitchFamily="18" charset="0"/>
                        </a:rPr>
                        <a:t>nhấn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mạnh</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vai</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trò</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của</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sản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xuất</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nông</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nghiệp</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coi</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trọng</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tư</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hữu</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tư</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nhân</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và</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tự</a:t>
                      </a:r>
                      <a:r>
                        <a:rPr lang="en-US" altLang="en-US" sz="2400" dirty="0" smtClean="0">
                          <a:solidFill>
                            <a:schemeClr val="tx1"/>
                          </a:solidFill>
                          <a:latin typeface="Times New Roman" pitchFamily="18" charset="0"/>
                          <a:cs typeface="Times New Roman" pitchFamily="18" charset="0"/>
                        </a:rPr>
                        <a:t> do </a:t>
                      </a:r>
                      <a:r>
                        <a:rPr lang="en-US" altLang="en-US" sz="2400" dirty="0" err="1" smtClean="0">
                          <a:solidFill>
                            <a:schemeClr val="tx1"/>
                          </a:solidFill>
                          <a:latin typeface="Times New Roman" pitchFamily="18" charset="0"/>
                          <a:cs typeface="Times New Roman" pitchFamily="18" charset="0"/>
                        </a:rPr>
                        <a:t>kinh</a:t>
                      </a:r>
                      <a:r>
                        <a:rPr lang="en-US" altLang="en-US" sz="2400" dirty="0" smtClean="0">
                          <a:solidFill>
                            <a:schemeClr val="tx1"/>
                          </a:solidFill>
                          <a:latin typeface="Times New Roman" pitchFamily="18" charset="0"/>
                          <a:cs typeface="Times New Roman" pitchFamily="18" charset="0"/>
                        </a:rPr>
                        <a:t> </a:t>
                      </a:r>
                      <a:r>
                        <a:rPr lang="en-US" altLang="en-US" sz="2400" dirty="0" err="1" smtClean="0">
                          <a:solidFill>
                            <a:schemeClr val="tx1"/>
                          </a:solidFill>
                          <a:latin typeface="Times New Roman" pitchFamily="18" charset="0"/>
                          <a:cs typeface="Times New Roman" pitchFamily="18" charset="0"/>
                        </a:rPr>
                        <a:t>tế</a:t>
                      </a:r>
                      <a:endParaRPr lang="en-US" sz="2400" dirty="0">
                        <a:solidFill>
                          <a:schemeClr val="tx1"/>
                        </a:solidFill>
                      </a:endParaRPr>
                    </a:p>
                  </a:txBody>
                  <a:tcPr marL="121920" marR="121920">
                    <a:solidFill>
                      <a:schemeClr val="tx2">
                        <a:lumMod val="20000"/>
                        <a:lumOff val="80000"/>
                      </a:schemeClr>
                    </a:solidFill>
                  </a:tcPr>
                </a:tc>
                <a:extLst>
                  <a:ext uri="{0D108BD9-81ED-4DB2-BD59-A6C34878D82A}">
                    <a16:rowId xmlns="" xmlns:a16="http://schemas.microsoft.com/office/drawing/2014/main" val="925277510"/>
                  </a:ext>
                </a:extLst>
              </a:tr>
              <a:tr h="2028563">
                <a:tc>
                  <a:txBody>
                    <a:bodyPr/>
                    <a:lstStyle/>
                    <a:p>
                      <a:pPr lvl="0" algn="ctr"/>
                      <a:r>
                        <a:rPr lang="en-US" sz="3200" dirty="0" smtClean="0">
                          <a:latin typeface="Times New Roman" panose="02020603050405020304" pitchFamily="18" charset="0"/>
                          <a:cs typeface="Times New Roman" panose="02020603050405020304" pitchFamily="18" charset="0"/>
                        </a:rPr>
                        <a:t>ĐẠI</a:t>
                      </a:r>
                      <a:r>
                        <a:rPr lang="en-US" sz="3200" baseline="0" dirty="0" smtClean="0">
                          <a:latin typeface="Times New Roman" panose="02020603050405020304" pitchFamily="18" charset="0"/>
                          <a:cs typeface="Times New Roman" panose="02020603050405020304" pitchFamily="18" charset="0"/>
                        </a:rPr>
                        <a:t> BIỂU </a:t>
                      </a:r>
                      <a:endParaRPr lang="en-US" sz="3200" dirty="0">
                        <a:latin typeface="Times New Roman" panose="02020603050405020304" pitchFamily="18" charset="0"/>
                        <a:cs typeface="Times New Roman" panose="02020603050405020304" pitchFamily="18" charset="0"/>
                      </a:endParaRPr>
                    </a:p>
                  </a:txBody>
                  <a:tcPr marL="121920" marR="121920" anchor="ctr">
                    <a:solidFill>
                      <a:schemeClr val="tx2">
                        <a:lumMod val="20000"/>
                        <a:lumOff val="80000"/>
                      </a:schemeClr>
                    </a:solidFill>
                  </a:tcPr>
                </a:tc>
                <a:tc>
                  <a:txBody>
                    <a:bodyPr/>
                    <a:lstStyle/>
                    <a:p>
                      <a:pPr marL="0" indent="0" algn="l">
                        <a:buNone/>
                      </a:pPr>
                      <a:r>
                        <a:rPr lang="en-US" altLang="en-US" sz="2400" dirty="0" err="1" smtClean="0">
                          <a:solidFill>
                            <a:srgbClr val="C00000"/>
                          </a:solidFill>
                          <a:latin typeface="Times New Roman" pitchFamily="18" charset="0"/>
                          <a:cs typeface="Times New Roman" pitchFamily="18" charset="0"/>
                        </a:rPr>
                        <a:t>Starfod</a:t>
                      </a:r>
                      <a:r>
                        <a:rPr lang="en-US" altLang="en-US" sz="2400" baseline="0" dirty="0" smtClean="0">
                          <a:latin typeface="Times New Roman" pitchFamily="18" charset="0"/>
                          <a:cs typeface="Times New Roman" pitchFamily="18" charset="0"/>
                        </a:rPr>
                        <a:t> </a:t>
                      </a:r>
                      <a:r>
                        <a:rPr lang="en-US" altLang="en-US" sz="2400" dirty="0" smtClean="0">
                          <a:latin typeface="Times New Roman" pitchFamily="18" charset="0"/>
                          <a:cs typeface="Times New Roman" pitchFamily="18" charset="0"/>
                        </a:rPr>
                        <a:t>(</a:t>
                      </a:r>
                      <a:r>
                        <a:rPr lang="en-US" altLang="en-US" sz="2400" dirty="0" err="1" smtClean="0">
                          <a:latin typeface="Times New Roman" pitchFamily="18" charset="0"/>
                          <a:cs typeface="Times New Roman" pitchFamily="18" charset="0"/>
                        </a:rPr>
                        <a:t>Anh</a:t>
                      </a:r>
                      <a:r>
                        <a:rPr lang="en-US" altLang="en-US" sz="2400" dirty="0" smtClean="0">
                          <a:latin typeface="Times New Roman" pitchFamily="18" charset="0"/>
                          <a:cs typeface="Times New Roman" pitchFamily="18" charset="0"/>
                        </a:rPr>
                        <a:t>), </a:t>
                      </a:r>
                      <a:r>
                        <a:rPr lang="en-US" altLang="en-US" sz="2400" dirty="0" err="1" smtClean="0">
                          <a:solidFill>
                            <a:srgbClr val="C00000"/>
                          </a:solidFill>
                          <a:latin typeface="Times New Roman" pitchFamily="18" charset="0"/>
                          <a:cs typeface="Times New Roman" pitchFamily="18" charset="0"/>
                        </a:rPr>
                        <a:t>Xcaphuri</a:t>
                      </a:r>
                      <a:r>
                        <a:rPr lang="en-US" altLang="en-US" sz="2400" dirty="0" smtClean="0">
                          <a:solidFill>
                            <a:srgbClr val="C00000"/>
                          </a:solidFill>
                          <a:latin typeface="Times New Roman" pitchFamily="18" charset="0"/>
                          <a:cs typeface="Times New Roman" pitchFamily="18" charset="0"/>
                        </a:rPr>
                        <a:t> </a:t>
                      </a:r>
                      <a:r>
                        <a:rPr lang="en-US" altLang="en-US" sz="2400" dirty="0" smtClean="0">
                          <a:latin typeface="Times New Roman" pitchFamily="18" charset="0"/>
                          <a:cs typeface="Times New Roman" pitchFamily="18" charset="0"/>
                        </a:rPr>
                        <a:t>(Italia), </a:t>
                      </a:r>
                      <a:r>
                        <a:rPr lang="en-US" altLang="en-US" sz="2400" dirty="0" smtClean="0">
                          <a:solidFill>
                            <a:srgbClr val="C00000"/>
                          </a:solidFill>
                          <a:latin typeface="Times New Roman" pitchFamily="18" charset="0"/>
                          <a:cs typeface="Times New Roman" pitchFamily="18" charset="0"/>
                        </a:rPr>
                        <a:t>Antoine</a:t>
                      </a:r>
                      <a:r>
                        <a:rPr lang="en-US" altLang="en-US" sz="2400" baseline="0" dirty="0" smtClean="0">
                          <a:solidFill>
                            <a:srgbClr val="C00000"/>
                          </a:solidFill>
                          <a:latin typeface="Times New Roman" pitchFamily="18" charset="0"/>
                          <a:cs typeface="Times New Roman" pitchFamily="18" charset="0"/>
                        </a:rPr>
                        <a:t> </a:t>
                      </a:r>
                      <a:r>
                        <a:rPr lang="en-US" altLang="en-US" sz="2400" dirty="0" err="1" smtClean="0">
                          <a:solidFill>
                            <a:srgbClr val="C00000"/>
                          </a:solidFill>
                          <a:latin typeface="Times New Roman" pitchFamily="18" charset="0"/>
                          <a:cs typeface="Times New Roman" pitchFamily="18" charset="0"/>
                        </a:rPr>
                        <a:t>Montchretien</a:t>
                      </a:r>
                      <a:r>
                        <a:rPr lang="en-US" altLang="en-US" sz="2400" dirty="0" smtClean="0">
                          <a:solidFill>
                            <a:srgbClr val="C00000"/>
                          </a:solidFill>
                          <a:latin typeface="Times New Roman" pitchFamily="18" charset="0"/>
                          <a:cs typeface="Times New Roman" pitchFamily="18" charset="0"/>
                        </a:rPr>
                        <a:t> </a:t>
                      </a:r>
                      <a:r>
                        <a:rPr lang="en-US" altLang="en-US" sz="2400" dirty="0" smtClean="0">
                          <a:latin typeface="Times New Roman" pitchFamily="18" charset="0"/>
                          <a:cs typeface="Times New Roman" pitchFamily="18" charset="0"/>
                        </a:rPr>
                        <a:t>(</a:t>
                      </a:r>
                      <a:r>
                        <a:rPr lang="en-US" altLang="en-US" sz="2400" dirty="0" err="1" smtClean="0">
                          <a:latin typeface="Times New Roman" pitchFamily="18" charset="0"/>
                          <a:cs typeface="Times New Roman" pitchFamily="18" charset="0"/>
                        </a:rPr>
                        <a:t>Pháp</a:t>
                      </a:r>
                      <a:r>
                        <a:rPr lang="en-US" altLang="en-US" sz="2400" dirty="0" smtClean="0">
                          <a:latin typeface="Times New Roman" pitchFamily="18" charset="0"/>
                          <a:cs typeface="Times New Roman" pitchFamily="18" charset="0"/>
                        </a:rPr>
                        <a:t>)...</a:t>
                      </a:r>
                      <a:endParaRPr lang="en-US" altLang="en-US" sz="2400" dirty="0">
                        <a:latin typeface="Times New Roman" pitchFamily="18" charset="0"/>
                        <a:cs typeface="Times New Roman" pitchFamily="18" charset="0"/>
                      </a:endParaRPr>
                    </a:p>
                  </a:txBody>
                  <a:tcPr marL="121920" marR="121920">
                    <a:solidFill>
                      <a:schemeClr val="tx2">
                        <a:lumMod val="20000"/>
                        <a:lumOff val="80000"/>
                      </a:schemeClr>
                    </a:solidFill>
                  </a:tcPr>
                </a:tc>
                <a:tc>
                  <a:txBody>
                    <a:bodyPr/>
                    <a:lstStyle/>
                    <a:p>
                      <a:pPr algn="l" eaLnBrk="1" hangingPunct="1">
                        <a:buFont typeface="Wingdings" pitchFamily="2" charset="2"/>
                        <a:buNone/>
                      </a:pPr>
                      <a:r>
                        <a:rPr lang="en-US" altLang="en-US" sz="2400" dirty="0" smtClean="0">
                          <a:solidFill>
                            <a:srgbClr val="C00000"/>
                          </a:solidFill>
                          <a:latin typeface="Times New Roman" pitchFamily="18" charset="0"/>
                          <a:cs typeface="Times New Roman" pitchFamily="18" charset="0"/>
                        </a:rPr>
                        <a:t>Francois </a:t>
                      </a:r>
                      <a:r>
                        <a:rPr lang="en-US" altLang="en-US" sz="2400" dirty="0" err="1" smtClean="0">
                          <a:solidFill>
                            <a:srgbClr val="C00000"/>
                          </a:solidFill>
                          <a:latin typeface="Times New Roman" pitchFamily="18" charset="0"/>
                          <a:cs typeface="Times New Roman" pitchFamily="18" charset="0"/>
                        </a:rPr>
                        <a:t>Queney</a:t>
                      </a:r>
                      <a:r>
                        <a:rPr lang="en-US" altLang="en-US" sz="2400" dirty="0" smtClean="0">
                          <a:solidFill>
                            <a:srgbClr val="C00000"/>
                          </a:solidFill>
                          <a:latin typeface="Times New Roman" pitchFamily="18" charset="0"/>
                          <a:cs typeface="Times New Roman" pitchFamily="18" charset="0"/>
                        </a:rPr>
                        <a:t>, Turgot, </a:t>
                      </a:r>
                      <a:r>
                        <a:rPr lang="en-US" altLang="en-US" sz="2400" dirty="0" err="1" smtClean="0">
                          <a:solidFill>
                            <a:srgbClr val="C00000"/>
                          </a:solidFill>
                          <a:latin typeface="Times New Roman" pitchFamily="18" charset="0"/>
                          <a:cs typeface="Times New Roman" pitchFamily="18" charset="0"/>
                        </a:rPr>
                        <a:t>Boisguillebert</a:t>
                      </a:r>
                      <a:endParaRPr lang="en-US" altLang="en-US" sz="2400" dirty="0" smtClean="0">
                        <a:solidFill>
                          <a:srgbClr val="C00000"/>
                        </a:solidFill>
                        <a:latin typeface="Times New Roman" pitchFamily="18" charset="0"/>
                        <a:cs typeface="Times New Roman" pitchFamily="18" charset="0"/>
                      </a:endParaRPr>
                    </a:p>
                  </a:txBody>
                  <a:tcPr marL="121920" marR="121920">
                    <a:solidFill>
                      <a:schemeClr val="tx2">
                        <a:lumMod val="20000"/>
                        <a:lumOff val="80000"/>
                      </a:schemeClr>
                    </a:solidFill>
                  </a:tcPr>
                </a:tc>
                <a:extLst>
                  <a:ext uri="{0D108BD9-81ED-4DB2-BD59-A6C34878D82A}">
                    <a16:rowId xmlns="" xmlns:a16="http://schemas.microsoft.com/office/drawing/2014/main" val="3123017826"/>
                  </a:ext>
                </a:extLst>
              </a:tr>
            </a:tbl>
          </a:graphicData>
        </a:graphic>
      </p:graphicFrame>
    </p:spTree>
    <p:extLst>
      <p:ext uri="{BB962C8B-B14F-4D97-AF65-F5344CB8AC3E}">
        <p14:creationId xmlns:p14="http://schemas.microsoft.com/office/powerpoint/2010/main" val="161691411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239349" y="2693773"/>
            <a:ext cx="11376002" cy="3311611"/>
          </a:xfrm>
          <a:prstGeom prst="rect">
            <a:avLst/>
          </a:prstGeom>
        </p:spPr>
        <p:txBody>
          <a:bodyPr vert="horz" lIns="91440" tIns="45720" rIns="91440" bIns="45720" rtlCol="0">
            <a:normAutofit fontScale="32500" lnSpcReduction="20000"/>
          </a:bodyPr>
          <a:lstStyle/>
          <a:p>
            <a:pPr marL="342900" lvl="0" indent="-342900" algn="just">
              <a:spcBef>
                <a:spcPct val="20000"/>
              </a:spcBef>
            </a:pPr>
            <a:endParaRPr lang="en-US" altLang="en-US" sz="6700" b="1" dirty="0" smtClean="0">
              <a:solidFill>
                <a:srgbClr val="00B0F0"/>
              </a:solidFill>
              <a:latin typeface="Times New Roman" pitchFamily="18" charset="0"/>
              <a:cs typeface="Times New Roman" pitchFamily="18" charset="0"/>
            </a:endParaRPr>
          </a:p>
          <a:p>
            <a:pPr marL="342900" lvl="0" indent="-342900" algn="just">
              <a:spcBef>
                <a:spcPct val="20000"/>
              </a:spcBef>
              <a:buFont typeface="Wingdings" pitchFamily="2" charset="2"/>
              <a:buChar char="Ø"/>
            </a:pPr>
            <a:r>
              <a:rPr lang="en-US" altLang="en-US" sz="6700" b="1" dirty="0" smtClean="0">
                <a:latin typeface="Times New Roman" pitchFamily="18" charset="0"/>
                <a:cs typeface="Times New Roman" pitchFamily="18" charset="0"/>
              </a:rPr>
              <a:t>Lý thuyết kinh tế chính trị </a:t>
            </a:r>
            <a:r>
              <a:rPr lang="en-US" altLang="en-US" sz="6700" b="1" dirty="0" err="1" smtClean="0">
                <a:latin typeface="Times New Roman" pitchFamily="18" charset="0"/>
                <a:cs typeface="Times New Roman" pitchFamily="18" charset="0"/>
              </a:rPr>
              <a:t>của</a:t>
            </a:r>
            <a:r>
              <a:rPr lang="en-US" altLang="en-US" sz="6700" b="1" dirty="0" smtClean="0">
                <a:latin typeface="Times New Roman" pitchFamily="18" charset="0"/>
                <a:cs typeface="Times New Roman" pitchFamily="18" charset="0"/>
              </a:rPr>
              <a:t> </a:t>
            </a:r>
            <a:r>
              <a:rPr lang="en-US" altLang="en-US" sz="6700" b="1" dirty="0" err="1" smtClean="0">
                <a:latin typeface="Times New Roman" pitchFamily="18" charset="0"/>
                <a:cs typeface="Times New Roman" pitchFamily="18" charset="0"/>
              </a:rPr>
              <a:t>Mác</a:t>
            </a:r>
            <a:r>
              <a:rPr lang="en-US" altLang="en-US" sz="6700" b="1" dirty="0" smtClean="0">
                <a:latin typeface="Times New Roman" pitchFamily="18" charset="0"/>
                <a:cs typeface="Times New Roman" pitchFamily="18" charset="0"/>
              </a:rPr>
              <a:t>: </a:t>
            </a:r>
            <a:r>
              <a:rPr lang="en-US" altLang="en-US" sz="6700" b="1" dirty="0" err="1" smtClean="0">
                <a:latin typeface="Times New Roman" pitchFamily="18" charset="0"/>
                <a:cs typeface="Times New Roman" pitchFamily="18" charset="0"/>
              </a:rPr>
              <a:t>Trên</a:t>
            </a:r>
            <a:r>
              <a:rPr lang="en-US" altLang="en-US" sz="6700" b="1" dirty="0" smtClean="0">
                <a:latin typeface="Times New Roman" pitchFamily="18" charset="0"/>
                <a:cs typeface="Times New Roman" pitchFamily="18" charset="0"/>
              </a:rPr>
              <a:t> cơ sở kế thừa các nhà kinh tế chính trị cổ điển Anh, ông đã phát triển những lý luận quan trọng về giá trị lao động và giá trị thặng </a:t>
            </a:r>
            <a:r>
              <a:rPr lang="en-US" altLang="en-US" sz="6700" b="1" dirty="0" err="1" smtClean="0">
                <a:latin typeface="Times New Roman" pitchFamily="18" charset="0"/>
                <a:cs typeface="Times New Roman" pitchFamily="18" charset="0"/>
              </a:rPr>
              <a:t>dư</a:t>
            </a:r>
            <a:r>
              <a:rPr lang="en-US" altLang="en-US" sz="6700" b="1" dirty="0" smtClean="0">
                <a:latin typeface="Times New Roman" pitchFamily="18" charset="0"/>
                <a:cs typeface="Times New Roman" pitchFamily="18" charset="0"/>
              </a:rPr>
              <a:t>.</a:t>
            </a:r>
          </a:p>
          <a:p>
            <a:pPr lvl="0" algn="just">
              <a:spcBef>
                <a:spcPct val="20000"/>
              </a:spcBef>
            </a:pPr>
            <a:endParaRPr lang="en-US" altLang="en-US" sz="6700" b="1" dirty="0" smtClean="0">
              <a:latin typeface="Times New Roman" pitchFamily="18" charset="0"/>
              <a:cs typeface="Times New Roman" pitchFamily="18" charset="0"/>
            </a:endParaRPr>
          </a:p>
          <a:p>
            <a:pPr marL="342900" lvl="0" indent="-342900" algn="just">
              <a:spcBef>
                <a:spcPct val="20000"/>
              </a:spcBef>
              <a:buFont typeface="Wingdings" pitchFamily="2" charset="2"/>
              <a:buChar char="Ø"/>
            </a:pPr>
            <a:r>
              <a:rPr lang="en-US" altLang="en-US" sz="6700" b="1" dirty="0" smtClean="0">
                <a:latin typeface="Times New Roman" pitchFamily="18" charset="0"/>
                <a:cs typeface="Times New Roman" pitchFamily="18" charset="0"/>
              </a:rPr>
              <a:t>Sau khi Mác qua đời, </a:t>
            </a:r>
            <a:r>
              <a:rPr lang="en-US" altLang="en-US" sz="6700" b="1" dirty="0" err="1" smtClean="0">
                <a:latin typeface="Times New Roman" pitchFamily="18" charset="0"/>
                <a:cs typeface="Times New Roman" pitchFamily="18" charset="0"/>
              </a:rPr>
              <a:t>Lênin</a:t>
            </a:r>
            <a:r>
              <a:rPr lang="en-US" altLang="en-US" sz="6700" b="1" dirty="0" smtClean="0">
                <a:latin typeface="Times New Roman" pitchFamily="18" charset="0"/>
                <a:cs typeface="Times New Roman" pitchFamily="18" charset="0"/>
              </a:rPr>
              <a:t> tiếp tục kế thừa bổ sung, phát triển kinh tế chính trị theo phương pháp luận của Mác và có nhiều đóng góp quan trọng, trong đó nổi bật là kết quả nghiên cứu, chỉ ra những đặc điểm kinh tế của CNTB giai đoạn </a:t>
            </a:r>
            <a:r>
              <a:rPr lang="en-US" altLang="en-US" sz="6700" b="1" dirty="0" err="1" smtClean="0">
                <a:latin typeface="Times New Roman" pitchFamily="18" charset="0"/>
                <a:cs typeface="Times New Roman" pitchFamily="18" charset="0"/>
              </a:rPr>
              <a:t>cuối</a:t>
            </a:r>
            <a:r>
              <a:rPr lang="en-US" altLang="en-US" sz="6700" b="1" dirty="0" smtClean="0">
                <a:latin typeface="Times New Roman" pitchFamily="18" charset="0"/>
                <a:cs typeface="Times New Roman" pitchFamily="18" charset="0"/>
              </a:rPr>
              <a:t> TK XIX </a:t>
            </a:r>
            <a:r>
              <a:rPr lang="en-US" altLang="en-US" sz="6700" b="1" dirty="0" err="1" smtClean="0">
                <a:latin typeface="Times New Roman" pitchFamily="18" charset="0"/>
                <a:cs typeface="Times New Roman" pitchFamily="18" charset="0"/>
              </a:rPr>
              <a:t>đầu</a:t>
            </a:r>
            <a:r>
              <a:rPr lang="en-US" altLang="en-US" sz="6700" b="1" dirty="0" smtClean="0">
                <a:latin typeface="Times New Roman" pitchFamily="18" charset="0"/>
                <a:cs typeface="Times New Roman" pitchFamily="18" charset="0"/>
              </a:rPr>
              <a:t> TK XX. Dòng lý thuyết kinh tế chính trị </a:t>
            </a:r>
            <a:r>
              <a:rPr lang="en-US" altLang="en-US" sz="6700" b="1" dirty="0" err="1" smtClean="0">
                <a:latin typeface="Times New Roman" pitchFamily="18" charset="0"/>
                <a:cs typeface="Times New Roman" pitchFamily="18" charset="0"/>
              </a:rPr>
              <a:t>này</a:t>
            </a:r>
            <a:r>
              <a:rPr lang="en-US" altLang="en-US" sz="6700" b="1" dirty="0" smtClean="0">
                <a:latin typeface="Times New Roman" pitchFamily="18" charset="0"/>
                <a:cs typeface="Times New Roman" pitchFamily="18" charset="0"/>
              </a:rPr>
              <a:t> </a:t>
            </a:r>
            <a:r>
              <a:rPr lang="en-US" altLang="en-US" sz="6700" b="1" dirty="0" err="1" smtClean="0">
                <a:latin typeface="Times New Roman" pitchFamily="18" charset="0"/>
                <a:cs typeface="Times New Roman" pitchFamily="18" charset="0"/>
              </a:rPr>
              <a:t>với</a:t>
            </a:r>
            <a:r>
              <a:rPr lang="en-US" altLang="en-US" sz="6700" b="1" dirty="0" smtClean="0">
                <a:latin typeface="Times New Roman" pitchFamily="18" charset="0"/>
                <a:cs typeface="Times New Roman" pitchFamily="18" charset="0"/>
              </a:rPr>
              <a:t> tên gọi là </a:t>
            </a:r>
            <a:r>
              <a:rPr lang="en-US" altLang="en-US" sz="6700" b="1" i="1" u="sng" dirty="0" smtClean="0">
                <a:solidFill>
                  <a:srgbClr val="FF0000"/>
                </a:solidFill>
                <a:latin typeface="Times New Roman" pitchFamily="18" charset="0"/>
                <a:cs typeface="Times New Roman" pitchFamily="18" charset="0"/>
              </a:rPr>
              <a:t>kinh tế chính trị Mác – </a:t>
            </a:r>
            <a:r>
              <a:rPr lang="en-US" altLang="en-US" sz="6700" b="1" i="1" u="sng" dirty="0" err="1" smtClean="0">
                <a:solidFill>
                  <a:srgbClr val="FF0000"/>
                </a:solidFill>
                <a:latin typeface="Times New Roman" pitchFamily="18" charset="0"/>
                <a:cs typeface="Times New Roman" pitchFamily="18" charset="0"/>
              </a:rPr>
              <a:t>Lênin</a:t>
            </a:r>
            <a:r>
              <a:rPr lang="en-US" altLang="en-US" sz="6700" b="1" i="1" u="sng" dirty="0" smtClean="0">
                <a:solidFill>
                  <a:srgbClr val="FF0000"/>
                </a:solidFill>
                <a:latin typeface="Times New Roman" pitchFamily="18" charset="0"/>
                <a:cs typeface="Times New Roman" pitchFamily="18" charset="0"/>
              </a:rPr>
              <a:t>.</a:t>
            </a:r>
          </a:p>
          <a:p>
            <a:pPr marL="342900" lvl="0" indent="-342900" algn="just">
              <a:spcBef>
                <a:spcPct val="20000"/>
              </a:spcBef>
            </a:pPr>
            <a:endParaRPr lang="en-US" altLang="en-US" sz="4000" b="1" dirty="0" smtClean="0">
              <a:solidFill>
                <a:srgbClr val="00B0F0"/>
              </a:solidFill>
              <a:latin typeface="Times New Roman" pitchFamily="18" charset="0"/>
              <a:cs typeface="Times New Roman" pitchFamily="18" charset="0"/>
            </a:endParaRPr>
          </a:p>
          <a:p>
            <a:pPr marL="342900" lvl="0" indent="-342900" algn="just">
              <a:spcBef>
                <a:spcPct val="20000"/>
              </a:spcBef>
            </a:pPr>
            <a:r>
              <a:rPr lang="en-US" altLang="en-US" sz="4000" b="1" dirty="0" smtClean="0">
                <a:solidFill>
                  <a:srgbClr val="00B0F0"/>
                </a:solidFill>
                <a:latin typeface="Times New Roman" pitchFamily="18" charset="0"/>
                <a:cs typeface="Times New Roman" pitchFamily="18" charset="0"/>
              </a:rPr>
              <a:t> </a:t>
            </a:r>
          </a:p>
          <a:p>
            <a:pPr marL="342900" lvl="0" indent="-342900" algn="just">
              <a:spcBef>
                <a:spcPct val="20000"/>
              </a:spcBef>
            </a:pPr>
            <a:r>
              <a:rPr lang="en-US" altLang="en-US" sz="4000" b="1" dirty="0" smtClean="0">
                <a:solidFill>
                  <a:srgbClr val="00B0F0"/>
                </a:solidFill>
                <a:latin typeface="Times New Roman" pitchFamily="18" charset="0"/>
                <a:cs typeface="Times New Roman" pitchFamily="18" charset="0"/>
              </a:rPr>
              <a:t> </a:t>
            </a:r>
          </a:p>
        </p:txBody>
      </p:sp>
      <p:sp>
        <p:nvSpPr>
          <p:cNvPr id="3" name="TextBox 2"/>
          <p:cNvSpPr txBox="1"/>
          <p:nvPr/>
        </p:nvSpPr>
        <p:spPr>
          <a:xfrm>
            <a:off x="2372497" y="691978"/>
            <a:ext cx="9069860" cy="1569660"/>
          </a:xfrm>
          <a:prstGeom prst="rect">
            <a:avLst/>
          </a:prstGeom>
          <a:noFill/>
        </p:spPr>
        <p:txBody>
          <a:bodyPr wrap="square" rtlCol="0">
            <a:spAutoFit/>
          </a:bodyPr>
          <a:lstStyle/>
          <a:p>
            <a:pPr lvl="0"/>
            <a:r>
              <a:rPr lang="en-US" altLang="en-US" sz="2400" b="1" dirty="0">
                <a:solidFill>
                  <a:srgbClr val="FF0000"/>
                </a:solidFill>
                <a:latin typeface="Times New Roman" pitchFamily="18" charset="0"/>
                <a:cs typeface="Times New Roman" pitchFamily="18" charset="0"/>
              </a:rPr>
              <a:t>Giai đoạn 2: </a:t>
            </a:r>
            <a:r>
              <a:rPr lang="en-US" altLang="en-US" sz="2400" b="1" dirty="0">
                <a:latin typeface="Times New Roman" pitchFamily="18" charset="0"/>
                <a:cs typeface="Times New Roman" pitchFamily="18" charset="0"/>
              </a:rPr>
              <a:t>Từ sau thế kỷ XVIII đến nay. Lịch sử tư tưởng kinh tế của nhân loại chứng kiến các con đường phát triển đa dạng với các dòng lý thuyết kinh tế khác nhau</a:t>
            </a:r>
            <a:endParaRPr lang="en-US" altLang="en-US" sz="2400" b="1" dirty="0">
              <a:solidFill>
                <a:srgbClr val="00B0F0"/>
              </a:solidFill>
              <a:latin typeface="Times New Roman" pitchFamily="18" charset="0"/>
              <a:cs typeface="Times New Roman" pitchFamily="18" charset="0"/>
            </a:endParaRPr>
          </a:p>
          <a:p>
            <a:endParaRPr lang="en-US" sz="2400" dirty="0"/>
          </a:p>
        </p:txBody>
      </p:sp>
    </p:spTree>
    <p:extLst>
      <p:ext uri="{BB962C8B-B14F-4D97-AF65-F5344CB8AC3E}">
        <p14:creationId xmlns:p14="http://schemas.microsoft.com/office/powerpoint/2010/main" val="34696466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barn(inVertical)">
                                      <p:cBhvr>
                                        <p:cTn id="14" dur="500"/>
                                        <p:tgtEl>
                                          <p:spTgt spid="2">
                                            <p:txEl>
                                              <p:pRg st="3" end="3"/>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animEffect transition="in" filter="barn(inVertical)">
                                      <p:cBhvr>
                                        <p:cTn id="1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06116" y="351397"/>
            <a:ext cx="8200348" cy="1200329"/>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itchFamily="18" charset="0"/>
              </a:rPr>
              <a:t>1.2 </a:t>
            </a:r>
            <a:r>
              <a:rPr lang="en-US" sz="2400" b="1" dirty="0" err="1">
                <a:solidFill>
                  <a:srgbClr val="FF0000"/>
                </a:solidFill>
                <a:latin typeface="Times New Roman" pitchFamily="18" charset="0"/>
                <a:cs typeface="Times New Roman" pitchFamily="18" charset="0"/>
              </a:rPr>
              <a:t>Đối</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tượng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và</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phương</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pháp</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nghiên</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cứu</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của</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kinh</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tế</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chính</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trị</a:t>
            </a:r>
            <a:r>
              <a:rPr lang="en-US" sz="2400" b="1" dirty="0">
                <a:solidFill>
                  <a:srgbClr val="FF0000"/>
                </a:solidFill>
                <a:latin typeface="Times New Roman" pitchFamily="18" charset="0"/>
                <a:cs typeface="Times New Roman" pitchFamily="18" charset="0"/>
              </a:rPr>
              <a:t> </a:t>
            </a:r>
            <a:r>
              <a:rPr lang="en-US" sz="2400" b="1" dirty="0" err="1">
                <a:solidFill>
                  <a:srgbClr val="FF0000"/>
                </a:solidFill>
                <a:latin typeface="Times New Roman" pitchFamily="18" charset="0"/>
                <a:cs typeface="Times New Roman" pitchFamily="18" charset="0"/>
              </a:rPr>
              <a:t>Mác</a:t>
            </a:r>
            <a:r>
              <a:rPr lang="en-US" sz="2400" b="1" dirty="0">
                <a:solidFill>
                  <a:srgbClr val="FF0000"/>
                </a:solidFill>
                <a:latin typeface="Times New Roman" pitchFamily="18" charset="0"/>
                <a:cs typeface="Times New Roman" pitchFamily="18" charset="0"/>
              </a:rPr>
              <a:t> - </a:t>
            </a:r>
            <a:r>
              <a:rPr lang="en-US" sz="2400" b="1" dirty="0" err="1">
                <a:solidFill>
                  <a:srgbClr val="FF0000"/>
                </a:solidFill>
                <a:latin typeface="Times New Roman" pitchFamily="18" charset="0"/>
                <a:cs typeface="Times New Roman" pitchFamily="18" charset="0"/>
              </a:rPr>
              <a:t>Lênin</a:t>
            </a:r>
            <a:r>
              <a:rPr lang="en-US" sz="2400" b="1" dirty="0">
                <a:solidFill>
                  <a:srgbClr val="FF0000"/>
                </a:solidFill>
                <a:latin typeface="Times New Roman" pitchFamily="18" charset="0"/>
                <a:cs typeface="Times New Roman" pitchFamily="18" charset="0"/>
              </a:rPr>
              <a:t> </a:t>
            </a:r>
            <a:r>
              <a:rPr lang="en-US" sz="4000" dirty="0">
                <a:solidFill>
                  <a:srgbClr val="FF0000"/>
                </a:solidFill>
                <a:latin typeface="Times New Roman" panose="02020603050405020304" pitchFamily="18" charset="0"/>
                <a:cs typeface="Times New Roman" panose="02020603050405020304" pitchFamily="18" charset="0"/>
              </a:rPr>
              <a:t/>
            </a:r>
            <a:br>
              <a:rPr lang="en-US" sz="4000" dirty="0">
                <a:solidFill>
                  <a:srgbClr val="FF0000"/>
                </a:solidFill>
                <a:latin typeface="Times New Roman" panose="02020603050405020304" pitchFamily="18" charset="0"/>
                <a:cs typeface="Times New Roman" panose="02020603050405020304" pitchFamily="18" charset="0"/>
              </a:rPr>
            </a:b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239349" y="1196753"/>
            <a:ext cx="11952651" cy="978729"/>
          </a:xfrm>
          <a:prstGeom prst="rect">
            <a:avLst/>
          </a:prstGeom>
        </p:spPr>
        <p:txBody>
          <a:bodyPr wrap="square">
            <a:spAutoFit/>
          </a:bodyPr>
          <a:lstStyle/>
          <a:p>
            <a:pPr>
              <a:lnSpc>
                <a:spcPct val="80000"/>
              </a:lnSpc>
              <a:defRPr/>
            </a:pPr>
            <a:r>
              <a:rPr lang="en-US" sz="2400" b="1" dirty="0">
                <a:solidFill>
                  <a:srgbClr val="0000FF"/>
                </a:solidFill>
                <a:latin typeface="Times New Roman" pitchFamily="18" charset="0"/>
                <a:cs typeface="Times New Roman" pitchFamily="18" charset="0"/>
              </a:rPr>
              <a:t>1.2.1 </a:t>
            </a:r>
            <a:r>
              <a:rPr lang="en-US" sz="2400" b="1" dirty="0" err="1">
                <a:solidFill>
                  <a:srgbClr val="0000FF"/>
                </a:solidFill>
                <a:latin typeface="Times New Roman" pitchFamily="18" charset="0"/>
                <a:cs typeface="Times New Roman" pitchFamily="18" charset="0"/>
              </a:rPr>
              <a:t>Đối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tượng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nghiên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cứu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chính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Mác</a:t>
            </a:r>
            <a:r>
              <a:rPr lang="en-US" sz="2400" b="1" dirty="0">
                <a:solidFill>
                  <a:srgbClr val="0000FF"/>
                </a:solidFill>
                <a:latin typeface="Times New Roman" pitchFamily="18" charset="0"/>
                <a:cs typeface="Times New Roman" pitchFamily="18" charset="0"/>
              </a:rPr>
              <a:t> – </a:t>
            </a:r>
            <a:r>
              <a:rPr lang="en-US" sz="2400" b="1" dirty="0" err="1">
                <a:solidFill>
                  <a:srgbClr val="0000FF"/>
                </a:solidFill>
                <a:latin typeface="Times New Roman" pitchFamily="18" charset="0"/>
                <a:cs typeface="Times New Roman" pitchFamily="18" charset="0"/>
              </a:rPr>
              <a:t>Lênin</a:t>
            </a:r>
            <a:endParaRPr lang="en-US" sz="2400" b="1" dirty="0">
              <a:solidFill>
                <a:srgbClr val="0000FF"/>
              </a:solidFill>
              <a:latin typeface="Times New Roman" pitchFamily="18" charset="0"/>
              <a:cs typeface="Times New Roman" pitchFamily="18" charset="0"/>
            </a:endParaRPr>
          </a:p>
          <a:p>
            <a:pPr>
              <a:lnSpc>
                <a:spcPct val="80000"/>
              </a:lnSpc>
              <a:defRPr/>
            </a:pPr>
            <a:endParaRPr lang="en-US" sz="2400" b="1" dirty="0" smtClean="0">
              <a:solidFill>
                <a:schemeClr val="accent2"/>
              </a:solidFill>
              <a:latin typeface="Times New Roman" pitchFamily="18" charset="0"/>
              <a:cs typeface="Times New Roman" pitchFamily="18" charset="0"/>
            </a:endParaRPr>
          </a:p>
          <a:p>
            <a:pPr>
              <a:lnSpc>
                <a:spcPct val="80000"/>
              </a:lnSpc>
              <a:defRPr/>
            </a:pPr>
            <a:r>
              <a:rPr lang="en-US" sz="2400" b="1" dirty="0" err="1" smtClean="0">
                <a:solidFill>
                  <a:schemeClr val="accent2"/>
                </a:solidFill>
                <a:latin typeface="Times New Roman" pitchFamily="18" charset="0"/>
                <a:cs typeface="Times New Roman" pitchFamily="18" charset="0"/>
              </a:rPr>
              <a:t>Các</a:t>
            </a:r>
            <a:r>
              <a:rPr lang="en-US" sz="2400" b="1" dirty="0" smtClean="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quan</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điểm</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kinh</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tế</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chính</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trị</a:t>
            </a:r>
            <a:r>
              <a:rPr lang="en-US" sz="2400" b="1" dirty="0">
                <a:solidFill>
                  <a:schemeClr val="accent2"/>
                </a:solidFill>
                <a:latin typeface="Times New Roman" pitchFamily="18" charset="0"/>
                <a:cs typeface="Times New Roman" pitchFamily="18" charset="0"/>
              </a:rPr>
              <a:t> </a:t>
            </a:r>
            <a:r>
              <a:rPr lang="en-US" sz="2400" b="1" dirty="0" err="1">
                <a:solidFill>
                  <a:schemeClr val="accent2"/>
                </a:solidFill>
                <a:latin typeface="Times New Roman" pitchFamily="18" charset="0"/>
                <a:cs typeface="Times New Roman" pitchFamily="18" charset="0"/>
              </a:rPr>
              <a:t>trước</a:t>
            </a:r>
            <a:r>
              <a:rPr lang="en-US" sz="2400" b="1" dirty="0">
                <a:solidFill>
                  <a:schemeClr val="accent2"/>
                </a:solidFill>
                <a:latin typeface="Times New Roman" pitchFamily="18" charset="0"/>
                <a:cs typeface="Times New Roman" pitchFamily="18" charset="0"/>
              </a:rPr>
              <a:t> </a:t>
            </a:r>
            <a:r>
              <a:rPr lang="en-US" sz="2400" b="1" dirty="0" err="1" smtClean="0">
                <a:solidFill>
                  <a:schemeClr val="accent2"/>
                </a:solidFill>
                <a:latin typeface="Times New Roman" pitchFamily="18" charset="0"/>
                <a:cs typeface="Times New Roman" pitchFamily="18" charset="0"/>
              </a:rPr>
              <a:t>Mác</a:t>
            </a:r>
            <a:r>
              <a:rPr lang="en-US" sz="2400" b="1" dirty="0" smtClean="0">
                <a:solidFill>
                  <a:schemeClr val="accent2"/>
                </a:solidFill>
                <a:latin typeface="Times New Roman" pitchFamily="18" charset="0"/>
                <a:cs typeface="Times New Roman" pitchFamily="18" charset="0"/>
              </a:rPr>
              <a:t>: </a:t>
            </a:r>
            <a:endParaRPr lang="en-US" sz="2400" b="1" dirty="0">
              <a:solidFill>
                <a:schemeClr val="accent2"/>
              </a:solidFill>
              <a:latin typeface="Times New Roman" pitchFamily="18" charset="0"/>
              <a:cs typeface="Times New Roman" pitchFamily="18" charset="0"/>
            </a:endParaRPr>
          </a:p>
        </p:txBody>
      </p:sp>
      <p:sp>
        <p:nvSpPr>
          <p:cNvPr id="4" name="Rectangle 3"/>
          <p:cNvSpPr/>
          <p:nvPr/>
        </p:nvSpPr>
        <p:spPr>
          <a:xfrm>
            <a:off x="1047367" y="2339764"/>
            <a:ext cx="3744416" cy="86409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latin typeface="Times New Roman" panose="02020603050405020304" pitchFamily="18" charset="0"/>
                <a:cs typeface="Times New Roman" panose="02020603050405020304" pitchFamily="18" charset="0"/>
              </a:rPr>
              <a:t>CHỦ NGHĨA TRỌNG THƯƠNG</a:t>
            </a:r>
            <a:endParaRPr lang="en-US"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930113" y="3761296"/>
            <a:ext cx="3765660" cy="1035857"/>
          </a:xfrm>
          <a:prstGeom prst="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accent6">
                    <a:lumMod val="50000"/>
                  </a:schemeClr>
                </a:solidFill>
                <a:latin typeface="Times New Roman" panose="02020603050405020304" pitchFamily="18" charset="0"/>
                <a:cs typeface="Times New Roman" panose="02020603050405020304" pitchFamily="18" charset="0"/>
              </a:rPr>
              <a:t>CHỦ NGHĨA TRỌNG NÔNG</a:t>
            </a:r>
            <a:endParaRPr lang="en-US"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1007435" y="5373216"/>
            <a:ext cx="3648405" cy="108012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B0F0"/>
                </a:solidFill>
                <a:latin typeface="Times New Roman" panose="02020603050405020304" pitchFamily="18" charset="0"/>
                <a:cs typeface="Times New Roman" panose="02020603050405020304" pitchFamily="18" charset="0"/>
              </a:rPr>
              <a:t>KINH TẾ CHÍNH TRỊ TƯ SẢN CỔ ĐIỂN ANH</a:t>
            </a:r>
            <a:endParaRPr lang="en-US" b="1" dirty="0">
              <a:solidFill>
                <a:srgbClr val="00B0F0"/>
              </a:solidFill>
              <a:latin typeface="Times New Roman" panose="02020603050405020304" pitchFamily="18" charset="0"/>
              <a:cs typeface="Times New Roman" panose="02020603050405020304" pitchFamily="18" charset="0"/>
            </a:endParaRPr>
          </a:p>
        </p:txBody>
      </p:sp>
      <p:sp>
        <p:nvSpPr>
          <p:cNvPr id="7" name="Oval 6"/>
          <p:cNvSpPr/>
          <p:nvPr/>
        </p:nvSpPr>
        <p:spPr>
          <a:xfrm>
            <a:off x="6864085" y="2267756"/>
            <a:ext cx="4416491" cy="93610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latin typeface="Times New Roman" panose="02020603050405020304" pitchFamily="18" charset="0"/>
                <a:cs typeface="Times New Roman" panose="02020603050405020304" pitchFamily="18" charset="0"/>
              </a:rPr>
              <a:t>LƯU THÔNG</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8" name="Oval 7"/>
          <p:cNvSpPr/>
          <p:nvPr/>
        </p:nvSpPr>
        <p:spPr>
          <a:xfrm>
            <a:off x="7047543" y="3745329"/>
            <a:ext cx="4224469" cy="1008112"/>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accent6">
                    <a:lumMod val="50000"/>
                  </a:schemeClr>
                </a:solidFill>
                <a:latin typeface="Times New Roman" panose="02020603050405020304" pitchFamily="18" charset="0"/>
                <a:cs typeface="Times New Roman" panose="02020603050405020304" pitchFamily="18" charset="0"/>
              </a:rPr>
              <a:t>SẢN XUẤT NÔNG NGHIỆP</a:t>
            </a:r>
            <a:endParaRPr lang="en-US" sz="20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9" name="Oval 8"/>
          <p:cNvSpPr/>
          <p:nvPr/>
        </p:nvSpPr>
        <p:spPr>
          <a:xfrm>
            <a:off x="7021663" y="5013176"/>
            <a:ext cx="4416491" cy="1440160"/>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rgbClr val="00B0F0"/>
                </a:solidFill>
                <a:latin typeface="Times New Roman" panose="02020603050405020304" pitchFamily="18" charset="0"/>
                <a:cs typeface="Times New Roman" panose="02020603050405020304" pitchFamily="18" charset="0"/>
              </a:rPr>
              <a:t>BẢN CHẤT VÀ NGUỒN GỐC CỦA </a:t>
            </a:r>
            <a:r>
              <a:rPr lang="en-US" b="1" dirty="0" err="1" smtClean="0">
                <a:solidFill>
                  <a:srgbClr val="00B0F0"/>
                </a:solidFill>
                <a:latin typeface="Times New Roman" panose="02020603050405020304" pitchFamily="18" charset="0"/>
                <a:cs typeface="Times New Roman" panose="02020603050405020304" pitchFamily="18" charset="0"/>
              </a:rPr>
              <a:t>CỦA</a:t>
            </a:r>
            <a:r>
              <a:rPr lang="en-US" b="1" dirty="0" smtClean="0">
                <a:solidFill>
                  <a:srgbClr val="00B0F0"/>
                </a:solidFill>
                <a:latin typeface="Times New Roman" panose="02020603050405020304" pitchFamily="18" charset="0"/>
                <a:cs typeface="Times New Roman" panose="02020603050405020304" pitchFamily="18" charset="0"/>
              </a:rPr>
              <a:t> CẢI VÀ SỰ GIÀU CÓ CỦA CÁC QUỐC GIA</a:t>
            </a:r>
            <a:endParaRPr lang="en-US" b="1" dirty="0">
              <a:solidFill>
                <a:srgbClr val="00B0F0"/>
              </a:solidFill>
              <a:latin typeface="Times New Roman" panose="02020603050405020304" pitchFamily="18" charset="0"/>
              <a:cs typeface="Times New Roman" panose="02020603050405020304" pitchFamily="18" charset="0"/>
            </a:endParaRPr>
          </a:p>
        </p:txBody>
      </p:sp>
      <p:cxnSp>
        <p:nvCxnSpPr>
          <p:cNvPr id="11" name="Straight Arrow Connector 10"/>
          <p:cNvCxnSpPr/>
          <p:nvPr/>
        </p:nvCxnSpPr>
        <p:spPr>
          <a:xfrm>
            <a:off x="5039883" y="2766605"/>
            <a:ext cx="1536171"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a:off x="5007775" y="4282341"/>
            <a:ext cx="172819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a:off x="5007775" y="5913276"/>
            <a:ext cx="1728192"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303590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ppt_x"/>
                                          </p:val>
                                        </p:tav>
                                        <p:tav tm="100000">
                                          <p:val>
                                            <p:strVal val="#ppt_x"/>
                                          </p:val>
                                        </p:tav>
                                      </p:tavLst>
                                    </p:anim>
                                    <p:anim calcmode="lin" valueType="num">
                                      <p:cBhvr additive="base">
                                        <p:cTn id="4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barn(inVertical)">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1000"/>
                                        <p:tgtEl>
                                          <p:spTgt spid="6"/>
                                        </p:tgtEl>
                                      </p:cBhvr>
                                    </p:animEffect>
                                    <p:anim calcmode="lin" valueType="num">
                                      <p:cBhvr>
                                        <p:cTn id="65" dur="1000" fill="hold"/>
                                        <p:tgtEl>
                                          <p:spTgt spid="6"/>
                                        </p:tgtEl>
                                        <p:attrNameLst>
                                          <p:attrName>ppt_x</p:attrName>
                                        </p:attrNameLst>
                                      </p:cBhvr>
                                      <p:tavLst>
                                        <p:tav tm="0">
                                          <p:val>
                                            <p:strVal val="#ppt_x"/>
                                          </p:val>
                                        </p:tav>
                                        <p:tav tm="100000">
                                          <p:val>
                                            <p:strVal val="#ppt_x"/>
                                          </p:val>
                                        </p:tav>
                                      </p:tavLst>
                                    </p:anim>
                                    <p:anim calcmode="lin" valueType="num">
                                      <p:cBhvr>
                                        <p:cTn id="6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6" presetClass="entr" presetSubtype="21"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barn(inVertical)">
                                      <p:cBhvr>
                                        <p:cTn id="71"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fade">
                                      <p:cBhvr>
                                        <p:cTn id="76" dur="1000"/>
                                        <p:tgtEl>
                                          <p:spTgt spid="9"/>
                                        </p:tgtEl>
                                      </p:cBhvr>
                                    </p:animEffect>
                                    <p:anim calcmode="lin" valueType="num">
                                      <p:cBhvr>
                                        <p:cTn id="77" dur="1000" fill="hold"/>
                                        <p:tgtEl>
                                          <p:spTgt spid="9"/>
                                        </p:tgtEl>
                                        <p:attrNameLst>
                                          <p:attrName>ppt_x</p:attrName>
                                        </p:attrNameLst>
                                      </p:cBhvr>
                                      <p:tavLst>
                                        <p:tav tm="0">
                                          <p:val>
                                            <p:strVal val="#ppt_x"/>
                                          </p:val>
                                        </p:tav>
                                        <p:tav tm="100000">
                                          <p:val>
                                            <p:strVal val="#ppt_x"/>
                                          </p:val>
                                        </p:tav>
                                      </p:tavLst>
                                    </p:anim>
                                    <p:anim calcmode="lin" valueType="num">
                                      <p:cBhvr>
                                        <p:cTn id="7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60" y="980728"/>
            <a:ext cx="5765608" cy="4320480"/>
          </a:xfrm>
          <a:prstGeom prst="rect">
            <a:avLst/>
          </a:prstGeom>
        </p:spPr>
      </p:pic>
      <p:sp>
        <p:nvSpPr>
          <p:cNvPr id="3" name="Rectangle 2"/>
          <p:cNvSpPr/>
          <p:nvPr/>
        </p:nvSpPr>
        <p:spPr>
          <a:xfrm rot="10800000" flipV="1">
            <a:off x="1775518" y="5365076"/>
            <a:ext cx="2784311" cy="461665"/>
          </a:xfrm>
          <a:prstGeom prst="rect">
            <a:avLst/>
          </a:prstGeom>
        </p:spPr>
        <p:txBody>
          <a:bodyPr wrap="square">
            <a:spAutoFit/>
          </a:bodyPr>
          <a:lstStyle/>
          <a:p>
            <a:r>
              <a:rPr lang="en-US" sz="2400" b="1" dirty="0" err="1"/>
              <a:t>Mác</a:t>
            </a:r>
            <a:r>
              <a:rPr lang="en-US" sz="2400" b="1" dirty="0"/>
              <a:t> - </a:t>
            </a:r>
            <a:r>
              <a:rPr lang="en-US" sz="2400" b="1" dirty="0" err="1"/>
              <a:t>Ăngghen</a:t>
            </a:r>
            <a:endParaRPr lang="en-US" sz="2400" b="1" dirty="0"/>
          </a:p>
        </p:txBody>
      </p:sp>
      <p:sp>
        <p:nvSpPr>
          <p:cNvPr id="5" name="Can 4"/>
          <p:cNvSpPr/>
          <p:nvPr/>
        </p:nvSpPr>
        <p:spPr>
          <a:xfrm>
            <a:off x="6192011" y="3717032"/>
            <a:ext cx="5760640" cy="2664296"/>
          </a:xfrm>
          <a:prstGeom prst="can">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accent3"/>
                </a:solidFill>
                <a:latin typeface="Times New Roman" panose="02020603050405020304" pitchFamily="18" charset="0"/>
                <a:cs typeface="Times New Roman" panose="02020603050405020304" pitchFamily="18" charset="0"/>
              </a:rPr>
              <a:t>Nghĩa</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rộng</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nghiên</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cứu</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những</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quy</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luật</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đặc</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thù</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của</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từng</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giai</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đoạn</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phát</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triển</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của</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sản</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xuất</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và</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trao</a:t>
            </a:r>
            <a:r>
              <a:rPr lang="en-US" sz="2400" dirty="0" smtClean="0">
                <a:solidFill>
                  <a:schemeClr val="accent3"/>
                </a:solidFill>
                <a:latin typeface="Times New Roman" panose="02020603050405020304" pitchFamily="18" charset="0"/>
                <a:cs typeface="Times New Roman" panose="02020603050405020304" pitchFamily="18" charset="0"/>
              </a:rPr>
              <a:t> </a:t>
            </a:r>
            <a:r>
              <a:rPr lang="en-US" sz="2400" dirty="0" err="1" smtClean="0">
                <a:solidFill>
                  <a:schemeClr val="accent3"/>
                </a:solidFill>
                <a:latin typeface="Times New Roman" panose="02020603050405020304" pitchFamily="18" charset="0"/>
                <a:cs typeface="Times New Roman" panose="02020603050405020304" pitchFamily="18" charset="0"/>
              </a:rPr>
              <a:t>đổi</a:t>
            </a:r>
            <a:r>
              <a:rPr lang="en-US" sz="2400" dirty="0" smtClean="0">
                <a:solidFill>
                  <a:schemeClr val="accent3"/>
                </a:solidFill>
                <a:latin typeface="Times New Roman" panose="02020603050405020304" pitchFamily="18" charset="0"/>
                <a:cs typeface="Times New Roman" panose="02020603050405020304" pitchFamily="18" charset="0"/>
              </a:rPr>
              <a:t>.</a:t>
            </a:r>
            <a:endParaRPr lang="en-US" sz="2400" dirty="0">
              <a:solidFill>
                <a:schemeClr val="accent3"/>
              </a:solidFill>
              <a:latin typeface="Times New Roman" panose="02020603050405020304" pitchFamily="18" charset="0"/>
              <a:cs typeface="Times New Roman" panose="02020603050405020304" pitchFamily="18" charset="0"/>
            </a:endParaRPr>
          </a:p>
        </p:txBody>
      </p:sp>
      <p:sp>
        <p:nvSpPr>
          <p:cNvPr id="6" name="Plaque 5"/>
          <p:cNvSpPr/>
          <p:nvPr/>
        </p:nvSpPr>
        <p:spPr>
          <a:xfrm>
            <a:off x="6288021" y="925689"/>
            <a:ext cx="5280587" cy="2520280"/>
          </a:xfrm>
          <a:prstGeom prst="plaqu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Nghĩa</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hẹp</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Ngiên</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cứu</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về</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một</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phương</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thức</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sản</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xuất</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cụ</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thể</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và</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kết</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quả</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-&gt;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khám</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phá</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ra</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các</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quy</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luật</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kinh</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tế</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của</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 PTSX </a:t>
            </a:r>
            <a:r>
              <a:rPr lang="en-US" sz="2400" dirty="0" err="1" smtClean="0">
                <a:solidFill>
                  <a:schemeClr val="accent2">
                    <a:lumMod val="75000"/>
                  </a:schemeClr>
                </a:solidFill>
                <a:latin typeface="Times New Roman" panose="02020603050405020304" pitchFamily="18" charset="0"/>
                <a:cs typeface="Times New Roman" panose="02020603050405020304" pitchFamily="18" charset="0"/>
              </a:rPr>
              <a:t>đó</a:t>
            </a:r>
            <a:r>
              <a:rPr lang="en-US" sz="2400" dirty="0" smtClean="0">
                <a:solidFill>
                  <a:schemeClr val="accent2">
                    <a:lumMod val="75000"/>
                  </a:schemeClr>
                </a:solidFill>
                <a:latin typeface="Times New Roman" panose="02020603050405020304" pitchFamily="18" charset="0"/>
                <a:cs typeface="Times New Roman" panose="02020603050405020304" pitchFamily="18" charset="0"/>
              </a:rPr>
              <a:t>.</a:t>
            </a:r>
            <a:endParaRPr lang="en-US" sz="24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67673" y="380054"/>
            <a:ext cx="7392821" cy="523220"/>
          </a:xfrm>
          <a:prstGeom prst="rect">
            <a:avLst/>
          </a:prstGeom>
        </p:spPr>
        <p:txBody>
          <a:bodyPr wrap="square">
            <a:spAutoFit/>
          </a:bodyPr>
          <a:lstStyle/>
          <a:p>
            <a:r>
              <a:rPr lang="en-US" sz="2800" b="1" u="sng" dirty="0" err="1">
                <a:solidFill>
                  <a:srgbClr val="FF0000"/>
                </a:solidFill>
                <a:latin typeface="Times New Roman" panose="02020603050405020304" pitchFamily="18" charset="0"/>
                <a:cs typeface="Times New Roman" panose="02020603050405020304" pitchFamily="18" charset="0"/>
              </a:rPr>
              <a:t>Đối</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tượng</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nghiên</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cứu</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của</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Mác</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và</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Ăngghen</a:t>
            </a:r>
            <a:endParaRPr lang="en-US" sz="28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2173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4085" y="1196752"/>
            <a:ext cx="4878764" cy="4032448"/>
          </a:xfrm>
          <a:prstGeom prst="rect">
            <a:avLst/>
          </a:prstGeom>
        </p:spPr>
      </p:pic>
      <p:sp>
        <p:nvSpPr>
          <p:cNvPr id="3" name="Rectangle 2"/>
          <p:cNvSpPr/>
          <p:nvPr/>
        </p:nvSpPr>
        <p:spPr>
          <a:xfrm>
            <a:off x="3951356" y="493294"/>
            <a:ext cx="7791493" cy="707886"/>
          </a:xfrm>
          <a:prstGeom prst="rect">
            <a:avLst/>
          </a:prstGeom>
        </p:spPr>
        <p:txBody>
          <a:bodyPr wrap="square">
            <a:spAutoFit/>
          </a:bodyPr>
          <a:lstStyle/>
          <a:p>
            <a:r>
              <a:rPr lang="en-US" sz="4000" u="sng" dirty="0" err="1">
                <a:solidFill>
                  <a:srgbClr val="FF0000"/>
                </a:solidFill>
                <a:latin typeface="Times New Roman" panose="02020603050405020304" pitchFamily="18" charset="0"/>
                <a:cs typeface="Times New Roman" panose="02020603050405020304" pitchFamily="18" charset="0"/>
              </a:rPr>
              <a:t>Đối</a:t>
            </a:r>
            <a:r>
              <a:rPr lang="en-US" sz="4000" u="sng" dirty="0">
                <a:solidFill>
                  <a:srgbClr val="FF0000"/>
                </a:solidFill>
                <a:latin typeface="Times New Roman" panose="02020603050405020304" pitchFamily="18" charset="0"/>
                <a:cs typeface="Times New Roman" panose="02020603050405020304" pitchFamily="18" charset="0"/>
              </a:rPr>
              <a:t> </a:t>
            </a:r>
            <a:r>
              <a:rPr lang="en-US" sz="4000" u="sng" dirty="0" err="1">
                <a:solidFill>
                  <a:srgbClr val="FF0000"/>
                </a:solidFill>
                <a:latin typeface="Times New Roman" panose="02020603050405020304" pitchFamily="18" charset="0"/>
                <a:cs typeface="Times New Roman" panose="02020603050405020304" pitchFamily="18" charset="0"/>
              </a:rPr>
              <a:t>tượng</a:t>
            </a:r>
            <a:r>
              <a:rPr lang="en-US" sz="4000" u="sng" dirty="0">
                <a:solidFill>
                  <a:srgbClr val="FF0000"/>
                </a:solidFill>
                <a:latin typeface="Times New Roman" panose="02020603050405020304" pitchFamily="18" charset="0"/>
                <a:cs typeface="Times New Roman" panose="02020603050405020304" pitchFamily="18" charset="0"/>
              </a:rPr>
              <a:t> </a:t>
            </a:r>
            <a:r>
              <a:rPr lang="en-US" sz="4000" u="sng" dirty="0" err="1">
                <a:solidFill>
                  <a:srgbClr val="FF0000"/>
                </a:solidFill>
                <a:latin typeface="Times New Roman" panose="02020603050405020304" pitchFamily="18" charset="0"/>
                <a:cs typeface="Times New Roman" panose="02020603050405020304" pitchFamily="18" charset="0"/>
              </a:rPr>
              <a:t>nghiên</a:t>
            </a:r>
            <a:r>
              <a:rPr lang="en-US" sz="4000" u="sng" dirty="0">
                <a:solidFill>
                  <a:srgbClr val="FF0000"/>
                </a:solidFill>
                <a:latin typeface="Times New Roman" panose="02020603050405020304" pitchFamily="18" charset="0"/>
                <a:cs typeface="Times New Roman" panose="02020603050405020304" pitchFamily="18" charset="0"/>
              </a:rPr>
              <a:t> </a:t>
            </a:r>
            <a:r>
              <a:rPr lang="en-US" sz="4000" u="sng" dirty="0" err="1">
                <a:solidFill>
                  <a:srgbClr val="FF0000"/>
                </a:solidFill>
                <a:latin typeface="Times New Roman" panose="02020603050405020304" pitchFamily="18" charset="0"/>
                <a:cs typeface="Times New Roman" panose="02020603050405020304" pitchFamily="18" charset="0"/>
              </a:rPr>
              <a:t>cứu</a:t>
            </a:r>
            <a:r>
              <a:rPr lang="en-US" sz="4000" u="sng" dirty="0">
                <a:solidFill>
                  <a:srgbClr val="FF0000"/>
                </a:solidFill>
                <a:latin typeface="Times New Roman" panose="02020603050405020304" pitchFamily="18" charset="0"/>
                <a:cs typeface="Times New Roman" panose="02020603050405020304" pitchFamily="18" charset="0"/>
              </a:rPr>
              <a:t> </a:t>
            </a:r>
            <a:r>
              <a:rPr lang="en-US" sz="4000" u="sng" dirty="0" err="1">
                <a:solidFill>
                  <a:srgbClr val="FF0000"/>
                </a:solidFill>
                <a:latin typeface="Times New Roman" panose="02020603050405020304" pitchFamily="18" charset="0"/>
                <a:cs typeface="Times New Roman" panose="02020603050405020304" pitchFamily="18" charset="0"/>
              </a:rPr>
              <a:t>của</a:t>
            </a:r>
            <a:r>
              <a:rPr lang="en-US" sz="4000" u="sng" dirty="0">
                <a:solidFill>
                  <a:srgbClr val="FF0000"/>
                </a:solidFill>
                <a:latin typeface="Times New Roman" panose="02020603050405020304" pitchFamily="18" charset="0"/>
                <a:cs typeface="Times New Roman" panose="02020603050405020304" pitchFamily="18" charset="0"/>
              </a:rPr>
              <a:t> </a:t>
            </a:r>
            <a:r>
              <a:rPr lang="en-US" sz="4000" u="sng" dirty="0" err="1">
                <a:solidFill>
                  <a:srgbClr val="FF0000"/>
                </a:solidFill>
                <a:latin typeface="Times New Roman" panose="02020603050405020304" pitchFamily="18" charset="0"/>
                <a:cs typeface="Times New Roman" panose="02020603050405020304" pitchFamily="18" charset="0"/>
              </a:rPr>
              <a:t>Lênin</a:t>
            </a:r>
            <a:endParaRPr lang="en-US" sz="4000" u="sng" dirty="0">
              <a:solidFill>
                <a:srgbClr val="FF0000"/>
              </a:solidFill>
              <a:latin typeface="Times New Roman" panose="02020603050405020304" pitchFamily="18" charset="0"/>
              <a:cs typeface="Times New Roman" panose="02020603050405020304" pitchFamily="18" charset="0"/>
            </a:endParaRPr>
          </a:p>
        </p:txBody>
      </p:sp>
      <p:sp>
        <p:nvSpPr>
          <p:cNvPr id="4" name="Rectangle 3"/>
          <p:cNvSpPr/>
          <p:nvPr/>
        </p:nvSpPr>
        <p:spPr>
          <a:xfrm flipH="1">
            <a:off x="8688288" y="5373216"/>
            <a:ext cx="1920213" cy="707886"/>
          </a:xfrm>
          <a:prstGeom prst="rect">
            <a:avLst/>
          </a:prstGeom>
        </p:spPr>
        <p:txBody>
          <a:bodyPr wrap="square">
            <a:spAutoFit/>
          </a:bodyPr>
          <a:lstStyle/>
          <a:p>
            <a:r>
              <a:rPr lang="en-US" sz="4000" b="1" dirty="0" err="1">
                <a:latin typeface="Times New Roman" panose="02020603050405020304" pitchFamily="18" charset="0"/>
                <a:cs typeface="Times New Roman" panose="02020603050405020304" pitchFamily="18" charset="0"/>
              </a:rPr>
              <a:t>Lênin</a:t>
            </a:r>
            <a:endParaRPr lang="en-US" sz="2800" b="1" dirty="0">
              <a:latin typeface="Times New Roman" panose="02020603050405020304" pitchFamily="18" charset="0"/>
              <a:cs typeface="Times New Roman" panose="02020603050405020304" pitchFamily="18" charset="0"/>
            </a:endParaRPr>
          </a:p>
        </p:txBody>
      </p:sp>
      <p:sp>
        <p:nvSpPr>
          <p:cNvPr id="7" name="Cloud 6"/>
          <p:cNvSpPr/>
          <p:nvPr/>
        </p:nvSpPr>
        <p:spPr>
          <a:xfrm>
            <a:off x="431373" y="1484784"/>
            <a:ext cx="6144681" cy="4257764"/>
          </a:xfrm>
          <a:prstGeom prst="cloud">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Những</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quan</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hệ</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xã</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hội</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giữa</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người</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với</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người</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trong</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sản</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r>
              <a:rPr lang="en-US" sz="4400" dirty="0" err="1" smtClean="0">
                <a:solidFill>
                  <a:schemeClr val="accent3">
                    <a:lumMod val="20000"/>
                    <a:lumOff val="80000"/>
                  </a:schemeClr>
                </a:solidFill>
                <a:latin typeface="Times New Roman" panose="02020603050405020304" pitchFamily="18" charset="0"/>
                <a:cs typeface="Times New Roman" panose="02020603050405020304" pitchFamily="18" charset="0"/>
              </a:rPr>
              <a:t>xuất</a:t>
            </a:r>
            <a:r>
              <a:rPr lang="en-US" sz="4400" dirty="0" smtClean="0">
                <a:solidFill>
                  <a:schemeClr val="accent3">
                    <a:lumMod val="20000"/>
                    <a:lumOff val="80000"/>
                  </a:schemeClr>
                </a:solidFill>
                <a:latin typeface="Times New Roman" panose="02020603050405020304" pitchFamily="18" charset="0"/>
                <a:cs typeface="Times New Roman" panose="02020603050405020304" pitchFamily="18" charset="0"/>
              </a:rPr>
              <a:t> </a:t>
            </a:r>
            <a:endParaRPr lang="en-US" sz="4400" dirty="0">
              <a:solidFill>
                <a:schemeClr val="accent3">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7725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Effect transition="in" filter="barn(inVertical)">
                                      <p:cBhvr>
                                        <p:cTn id="20" dur="500"/>
                                        <p:tgtEl>
                                          <p:spTgt spid="4">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Callout 2"/>
          <p:cNvSpPr/>
          <p:nvPr/>
        </p:nvSpPr>
        <p:spPr>
          <a:xfrm>
            <a:off x="623392" y="620688"/>
            <a:ext cx="11233248" cy="5040560"/>
          </a:xfrm>
          <a:prstGeom prst="wedgeEllipseCallou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chemeClr val="accent2">
                    <a:lumMod val="50000"/>
                  </a:schemeClr>
                </a:solidFill>
                <a:latin typeface="Times New Roman" panose="02020603050405020304" pitchFamily="18" charset="0"/>
                <a:cs typeface="Times New Roman" pitchFamily="18" charset="0"/>
              </a:rPr>
              <a:t>Đối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tượng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nghiên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cứu</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của</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kinh</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tế</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chính</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trị</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Mác</a:t>
            </a:r>
            <a:r>
              <a:rPr lang="en-US" sz="2800" b="1" dirty="0">
                <a:solidFill>
                  <a:schemeClr val="accent2">
                    <a:lumMod val="50000"/>
                  </a:schemeClr>
                </a:solidFill>
                <a:latin typeface="Times New Roman" pitchFamily="18" charset="0"/>
                <a:cs typeface="Times New Roman" pitchFamily="18" charset="0"/>
              </a:rPr>
              <a:t> – </a:t>
            </a:r>
            <a:r>
              <a:rPr lang="en-US" sz="2800" b="1" dirty="0" err="1">
                <a:solidFill>
                  <a:schemeClr val="accent2">
                    <a:lumMod val="50000"/>
                  </a:schemeClr>
                </a:solidFill>
                <a:latin typeface="Times New Roman" pitchFamily="18" charset="0"/>
                <a:cs typeface="Times New Roman" pitchFamily="18" charset="0"/>
              </a:rPr>
              <a:t>Lênin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là</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các</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quan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hệ</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xã</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hội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giữa</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người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với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người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trong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sản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xuất</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và</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trao</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đổi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mà</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các</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quan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hệ</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này</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được</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đặt</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trong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sự</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liên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hệ</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chặt</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chẽ</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với</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sự</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phát</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triển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của</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lực</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lượng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sản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xuất</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và</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kiến</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trúc</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thượng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tầng</a:t>
            </a:r>
            <a:r>
              <a:rPr lang="en-US" sz="2800" b="1" dirty="0">
                <a:solidFill>
                  <a:schemeClr val="accent2">
                    <a:lumMod val="50000"/>
                  </a:schemeClr>
                </a:solidFill>
                <a:latin typeface="Times New Roman" pitchFamily="18" charset="0"/>
                <a:cs typeface="Times New Roman" pitchFamily="18" charset="0"/>
              </a:rPr>
              <a:t> </a:t>
            </a:r>
            <a:r>
              <a:rPr lang="en-US" sz="2800" b="1" dirty="0" err="1">
                <a:solidFill>
                  <a:schemeClr val="accent2">
                    <a:lumMod val="50000"/>
                  </a:schemeClr>
                </a:solidFill>
                <a:latin typeface="Times New Roman" pitchFamily="18" charset="0"/>
                <a:cs typeface="Times New Roman" pitchFamily="18" charset="0"/>
              </a:rPr>
              <a:t>tương</a:t>
            </a:r>
            <a:r>
              <a:rPr lang="en-US" sz="2800" b="1" dirty="0">
                <a:solidFill>
                  <a:schemeClr val="accent2">
                    <a:lumMod val="50000"/>
                  </a:schemeClr>
                </a:solidFill>
                <a:latin typeface="Times New Roman" pitchFamily="18" charset="0"/>
                <a:cs typeface="Times New Roman" pitchFamily="18" charset="0"/>
              </a:rPr>
              <a:t> </a:t>
            </a:r>
            <a:r>
              <a:rPr lang="en-US" sz="2800" b="1" dirty="0" err="1" smtClean="0">
                <a:solidFill>
                  <a:schemeClr val="accent2">
                    <a:lumMod val="50000"/>
                  </a:schemeClr>
                </a:solidFill>
                <a:latin typeface="Times New Roman" pitchFamily="18" charset="0"/>
                <a:cs typeface="Times New Roman" pitchFamily="18" charset="0"/>
              </a:rPr>
              <a:t>ứng</a:t>
            </a:r>
            <a:r>
              <a:rPr lang="en-US" sz="2800" b="1" dirty="0" smtClean="0">
                <a:solidFill>
                  <a:schemeClr val="accent2">
                    <a:lumMod val="50000"/>
                  </a:schemeClr>
                </a:solidFill>
                <a:latin typeface="Times New Roman" pitchFamily="18" charset="0"/>
                <a:cs typeface="Times New Roman" pitchFamily="18" charset="0"/>
              </a:rPr>
              <a:t>.</a:t>
            </a:r>
            <a:endParaRPr lang="en-US" sz="28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 name="Notched Right Arrow 3"/>
          <p:cNvSpPr/>
          <p:nvPr/>
        </p:nvSpPr>
        <p:spPr>
          <a:xfrm>
            <a:off x="625301" y="692696"/>
            <a:ext cx="1440160" cy="432048"/>
          </a:xfrm>
          <a:prstGeom prst="notch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6039732"/>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4854" y="617837"/>
            <a:ext cx="9082216" cy="1569660"/>
          </a:xfrm>
          <a:prstGeom prst="rect">
            <a:avLst/>
          </a:prstGeom>
          <a:noFill/>
        </p:spPr>
        <p:txBody>
          <a:bodyPr wrap="square" rtlCol="0">
            <a:spAutoFit/>
          </a:bodyPr>
          <a:lstStyle/>
          <a:p>
            <a:pPr lvl="0"/>
            <a:r>
              <a:rPr lang="en-US" sz="3200" b="1" dirty="0" smtClean="0">
                <a:latin typeface="Times New Roman" panose="02020603050405020304" pitchFamily="18" charset="0"/>
                <a:cs typeface="Times New Roman" panose="02020603050405020304" pitchFamily="18" charset="0"/>
              </a:rPr>
              <a:t>1.2.2. </a:t>
            </a:r>
            <a:r>
              <a:rPr lang="vi-VN" sz="3200" b="1" dirty="0" smtClean="0">
                <a:latin typeface="Times New Roman" panose="02020603050405020304" pitchFamily="18" charset="0"/>
                <a:cs typeface="Times New Roman" panose="02020603050405020304" pitchFamily="18" charset="0"/>
              </a:rPr>
              <a:t>Mục </a:t>
            </a:r>
            <a:r>
              <a:rPr lang="vi-VN" sz="3200" b="1" dirty="0">
                <a:latin typeface="Times New Roman" panose="02020603050405020304" pitchFamily="18" charset="0"/>
                <a:cs typeface="Times New Roman" panose="02020603050405020304" pitchFamily="18" charset="0"/>
              </a:rPr>
              <a:t>đích </a:t>
            </a:r>
            <a:r>
              <a:rPr lang="vi-VN" sz="3200" b="1" dirty="0" smtClean="0">
                <a:latin typeface="Times New Roman" panose="02020603050405020304" pitchFamily="18" charset="0"/>
                <a:cs typeface="Times New Roman" panose="02020603050405020304" pitchFamily="18" charset="0"/>
              </a:rPr>
              <a:t>nghi</a:t>
            </a:r>
            <a:r>
              <a:rPr lang="en-US" sz="3200" b="1" dirty="0">
                <a:latin typeface="Times New Roman" panose="02020603050405020304" pitchFamily="18" charset="0"/>
                <a:cs typeface="Times New Roman" panose="02020603050405020304" pitchFamily="18" charset="0"/>
              </a:rPr>
              <a:t>ê</a:t>
            </a:r>
            <a:r>
              <a:rPr lang="vi-VN" sz="3200" b="1" dirty="0" smtClean="0">
                <a:latin typeface="Times New Roman" panose="02020603050405020304" pitchFamily="18" charset="0"/>
                <a:cs typeface="Times New Roman" panose="02020603050405020304" pitchFamily="18" charset="0"/>
              </a:rPr>
              <a:t>n </a:t>
            </a:r>
            <a:r>
              <a:rPr lang="vi-VN" sz="3200" b="1" dirty="0">
                <a:latin typeface="Times New Roman" panose="02020603050405020304" pitchFamily="18" charset="0"/>
                <a:cs typeface="Times New Roman" panose="02020603050405020304" pitchFamily="18" charset="0"/>
              </a:rPr>
              <a:t>cứu của Kinh tế chính trị Mác - </a:t>
            </a:r>
            <a:r>
              <a:rPr lang="en-US" sz="3200" b="1" dirty="0" smtClean="0">
                <a:latin typeface="Times New Roman" panose="02020603050405020304" pitchFamily="18" charset="0"/>
                <a:cs typeface="Times New Roman" panose="02020603050405020304" pitchFamily="18" charset="0"/>
              </a:rPr>
              <a:t>Lênin</a:t>
            </a:r>
            <a:endParaRPr lang="en-US" sz="3200" b="1"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124465" y="2360141"/>
            <a:ext cx="9835978" cy="3539430"/>
          </a:xfrm>
          <a:prstGeom prst="rect">
            <a:avLst/>
          </a:prstGeom>
          <a:noFill/>
        </p:spPr>
        <p:txBody>
          <a:bodyPr wrap="square" rtlCol="0">
            <a:spAutoFit/>
          </a:bodyPr>
          <a:lstStyle/>
          <a:p>
            <a:r>
              <a:rPr lang="vi-VN" sz="2800" dirty="0">
                <a:latin typeface="Times New Roman (Headings)"/>
              </a:rPr>
              <a:t>Mục đích nghiên cứu ở cấp độ cao nhất của kinh tế chính trị Mác - </a:t>
            </a:r>
            <a:r>
              <a:rPr lang="en-US" sz="2800" dirty="0">
                <a:latin typeface="Times New Roman (Headings)"/>
              </a:rPr>
              <a:t>Lenin </a:t>
            </a:r>
            <a:r>
              <a:rPr lang="vi-VN" sz="2800" dirty="0">
                <a:latin typeface="Times New Roman (Headings)"/>
              </a:rPr>
              <a:t>là nhằm phát hiện ra các quy luật chi phối các quan hệ giữa người với người trong sản xuất và trao đổi. Từ đó, giúp cho các chủ thể trong xã hội vận dụng các quy luật ấy, tạo động lực đề không ngừng sáng tạo, góp phần thúc đẩy văn minh và sự phát triển toàn diện của xã hội thông qua việc giải quyết các quan hệ lợi ích.</a:t>
            </a:r>
            <a:endParaRPr lang="en-US" sz="2800" dirty="0">
              <a:latin typeface="Times New Roman (Headings)"/>
            </a:endParaRPr>
          </a:p>
          <a:p>
            <a:endParaRPr lang="en-US" sz="2800" dirty="0">
              <a:latin typeface="Times New Roman (Headings)"/>
            </a:endParaRPr>
          </a:p>
        </p:txBody>
      </p:sp>
    </p:spTree>
    <p:extLst>
      <p:ext uri="{BB962C8B-B14F-4D97-AF65-F5344CB8AC3E}">
        <p14:creationId xmlns:p14="http://schemas.microsoft.com/office/powerpoint/2010/main" val="2082171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1" name="Rectangle 7"/>
          <p:cNvSpPr>
            <a:spLocks noGrp="1" noChangeArrowheads="1"/>
          </p:cNvSpPr>
          <p:nvPr>
            <p:ph type="body" idx="4294967295"/>
          </p:nvPr>
        </p:nvSpPr>
        <p:spPr>
          <a:xfrm>
            <a:off x="351367" y="1742303"/>
            <a:ext cx="11440584" cy="4494986"/>
          </a:xfrm>
        </p:spPr>
        <p:txBody>
          <a:bodyPr>
            <a:normAutofit/>
          </a:bodyPr>
          <a:lstStyle/>
          <a:p>
            <a:pPr algn="ctr" eaLnBrk="1" hangingPunct="1">
              <a:lnSpc>
                <a:spcPct val="80000"/>
              </a:lnSpc>
              <a:buFont typeface="Wingdings" pitchFamily="2" charset="2"/>
              <a:buNone/>
              <a:defRPr/>
            </a:pPr>
            <a:endParaRPr lang="en-US" sz="2400" dirty="0" smtClean="0">
              <a:cs typeface="Times New Roman" pitchFamily="18" charset="0"/>
            </a:endParaRPr>
          </a:p>
          <a:p>
            <a:pPr eaLnBrk="1" hangingPunct="1">
              <a:lnSpc>
                <a:spcPct val="80000"/>
              </a:lnSpc>
              <a:buFont typeface="Wingdings" pitchFamily="2" charset="2"/>
              <a:buNone/>
              <a:defRPr/>
            </a:pPr>
            <a:endParaRPr lang="en-US" sz="3800" b="1" dirty="0" smtClean="0">
              <a:solidFill>
                <a:srgbClr val="0000FF"/>
              </a:solidFill>
              <a:latin typeface="Times New Roman" pitchFamily="18" charset="0"/>
              <a:cs typeface="Times New Roman" pitchFamily="18" charset="0"/>
            </a:endParaRPr>
          </a:p>
          <a:p>
            <a:pPr eaLnBrk="1" hangingPunct="1">
              <a:lnSpc>
                <a:spcPct val="80000"/>
              </a:lnSpc>
              <a:buFont typeface="Wingdings" pitchFamily="2" charset="2"/>
              <a:buChar char="Ø"/>
              <a:defRPr/>
            </a:pPr>
            <a:r>
              <a:rPr lang="en-US" sz="3800" b="1" dirty="0" err="1" smtClean="0">
                <a:solidFill>
                  <a:schemeClr val="accent2"/>
                </a:solidFill>
                <a:latin typeface="Times New Roman" pitchFamily="18" charset="0"/>
                <a:cs typeface="Times New Roman" pitchFamily="18" charset="0"/>
              </a:rPr>
              <a:t>Phương</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pháp</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luận</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duy</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vật</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biện</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chứng</a:t>
            </a:r>
            <a:endParaRPr lang="en-US" sz="3800" b="1" dirty="0" smtClean="0">
              <a:solidFill>
                <a:schemeClr val="accent2"/>
              </a:solidFill>
              <a:latin typeface="Times New Roman" pitchFamily="18" charset="0"/>
              <a:cs typeface="Times New Roman" pitchFamily="18" charset="0"/>
            </a:endParaRPr>
          </a:p>
          <a:p>
            <a:pPr eaLnBrk="1" hangingPunct="1">
              <a:lnSpc>
                <a:spcPct val="80000"/>
              </a:lnSpc>
              <a:buFont typeface="Wingdings" pitchFamily="2" charset="2"/>
              <a:buChar char="Ø"/>
              <a:defRPr/>
            </a:pPr>
            <a:endParaRPr lang="en-US" sz="3800" b="1" dirty="0">
              <a:solidFill>
                <a:schemeClr val="accent2"/>
              </a:solidFill>
              <a:latin typeface="Times New Roman" pitchFamily="18" charset="0"/>
              <a:cs typeface="Times New Roman" pitchFamily="18" charset="0"/>
            </a:endParaRPr>
          </a:p>
          <a:p>
            <a:pPr eaLnBrk="1" hangingPunct="1">
              <a:lnSpc>
                <a:spcPct val="80000"/>
              </a:lnSpc>
              <a:buFont typeface="Wingdings" pitchFamily="2" charset="2"/>
              <a:buChar char="Ø"/>
              <a:defRPr/>
            </a:pPr>
            <a:r>
              <a:rPr lang="en-US" sz="3800" b="1" dirty="0" err="1" smtClean="0">
                <a:solidFill>
                  <a:schemeClr val="accent2"/>
                </a:solidFill>
                <a:latin typeface="Times New Roman" pitchFamily="18" charset="0"/>
                <a:cs typeface="Times New Roman" pitchFamily="18" charset="0"/>
              </a:rPr>
              <a:t>Phương</a:t>
            </a:r>
            <a:r>
              <a:rPr lang="en-US" sz="3800" b="1" dirty="0" smtClean="0">
                <a:solidFill>
                  <a:schemeClr val="accent2"/>
                </a:solidFill>
                <a:latin typeface="Times New Roman" pitchFamily="18" charset="0"/>
                <a:cs typeface="Times New Roman" pitchFamily="18" charset="0"/>
              </a:rPr>
              <a:t> pháp logic kết hợp với </a:t>
            </a:r>
            <a:r>
              <a:rPr lang="en-US" sz="3800" b="1" dirty="0" err="1" smtClean="0">
                <a:solidFill>
                  <a:schemeClr val="accent2"/>
                </a:solidFill>
                <a:latin typeface="Times New Roman" pitchFamily="18" charset="0"/>
                <a:cs typeface="Times New Roman" pitchFamily="18" charset="0"/>
              </a:rPr>
              <a:t>lịch</a:t>
            </a:r>
            <a:r>
              <a:rPr lang="en-US" sz="3800" b="1" dirty="0" smtClean="0">
                <a:solidFill>
                  <a:schemeClr val="accent2"/>
                </a:solidFill>
                <a:latin typeface="Times New Roman" pitchFamily="18" charset="0"/>
                <a:cs typeface="Times New Roman" pitchFamily="18" charset="0"/>
              </a:rPr>
              <a:t> </a:t>
            </a:r>
            <a:r>
              <a:rPr lang="en-US" sz="3800" b="1" dirty="0" err="1" smtClean="0">
                <a:solidFill>
                  <a:schemeClr val="accent2"/>
                </a:solidFill>
                <a:latin typeface="Times New Roman" pitchFamily="18" charset="0"/>
                <a:cs typeface="Times New Roman" pitchFamily="18" charset="0"/>
              </a:rPr>
              <a:t>sử</a:t>
            </a:r>
            <a:endParaRPr lang="en-US" sz="3800" b="1" dirty="0" smtClean="0">
              <a:solidFill>
                <a:schemeClr val="accent2"/>
              </a:solidFill>
              <a:latin typeface="Times New Roman" pitchFamily="18" charset="0"/>
              <a:cs typeface="Times New Roman" pitchFamily="18" charset="0"/>
            </a:endParaRPr>
          </a:p>
          <a:p>
            <a:pPr marL="0" indent="0" eaLnBrk="1" hangingPunct="1">
              <a:lnSpc>
                <a:spcPct val="80000"/>
              </a:lnSpc>
              <a:buNone/>
              <a:defRPr/>
            </a:pPr>
            <a:endParaRPr lang="en-US" sz="3800" b="1" dirty="0" smtClean="0">
              <a:solidFill>
                <a:schemeClr val="accent2"/>
              </a:solidFill>
              <a:latin typeface="Times New Roman" pitchFamily="18" charset="0"/>
              <a:cs typeface="Times New Roman" pitchFamily="18" charset="0"/>
            </a:endParaRPr>
          </a:p>
          <a:p>
            <a:pPr eaLnBrk="1" hangingPunct="1">
              <a:lnSpc>
                <a:spcPct val="80000"/>
              </a:lnSpc>
              <a:buFont typeface="Wingdings" pitchFamily="2" charset="2"/>
              <a:buChar char="Ø"/>
              <a:defRPr/>
            </a:pPr>
            <a:r>
              <a:rPr lang="en-US" sz="3800" b="1" dirty="0" smtClean="0">
                <a:solidFill>
                  <a:schemeClr val="accent2"/>
                </a:solidFill>
                <a:latin typeface="Times New Roman" pitchFamily="18" charset="0"/>
                <a:cs typeface="Times New Roman" pitchFamily="18" charset="0"/>
              </a:rPr>
              <a:t>Phương pháp trừu tượng hóa khoa học</a:t>
            </a:r>
          </a:p>
          <a:p>
            <a:pPr algn="ctr"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p:txBody>
      </p:sp>
      <p:sp>
        <p:nvSpPr>
          <p:cNvPr id="2" name="TextBox 1"/>
          <p:cNvSpPr txBox="1"/>
          <p:nvPr/>
        </p:nvSpPr>
        <p:spPr>
          <a:xfrm>
            <a:off x="2224216" y="444843"/>
            <a:ext cx="9625914" cy="1754326"/>
          </a:xfrm>
          <a:prstGeom prst="rect">
            <a:avLst/>
          </a:prstGeom>
          <a:noFill/>
        </p:spPr>
        <p:txBody>
          <a:bodyPr wrap="square" rtlCol="0">
            <a:spAutoFit/>
          </a:bodyPr>
          <a:lstStyle/>
          <a:p>
            <a:r>
              <a:rPr lang="en-US" sz="3600" b="1" dirty="0" smtClean="0">
                <a:solidFill>
                  <a:srgbClr val="0000FF"/>
                </a:solidFill>
                <a:latin typeface="Times New Roman" pitchFamily="18" charset="0"/>
                <a:cs typeface="Times New Roman" pitchFamily="18" charset="0"/>
              </a:rPr>
              <a:t>1.2.3 Phương pháp nghiên </a:t>
            </a:r>
            <a:r>
              <a:rPr lang="en-US" sz="3600" b="1" dirty="0">
                <a:solidFill>
                  <a:srgbClr val="0000FF"/>
                </a:solidFill>
                <a:latin typeface="Times New Roman" pitchFamily="18" charset="0"/>
                <a:cs typeface="Times New Roman" pitchFamily="18" charset="0"/>
              </a:rPr>
              <a:t>cứu của kinh tế chính trị Mác – Lênin </a:t>
            </a:r>
          </a:p>
          <a:p>
            <a:endParaRPr lang="en-US" sz="3600" dirty="0"/>
          </a:p>
        </p:txBody>
      </p:sp>
    </p:spTree>
    <p:extLst>
      <p:ext uri="{BB962C8B-B14F-4D97-AF65-F5344CB8AC3E}">
        <p14:creationId xmlns:p14="http://schemas.microsoft.com/office/powerpoint/2010/main" val="14535453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151">
                                            <p:txEl>
                                              <p:pRg st="2" end="2"/>
                                            </p:txEl>
                                          </p:spTgt>
                                        </p:tgtEl>
                                        <p:attrNameLst>
                                          <p:attrName>style.visibility</p:attrName>
                                        </p:attrNameLst>
                                      </p:cBhvr>
                                      <p:to>
                                        <p:strVal val="visible"/>
                                      </p:to>
                                    </p:set>
                                    <p:animEffect transition="in" filter="barn(inVertical)">
                                      <p:cBhvr>
                                        <p:cTn id="7" dur="500"/>
                                        <p:tgtEl>
                                          <p:spTgt spid="61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151">
                                            <p:txEl>
                                              <p:pRg st="4" end="4"/>
                                            </p:txEl>
                                          </p:spTgt>
                                        </p:tgtEl>
                                        <p:attrNameLst>
                                          <p:attrName>style.visibility</p:attrName>
                                        </p:attrNameLst>
                                      </p:cBhvr>
                                      <p:to>
                                        <p:strVal val="visible"/>
                                      </p:to>
                                    </p:set>
                                    <p:animEffect transition="in" filter="barn(inVertical)">
                                      <p:cBhvr>
                                        <p:cTn id="12" dur="500"/>
                                        <p:tgtEl>
                                          <p:spTgt spid="615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151">
                                            <p:txEl>
                                              <p:pRg st="6" end="6"/>
                                            </p:txEl>
                                          </p:spTgt>
                                        </p:tgtEl>
                                        <p:attrNameLst>
                                          <p:attrName>style.visibility</p:attrName>
                                        </p:attrNameLst>
                                      </p:cBhvr>
                                      <p:to>
                                        <p:strVal val="visible"/>
                                      </p:to>
                                    </p:set>
                                    <p:anim calcmode="lin" valueType="num">
                                      <p:cBhvr additive="base">
                                        <p:cTn id="17" dur="500" fill="hold"/>
                                        <p:tgtEl>
                                          <p:spTgt spid="6151">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1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84854" y="404665"/>
            <a:ext cx="9378778" cy="584775"/>
          </a:xfrm>
          <a:prstGeom prst="rect">
            <a:avLst/>
          </a:prstGeom>
        </p:spPr>
        <p:txBody>
          <a:bodyPr wrap="square">
            <a:spAutoFit/>
          </a:bodyPr>
          <a:lstStyle/>
          <a:p>
            <a:r>
              <a:rPr lang="en-US" sz="3200" b="1" dirty="0">
                <a:solidFill>
                  <a:srgbClr val="FF0000"/>
                </a:solidFill>
                <a:latin typeface="Times New Roman" pitchFamily="18" charset="0"/>
                <a:cs typeface="Times New Roman" pitchFamily="18" charset="0"/>
              </a:rPr>
              <a:t>1.3 </a:t>
            </a:r>
            <a:r>
              <a:rPr lang="en-US" sz="3200" b="1" dirty="0" err="1">
                <a:solidFill>
                  <a:srgbClr val="FF0000"/>
                </a:solidFill>
                <a:latin typeface="Times New Roman" pitchFamily="18" charset="0"/>
                <a:cs typeface="Times New Roman" pitchFamily="18" charset="0"/>
              </a:rPr>
              <a:t>Chức</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năng</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của</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kinh</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tế</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chính</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trị</a:t>
            </a:r>
            <a:r>
              <a:rPr lang="en-US" sz="3200" b="1" dirty="0">
                <a:solidFill>
                  <a:srgbClr val="FF0000"/>
                </a:solidFill>
                <a:latin typeface="Times New Roman" pitchFamily="18" charset="0"/>
                <a:cs typeface="Times New Roman" pitchFamily="18" charset="0"/>
              </a:rPr>
              <a:t> </a:t>
            </a:r>
            <a:r>
              <a:rPr lang="en-US" sz="3200" b="1" dirty="0" err="1">
                <a:solidFill>
                  <a:srgbClr val="FF0000"/>
                </a:solidFill>
                <a:latin typeface="Times New Roman" pitchFamily="18" charset="0"/>
                <a:cs typeface="Times New Roman" pitchFamily="18" charset="0"/>
              </a:rPr>
              <a:t>Mác</a:t>
            </a:r>
            <a:r>
              <a:rPr lang="en-US" sz="3200" b="1" dirty="0">
                <a:solidFill>
                  <a:srgbClr val="FF0000"/>
                </a:solidFill>
                <a:latin typeface="Times New Roman" pitchFamily="18" charset="0"/>
                <a:cs typeface="Times New Roman" pitchFamily="18" charset="0"/>
              </a:rPr>
              <a:t> - </a:t>
            </a:r>
            <a:r>
              <a:rPr lang="en-US" sz="3200" b="1" dirty="0" err="1">
                <a:solidFill>
                  <a:srgbClr val="FF0000"/>
                </a:solidFill>
                <a:latin typeface="Times New Roman" pitchFamily="18" charset="0"/>
                <a:cs typeface="Times New Roman" pitchFamily="18" charset="0"/>
              </a:rPr>
              <a:t>Lênin</a:t>
            </a:r>
            <a:r>
              <a:rPr lang="en-US" sz="3200" b="1" dirty="0">
                <a:solidFill>
                  <a:srgbClr val="FF0000"/>
                </a:solidFill>
                <a:latin typeface="Times New Roman" pitchFamily="18" charset="0"/>
                <a:cs typeface="Times New Roman" pitchFamily="18" charset="0"/>
              </a:rPr>
              <a:t> </a:t>
            </a:r>
            <a:endParaRPr lang="en-US" sz="3200" dirty="0">
              <a:solidFill>
                <a:srgbClr val="FF0000"/>
              </a:solidFill>
            </a:endParaRPr>
          </a:p>
        </p:txBody>
      </p:sp>
      <p:graphicFrame>
        <p:nvGraphicFramePr>
          <p:cNvPr id="5" name="Diagram 4">
            <a:hlinkClick r:id="rId2" action="ppaction://hlinksldjump"/>
          </p:cNvPr>
          <p:cNvGraphicFramePr/>
          <p:nvPr>
            <p:extLst>
              <p:ext uri="{D42A27DB-BD31-4B8C-83A1-F6EECF244321}">
                <p14:modId xmlns:p14="http://schemas.microsoft.com/office/powerpoint/2010/main" val="1519422689"/>
              </p:ext>
            </p:extLst>
          </p:nvPr>
        </p:nvGraphicFramePr>
        <p:xfrm>
          <a:off x="1487488" y="1484784"/>
          <a:ext cx="10561173" cy="39762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ight Arrow 5">
            <a:hlinkClick r:id="rId8" action="ppaction://hlinksldjump"/>
          </p:cNvPr>
          <p:cNvSpPr/>
          <p:nvPr/>
        </p:nvSpPr>
        <p:spPr>
          <a:xfrm>
            <a:off x="9154841" y="1844226"/>
            <a:ext cx="384043"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hlinkClick r:id="rId8" action="ppaction://hlinksldjump"/>
          </p:cNvPr>
          <p:cNvSpPr/>
          <p:nvPr/>
        </p:nvSpPr>
        <p:spPr>
          <a:xfrm>
            <a:off x="9154841" y="5229200"/>
            <a:ext cx="384043"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hlinkClick r:id="rId8" action="ppaction://hlinksldjump"/>
          </p:cNvPr>
          <p:cNvSpPr/>
          <p:nvPr/>
        </p:nvSpPr>
        <p:spPr>
          <a:xfrm>
            <a:off x="9154841" y="4077072"/>
            <a:ext cx="384043"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hlinkClick r:id="rId8" action="ppaction://hlinksldjump"/>
          </p:cNvPr>
          <p:cNvSpPr/>
          <p:nvPr/>
        </p:nvSpPr>
        <p:spPr>
          <a:xfrm>
            <a:off x="9154840" y="2924944"/>
            <a:ext cx="384043"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6693146"/>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1" name="Rectangle 7"/>
          <p:cNvSpPr>
            <a:spLocks noGrp="1" noChangeArrowheads="1"/>
          </p:cNvSpPr>
          <p:nvPr>
            <p:ph type="body" idx="4294967295"/>
          </p:nvPr>
        </p:nvSpPr>
        <p:spPr>
          <a:xfrm>
            <a:off x="531340" y="1668161"/>
            <a:ext cx="11071655" cy="5189839"/>
          </a:xfrm>
        </p:spPr>
        <p:txBody>
          <a:bodyPr>
            <a:normAutofit/>
          </a:bodyPr>
          <a:lstStyle/>
          <a:p>
            <a:pPr algn="ctr" eaLnBrk="1" hangingPunct="1">
              <a:lnSpc>
                <a:spcPct val="80000"/>
              </a:lnSpc>
              <a:buFont typeface="Wingdings" pitchFamily="2" charset="2"/>
              <a:buNone/>
              <a:defRPr/>
            </a:pPr>
            <a:endParaRPr lang="en-US" sz="500" dirty="0" smtClean="0">
              <a:cs typeface="Times New Roman" pitchFamily="18" charset="0"/>
            </a:endParaRPr>
          </a:p>
          <a:p>
            <a:pPr algn="just" eaLnBrk="1" hangingPunct="1">
              <a:lnSpc>
                <a:spcPct val="80000"/>
              </a:lnSpc>
              <a:buFont typeface="Wingdings" pitchFamily="2" charset="2"/>
              <a:buNone/>
              <a:defRPr/>
            </a:pPr>
            <a:r>
              <a:rPr lang="en-US" sz="3800" b="1" dirty="0" smtClean="0">
                <a:latin typeface="Times New Roman" pitchFamily="18" charset="0"/>
                <a:cs typeface="Times New Roman" pitchFamily="18" charset="0"/>
              </a:rPr>
              <a:t>  </a:t>
            </a:r>
          </a:p>
          <a:p>
            <a:pPr algn="just" eaLnBrk="1" hangingPunct="1">
              <a:lnSpc>
                <a:spcPct val="80000"/>
              </a:lnSpc>
              <a:buFont typeface="Wingdings" pitchFamily="2" charset="2"/>
              <a:buNone/>
              <a:defRPr/>
            </a:pPr>
            <a:r>
              <a:rPr lang="en-US" sz="3800" b="1" dirty="0" smtClean="0">
                <a:latin typeface="Times New Roman" pitchFamily="18" charset="0"/>
                <a:cs typeface="Times New Roman" pitchFamily="18" charset="0"/>
              </a:rPr>
              <a:t> Chức năng này thể hiện ở chỗ  kinh tế chính trị Mác – Lênin cần phải phát hiện ra bản chất của các hiện tượng, quá trình kinh tế của đời sống xã hội, tìm ra các quy luật chi phối sự vận động của chúng, giúp con người vận dụng các quy luật kinh tế một cách có ý thức vào hoạt động kinh tế nhằm đạt hiệu quả kinh tế xã hội cao.</a:t>
            </a:r>
          </a:p>
          <a:p>
            <a:pPr eaLnBrk="1" hangingPunct="1">
              <a:lnSpc>
                <a:spcPct val="80000"/>
              </a:lnSpc>
              <a:buFont typeface="Wingdings" pitchFamily="2" charset="2"/>
              <a:buNone/>
              <a:defRPr/>
            </a:pPr>
            <a:endParaRPr lang="en-US" sz="3800" b="1" u="sng" dirty="0" smtClean="0">
              <a:solidFill>
                <a:schemeClr val="accent2"/>
              </a:solidFill>
              <a:latin typeface="Times New Roman" pitchFamily="18" charset="0"/>
              <a:cs typeface="Times New Roman" pitchFamily="18" charset="0"/>
            </a:endParaRPr>
          </a:p>
          <a:p>
            <a:pPr algn="ctr"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p:txBody>
      </p:sp>
      <p:sp>
        <p:nvSpPr>
          <p:cNvPr id="2" name="Left Arrow 1">
            <a:hlinkClick r:id="rId2" action="ppaction://hlinksldjump"/>
          </p:cNvPr>
          <p:cNvSpPr/>
          <p:nvPr/>
        </p:nvSpPr>
        <p:spPr>
          <a:xfrm>
            <a:off x="10896533" y="5949280"/>
            <a:ext cx="384043"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434281" y="531341"/>
            <a:ext cx="9218141" cy="1446550"/>
          </a:xfrm>
          <a:prstGeom prst="rect">
            <a:avLst/>
          </a:prstGeom>
          <a:noFill/>
        </p:spPr>
        <p:txBody>
          <a:bodyPr wrap="square" rtlCol="0">
            <a:spAutoFit/>
          </a:bodyPr>
          <a:lstStyle/>
          <a:p>
            <a:r>
              <a:rPr lang="en-US" sz="4400" b="1" dirty="0">
                <a:solidFill>
                  <a:schemeClr val="accent1"/>
                </a:solidFill>
                <a:latin typeface="Times New Roman" pitchFamily="18" charset="0"/>
                <a:cs typeface="Times New Roman" pitchFamily="18" charset="0"/>
              </a:rPr>
              <a:t>1.3.1.Chức năng nhận thức</a:t>
            </a:r>
          </a:p>
          <a:p>
            <a:endParaRPr lang="en-US" sz="4400" dirty="0">
              <a:solidFill>
                <a:schemeClr val="accent1"/>
              </a:solidFill>
            </a:endParaRPr>
          </a:p>
        </p:txBody>
      </p:sp>
    </p:spTree>
    <p:extLst>
      <p:ext uri="{BB962C8B-B14F-4D97-AF65-F5344CB8AC3E}">
        <p14:creationId xmlns:p14="http://schemas.microsoft.com/office/powerpoint/2010/main" val="2603975524"/>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1" name="Rectangle 7"/>
          <p:cNvSpPr>
            <a:spLocks noGrp="1" noChangeArrowheads="1"/>
          </p:cNvSpPr>
          <p:nvPr>
            <p:ph type="body" idx="4294967295"/>
          </p:nvPr>
        </p:nvSpPr>
        <p:spPr>
          <a:xfrm>
            <a:off x="1087394" y="1692876"/>
            <a:ext cx="9848335" cy="5165124"/>
          </a:xfrm>
        </p:spPr>
        <p:txBody>
          <a:bodyPr>
            <a:normAutofit/>
          </a:bodyPr>
          <a:lstStyle/>
          <a:p>
            <a:pPr indent="401638" algn="ctr" eaLnBrk="1" hangingPunct="1">
              <a:lnSpc>
                <a:spcPct val="80000"/>
              </a:lnSpc>
              <a:buFont typeface="Wingdings" pitchFamily="2" charset="2"/>
              <a:buNone/>
              <a:defRPr/>
            </a:pPr>
            <a:endParaRPr lang="en-US" sz="500" dirty="0" smtClean="0">
              <a:cs typeface="Times New Roman" pitchFamily="18" charset="0"/>
            </a:endParaRPr>
          </a:p>
          <a:p>
            <a:pPr indent="401638" algn="just" eaLnBrk="1" hangingPunct="1">
              <a:lnSpc>
                <a:spcPct val="80000"/>
              </a:lnSpc>
              <a:buFont typeface="Wingdings" pitchFamily="2" charset="2"/>
              <a:buNone/>
              <a:defRPr/>
            </a:pPr>
            <a:r>
              <a:rPr lang="en-US" sz="3800" b="1" dirty="0" smtClean="0">
                <a:latin typeface="Times New Roman" pitchFamily="18" charset="0"/>
                <a:cs typeface="Times New Roman" pitchFamily="18" charset="0"/>
              </a:rPr>
              <a:t>  </a:t>
            </a:r>
          </a:p>
          <a:p>
            <a:pPr indent="401638" algn="just" eaLnBrk="1" hangingPunct="1">
              <a:lnSpc>
                <a:spcPct val="80000"/>
              </a:lnSpc>
              <a:buFont typeface="Wingdings" pitchFamily="2" charset="2"/>
              <a:buNone/>
              <a:defRPr/>
            </a:pPr>
            <a:r>
              <a:rPr lang="en-US" sz="3800" b="1" dirty="0" err="1" smtClean="0">
                <a:latin typeface="Times New Roman" pitchFamily="18" charset="0"/>
                <a:cs typeface="Times New Roman" pitchFamily="18" charset="0"/>
              </a:rPr>
              <a:t>Kinh</a:t>
            </a:r>
            <a:r>
              <a:rPr lang="en-US" sz="3800" b="1" dirty="0" smtClean="0">
                <a:latin typeface="Times New Roman" pitchFamily="18" charset="0"/>
                <a:cs typeface="Times New Roman" pitchFamily="18" charset="0"/>
              </a:rPr>
              <a:t> tế chính trị Mác – Lênin là cơ sở khoa học cho sự hình thành thế giới quan, nhân sinh quan và tuyên truyền cho đấu tranh giai cấp của tầng lớp công nhân và nhân dân lao động để xây dựng chủ nghĩa cộng sản.</a:t>
            </a:r>
          </a:p>
          <a:p>
            <a:pPr indent="401638" eaLnBrk="1" hangingPunct="1">
              <a:lnSpc>
                <a:spcPct val="80000"/>
              </a:lnSpc>
              <a:buFont typeface="Wingdings" pitchFamily="2" charset="2"/>
              <a:buNone/>
              <a:defRPr/>
            </a:pPr>
            <a:endParaRPr lang="en-US" sz="3800" b="1" u="sng" dirty="0" smtClean="0">
              <a:solidFill>
                <a:schemeClr val="accent2"/>
              </a:solidFill>
              <a:latin typeface="Times New Roman" pitchFamily="18" charset="0"/>
              <a:cs typeface="Times New Roman" pitchFamily="18" charset="0"/>
            </a:endParaRPr>
          </a:p>
          <a:p>
            <a:pPr indent="401638" algn="ctr"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p:txBody>
      </p:sp>
      <p:sp>
        <p:nvSpPr>
          <p:cNvPr id="2" name="Left Arrow 1">
            <a:hlinkClick r:id="rId2" action="ppaction://hlinksldjump"/>
          </p:cNvPr>
          <p:cNvSpPr/>
          <p:nvPr/>
        </p:nvSpPr>
        <p:spPr>
          <a:xfrm>
            <a:off x="9840416" y="5445224"/>
            <a:ext cx="576064"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262184" y="753762"/>
            <a:ext cx="7525265" cy="1200329"/>
          </a:xfrm>
          <a:prstGeom prst="rect">
            <a:avLst/>
          </a:prstGeom>
          <a:noFill/>
        </p:spPr>
        <p:txBody>
          <a:bodyPr wrap="square" rtlCol="0">
            <a:spAutoFit/>
          </a:bodyPr>
          <a:lstStyle/>
          <a:p>
            <a:r>
              <a:rPr lang="en-US" sz="3600" b="1" dirty="0">
                <a:solidFill>
                  <a:schemeClr val="accent1"/>
                </a:solidFill>
                <a:latin typeface="Times New Roman" pitchFamily="18" charset="0"/>
                <a:cs typeface="Times New Roman" pitchFamily="18" charset="0"/>
              </a:rPr>
              <a:t>1.3.2.Chức năng tư tưởng</a:t>
            </a:r>
          </a:p>
          <a:p>
            <a:endParaRPr lang="en-US" sz="3600" dirty="0">
              <a:solidFill>
                <a:schemeClr val="accent1"/>
              </a:solidFill>
            </a:endParaRPr>
          </a:p>
        </p:txBody>
      </p:sp>
    </p:spTree>
    <p:extLst>
      <p:ext uri="{BB962C8B-B14F-4D97-AF65-F5344CB8AC3E}">
        <p14:creationId xmlns:p14="http://schemas.microsoft.com/office/powerpoint/2010/main" val="144173632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1" name="Rectangle 7"/>
          <p:cNvSpPr>
            <a:spLocks noGrp="1" noChangeArrowheads="1"/>
          </p:cNvSpPr>
          <p:nvPr>
            <p:ph type="body" idx="4294967295"/>
          </p:nvPr>
        </p:nvSpPr>
        <p:spPr>
          <a:xfrm>
            <a:off x="543697" y="1853513"/>
            <a:ext cx="11269362" cy="4534930"/>
          </a:xfrm>
        </p:spPr>
        <p:txBody>
          <a:bodyPr>
            <a:normAutofit lnSpcReduction="10000"/>
          </a:bodyPr>
          <a:lstStyle/>
          <a:p>
            <a:pPr indent="574675" algn="ctr" eaLnBrk="1" hangingPunct="1">
              <a:lnSpc>
                <a:spcPct val="80000"/>
              </a:lnSpc>
              <a:buFont typeface="Wingdings" pitchFamily="2" charset="2"/>
              <a:buNone/>
              <a:defRPr/>
            </a:pPr>
            <a:endParaRPr lang="en-US" sz="500" dirty="0" smtClean="0">
              <a:cs typeface="Times New Roman" pitchFamily="18" charset="0"/>
            </a:endParaRPr>
          </a:p>
          <a:p>
            <a:pPr indent="574675" algn="just" eaLnBrk="1" hangingPunct="1">
              <a:lnSpc>
                <a:spcPct val="80000"/>
              </a:lnSpc>
              <a:buFont typeface="Wingdings" pitchFamily="2" charset="2"/>
              <a:buNone/>
              <a:defRPr/>
            </a:pPr>
            <a:r>
              <a:rPr lang="en-US" sz="3800" b="1" dirty="0" smtClean="0">
                <a:latin typeface="Times New Roman" pitchFamily="18" charset="0"/>
                <a:cs typeface="Times New Roman" pitchFamily="18" charset="0"/>
              </a:rPr>
              <a:t>  </a:t>
            </a:r>
          </a:p>
          <a:p>
            <a:pPr indent="574675" algn="just" eaLnBrk="1" hangingPunct="1">
              <a:lnSpc>
                <a:spcPct val="80000"/>
              </a:lnSpc>
              <a:buFont typeface="Wingdings" pitchFamily="2" charset="2"/>
              <a:buNone/>
              <a:defRPr/>
            </a:pPr>
            <a:r>
              <a:rPr lang="en-US" sz="3800" b="1" dirty="0" err="1" smtClean="0">
                <a:latin typeface="Times New Roman" pitchFamily="18" charset="0"/>
                <a:cs typeface="Times New Roman" pitchFamily="18" charset="0"/>
              </a:rPr>
              <a:t>Chức</a:t>
            </a:r>
            <a:r>
              <a:rPr lang="en-US" sz="3800" b="1" dirty="0" smtClean="0">
                <a:latin typeface="Times New Roman" pitchFamily="18" charset="0"/>
                <a:cs typeface="Times New Roman" pitchFamily="18" charset="0"/>
              </a:rPr>
              <a:t> năng thực tiễn có quan hệ với chức năng nhận thức, khi nhận thức được các quy luật sẽ giúp cho con người biết vận dụng các quy luật kinh tế ấy vào thực tiễn. Vận dụng đúng các quy luật khách quan sẽ giúp thúc đẩy xã hội phát triển theo hướng tiến bộ. Kinh tế chính trị Mác – Lênin mang chức năng cải tạo thực tiễn, thúc đẩy văn minh của xã hội.</a:t>
            </a:r>
          </a:p>
          <a:p>
            <a:pPr indent="574675" eaLnBrk="1" hangingPunct="1">
              <a:lnSpc>
                <a:spcPct val="80000"/>
              </a:lnSpc>
              <a:buFont typeface="Wingdings" pitchFamily="2" charset="2"/>
              <a:buNone/>
              <a:defRPr/>
            </a:pPr>
            <a:endParaRPr lang="en-US" sz="3800" b="1" u="sng" dirty="0" smtClean="0">
              <a:solidFill>
                <a:schemeClr val="accent2"/>
              </a:solidFill>
              <a:latin typeface="Times New Roman" pitchFamily="18" charset="0"/>
              <a:cs typeface="Times New Roman" pitchFamily="18" charset="0"/>
            </a:endParaRPr>
          </a:p>
          <a:p>
            <a:pPr indent="574675" algn="ctr"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p:txBody>
      </p:sp>
      <p:sp>
        <p:nvSpPr>
          <p:cNvPr id="2" name="Left Arrow 1">
            <a:hlinkClick r:id="rId2" action="ppaction://hlinksldjump"/>
          </p:cNvPr>
          <p:cNvSpPr/>
          <p:nvPr/>
        </p:nvSpPr>
        <p:spPr>
          <a:xfrm>
            <a:off x="10800523" y="6021288"/>
            <a:ext cx="384043"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07276" y="605481"/>
            <a:ext cx="9205783" cy="1323439"/>
          </a:xfrm>
          <a:prstGeom prst="rect">
            <a:avLst/>
          </a:prstGeom>
          <a:noFill/>
        </p:spPr>
        <p:txBody>
          <a:bodyPr wrap="square" rtlCol="0">
            <a:spAutoFit/>
          </a:bodyPr>
          <a:lstStyle/>
          <a:p>
            <a:r>
              <a:rPr lang="en-US" sz="4000" b="1" dirty="0">
                <a:solidFill>
                  <a:schemeClr val="accent1"/>
                </a:solidFill>
                <a:latin typeface="Times New Roman" pitchFamily="18" charset="0"/>
                <a:cs typeface="Times New Roman" pitchFamily="18" charset="0"/>
              </a:rPr>
              <a:t>1.3.3.Chức năng thực tiễn</a:t>
            </a:r>
          </a:p>
          <a:p>
            <a:endParaRPr lang="en-US" sz="4000" dirty="0">
              <a:solidFill>
                <a:schemeClr val="accent1"/>
              </a:solidFill>
            </a:endParaRPr>
          </a:p>
        </p:txBody>
      </p:sp>
    </p:spTree>
    <p:extLst>
      <p:ext uri="{BB962C8B-B14F-4D97-AF65-F5344CB8AC3E}">
        <p14:creationId xmlns:p14="http://schemas.microsoft.com/office/powerpoint/2010/main" val="83683199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1" name="Rectangle 7"/>
          <p:cNvSpPr>
            <a:spLocks noGrp="1" noChangeArrowheads="1"/>
          </p:cNvSpPr>
          <p:nvPr>
            <p:ph type="body" idx="4294967295"/>
          </p:nvPr>
        </p:nvSpPr>
        <p:spPr>
          <a:xfrm>
            <a:off x="580768" y="2051222"/>
            <a:ext cx="10836875" cy="4806778"/>
          </a:xfrm>
        </p:spPr>
        <p:txBody>
          <a:bodyPr>
            <a:normAutofit/>
          </a:bodyPr>
          <a:lstStyle/>
          <a:p>
            <a:pPr indent="401638" algn="ctr" eaLnBrk="1" hangingPunct="1">
              <a:lnSpc>
                <a:spcPct val="80000"/>
              </a:lnSpc>
              <a:buFont typeface="Wingdings" pitchFamily="2" charset="2"/>
              <a:buNone/>
              <a:defRPr/>
            </a:pPr>
            <a:endParaRPr lang="en-US" sz="500" dirty="0" smtClean="0">
              <a:cs typeface="Times New Roman" pitchFamily="18" charset="0"/>
            </a:endParaRPr>
          </a:p>
          <a:p>
            <a:pPr indent="401638" algn="just" eaLnBrk="1" hangingPunct="1">
              <a:lnSpc>
                <a:spcPct val="80000"/>
              </a:lnSpc>
              <a:buFont typeface="Wingdings" pitchFamily="2" charset="2"/>
              <a:buNone/>
              <a:defRPr/>
            </a:pPr>
            <a:r>
              <a:rPr lang="en-US" sz="3800" b="1" dirty="0" smtClean="0">
                <a:latin typeface="Times New Roman" pitchFamily="18" charset="0"/>
                <a:cs typeface="Times New Roman" pitchFamily="18" charset="0"/>
              </a:rPr>
              <a:t>  </a:t>
            </a:r>
          </a:p>
          <a:p>
            <a:pPr indent="401638" algn="just" eaLnBrk="1" hangingPunct="1">
              <a:lnSpc>
                <a:spcPct val="80000"/>
              </a:lnSpc>
              <a:buFont typeface="Wingdings" pitchFamily="2" charset="2"/>
              <a:buNone/>
              <a:defRPr/>
            </a:pPr>
            <a:r>
              <a:rPr lang="en-US" sz="3800" b="1" dirty="0" err="1" smtClean="0">
                <a:latin typeface="Times New Roman" pitchFamily="18" charset="0"/>
                <a:cs typeface="Times New Roman" pitchFamily="18" charset="0"/>
              </a:rPr>
              <a:t>Kinh</a:t>
            </a:r>
            <a:r>
              <a:rPr lang="en-US" sz="3800" b="1" dirty="0" smtClean="0">
                <a:latin typeface="Times New Roman" pitchFamily="18" charset="0"/>
                <a:cs typeface="Times New Roman" pitchFamily="18" charset="0"/>
              </a:rPr>
              <a:t> tế chính trị là nền tảng lý luận cho các khoa học kinh tế chuyên ngành. Những kết luận của kinh tế chính trị biểu hiện ở các phạm trù và quy luật kinh tế có tính chất chung cho các môn khoa học khác.</a:t>
            </a:r>
          </a:p>
          <a:p>
            <a:pPr indent="401638"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a:p>
            <a:pPr indent="401638" eaLnBrk="1" hangingPunct="1">
              <a:lnSpc>
                <a:spcPct val="80000"/>
              </a:lnSpc>
              <a:buFont typeface="Wingdings" pitchFamily="2" charset="2"/>
              <a:buNone/>
              <a:defRPr/>
            </a:pPr>
            <a:endParaRPr lang="en-US" sz="3800" b="1" u="sng" dirty="0" smtClean="0">
              <a:solidFill>
                <a:schemeClr val="accent2"/>
              </a:solidFill>
              <a:latin typeface="Times New Roman" pitchFamily="18" charset="0"/>
              <a:cs typeface="Times New Roman" pitchFamily="18" charset="0"/>
            </a:endParaRPr>
          </a:p>
          <a:p>
            <a:pPr indent="401638" algn="ctr" eaLnBrk="1" hangingPunct="1">
              <a:lnSpc>
                <a:spcPct val="80000"/>
              </a:lnSpc>
              <a:buFont typeface="Wingdings" pitchFamily="2" charset="2"/>
              <a:buNone/>
              <a:defRPr/>
            </a:pPr>
            <a:endParaRPr lang="en-US" sz="3800" b="1" u="sng" dirty="0" smtClean="0">
              <a:solidFill>
                <a:srgbClr val="0000FF"/>
              </a:solidFill>
              <a:cs typeface="Times New Roman" pitchFamily="18" charset="0"/>
            </a:endParaRPr>
          </a:p>
        </p:txBody>
      </p:sp>
      <p:sp>
        <p:nvSpPr>
          <p:cNvPr id="2" name="Left Arrow 1">
            <a:hlinkClick r:id="rId2" action="ppaction://hlinksldjump"/>
          </p:cNvPr>
          <p:cNvSpPr/>
          <p:nvPr/>
        </p:nvSpPr>
        <p:spPr>
          <a:xfrm>
            <a:off x="10608501" y="5805264"/>
            <a:ext cx="384043" cy="2160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372497" y="642551"/>
            <a:ext cx="9242854" cy="1323439"/>
          </a:xfrm>
          <a:prstGeom prst="rect">
            <a:avLst/>
          </a:prstGeom>
          <a:noFill/>
        </p:spPr>
        <p:txBody>
          <a:bodyPr wrap="square" rtlCol="0">
            <a:spAutoFit/>
          </a:bodyPr>
          <a:lstStyle/>
          <a:p>
            <a:r>
              <a:rPr lang="en-US" sz="4000" b="1" dirty="0">
                <a:solidFill>
                  <a:schemeClr val="accent1"/>
                </a:solidFill>
                <a:latin typeface="Times New Roman" pitchFamily="18" charset="0"/>
                <a:cs typeface="Times New Roman" pitchFamily="18" charset="0"/>
              </a:rPr>
              <a:t>1.3.4. Chức năng phương pháp luận</a:t>
            </a:r>
          </a:p>
          <a:p>
            <a:endParaRPr lang="en-US" sz="4000" dirty="0">
              <a:solidFill>
                <a:schemeClr val="accent1"/>
              </a:solidFill>
            </a:endParaRPr>
          </a:p>
        </p:txBody>
      </p:sp>
    </p:spTree>
    <p:extLst>
      <p:ext uri="{BB962C8B-B14F-4D97-AF65-F5344CB8AC3E}">
        <p14:creationId xmlns:p14="http://schemas.microsoft.com/office/powerpoint/2010/main" val="108288486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AutoShape 2"/>
          <p:cNvSpPr>
            <a:spLocks noChangeAspect="1" noChangeArrowheads="1"/>
          </p:cNvSpPr>
          <p:nvPr/>
        </p:nvSpPr>
        <p:spPr bwMode="auto">
          <a:xfrm>
            <a:off x="334434" y="3644900"/>
            <a:ext cx="11233151" cy="144463"/>
          </a:xfrm>
          <a:prstGeom prst="flowChartPredefinedProcess">
            <a:avLst/>
          </a:prstGeom>
          <a:gradFill rotWithShape="0">
            <a:gsLst>
              <a:gs pos="0">
                <a:srgbClr val="000000"/>
              </a:gs>
              <a:gs pos="10001">
                <a:srgbClr val="000040"/>
              </a:gs>
              <a:gs pos="25000">
                <a:srgbClr val="400040"/>
              </a:gs>
              <a:gs pos="37500">
                <a:srgbClr val="8F0040"/>
              </a:gs>
              <a:gs pos="45000">
                <a:srgbClr val="F27300"/>
              </a:gs>
              <a:gs pos="50000">
                <a:srgbClr val="FFBF00"/>
              </a:gs>
              <a:gs pos="55000">
                <a:srgbClr val="F27300"/>
              </a:gs>
              <a:gs pos="62500">
                <a:srgbClr val="8F0040"/>
              </a:gs>
              <a:gs pos="75000">
                <a:srgbClr val="400040"/>
              </a:gs>
              <a:gs pos="89999">
                <a:srgbClr val="000040"/>
              </a:gs>
              <a:gs pos="100000">
                <a:srgbClr val="000000"/>
              </a:gs>
            </a:gsLst>
            <a:lin ang="5400000" scaled="1"/>
          </a:gradFill>
          <a:ln w="9525">
            <a:solidFill>
              <a:schemeClr val="tx1"/>
            </a:solidFill>
            <a:miter lim="800000"/>
            <a:headEnd/>
            <a:tailEnd/>
          </a:ln>
        </p:spPr>
        <p:txBody>
          <a:bodyPr wrap="none" anchor="ctr"/>
          <a:lstStyle/>
          <a:p>
            <a:endParaRPr lang="en-US" altLang="en-US"/>
          </a:p>
        </p:txBody>
      </p:sp>
      <p:grpSp>
        <p:nvGrpSpPr>
          <p:cNvPr id="2" name="Group 4"/>
          <p:cNvGrpSpPr>
            <a:grpSpLocks/>
          </p:cNvGrpSpPr>
          <p:nvPr/>
        </p:nvGrpSpPr>
        <p:grpSpPr bwMode="auto">
          <a:xfrm>
            <a:off x="3454401" y="4343401"/>
            <a:ext cx="4703233" cy="2087563"/>
            <a:chOff x="453" y="2704"/>
            <a:chExt cx="2222" cy="1043"/>
          </a:xfrm>
        </p:grpSpPr>
        <p:pic>
          <p:nvPicPr>
            <p:cNvPr id="82949" name="Picture 5" descr="花"/>
            <p:cNvPicPr>
              <a:picLocks noChangeAspect="1" noChangeArrowheads="1" noCrop="1"/>
            </p:cNvPicPr>
            <p:nvPr/>
          </p:nvPicPr>
          <p:blipFill>
            <a:blip r:embed="rId2"/>
            <a:srcRect/>
            <a:stretch>
              <a:fillRect/>
            </a:stretch>
          </p:blipFill>
          <p:spPr bwMode="auto">
            <a:xfrm>
              <a:off x="771" y="2704"/>
              <a:ext cx="1584" cy="1026"/>
            </a:xfrm>
            <a:prstGeom prst="rect">
              <a:avLst/>
            </a:prstGeom>
            <a:noFill/>
            <a:ln w="9525">
              <a:noFill/>
              <a:miter lim="800000"/>
              <a:headEnd/>
              <a:tailEnd/>
            </a:ln>
          </p:spPr>
        </p:pic>
        <p:pic>
          <p:nvPicPr>
            <p:cNvPr id="82950" name="Picture 6" descr="feather_writes"/>
            <p:cNvPicPr>
              <a:picLocks noChangeAspect="1" noChangeArrowheads="1" noCrop="1"/>
            </p:cNvPicPr>
            <p:nvPr/>
          </p:nvPicPr>
          <p:blipFill>
            <a:blip r:embed="rId3"/>
            <a:srcRect/>
            <a:stretch>
              <a:fillRect/>
            </a:stretch>
          </p:blipFill>
          <p:spPr bwMode="auto">
            <a:xfrm>
              <a:off x="1292" y="3067"/>
              <a:ext cx="1134" cy="680"/>
            </a:xfrm>
            <a:prstGeom prst="rect">
              <a:avLst/>
            </a:prstGeom>
            <a:noFill/>
            <a:ln w="9525">
              <a:noFill/>
              <a:miter lim="800000"/>
              <a:headEnd/>
              <a:tailEnd/>
            </a:ln>
          </p:spPr>
        </p:pic>
        <p:pic>
          <p:nvPicPr>
            <p:cNvPr id="82951" name="Picture 7" descr="Candle-04-june"/>
            <p:cNvPicPr>
              <a:picLocks noChangeAspect="1" noChangeArrowheads="1" noCrop="1"/>
            </p:cNvPicPr>
            <p:nvPr/>
          </p:nvPicPr>
          <p:blipFill>
            <a:blip r:embed="rId4"/>
            <a:srcRect/>
            <a:stretch>
              <a:fillRect/>
            </a:stretch>
          </p:blipFill>
          <p:spPr bwMode="auto">
            <a:xfrm>
              <a:off x="1111" y="3022"/>
              <a:ext cx="180" cy="516"/>
            </a:xfrm>
            <a:prstGeom prst="rect">
              <a:avLst/>
            </a:prstGeom>
            <a:noFill/>
            <a:ln w="9525">
              <a:noFill/>
              <a:miter lim="800000"/>
              <a:headEnd/>
              <a:tailEnd/>
            </a:ln>
          </p:spPr>
        </p:pic>
        <p:sp>
          <p:nvSpPr>
            <p:cNvPr id="82952" name="Arc 8"/>
            <p:cNvSpPr>
              <a:spLocks/>
            </p:cNvSpPr>
            <p:nvPr/>
          </p:nvSpPr>
          <p:spPr bwMode="auto">
            <a:xfrm>
              <a:off x="453" y="2749"/>
              <a:ext cx="2222" cy="86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973"/>
                    <a:pt x="9203" y="432"/>
                    <a:pt x="20822" y="13"/>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9973"/>
                    <a:pt x="9203" y="432"/>
                    <a:pt x="20822" y="13"/>
                  </a:cubicBezTo>
                  <a:lnTo>
                    <a:pt x="21600" y="21600"/>
                  </a:lnTo>
                  <a:lnTo>
                    <a:pt x="21599" y="0"/>
                  </a:lnTo>
                  <a:close/>
                </a:path>
              </a:pathLst>
            </a:custGeom>
            <a:noFill/>
            <a:ln w="9525">
              <a:solidFill>
                <a:srgbClr val="FF0000"/>
              </a:solidFill>
              <a:round/>
              <a:headEnd/>
              <a:tailEnd/>
            </a:ln>
          </p:spPr>
          <p:txBody>
            <a:bodyPr wrap="none" anchor="ctr"/>
            <a:lstStyle/>
            <a:p>
              <a:endParaRPr lang="en-US"/>
            </a:p>
          </p:txBody>
        </p:sp>
      </p:grpSp>
      <p:sp>
        <p:nvSpPr>
          <p:cNvPr id="9" name="Rectangle 8"/>
          <p:cNvSpPr/>
          <p:nvPr/>
        </p:nvSpPr>
        <p:spPr>
          <a:xfrm>
            <a:off x="5036926" y="1428736"/>
            <a:ext cx="1646605" cy="923330"/>
          </a:xfrm>
          <a:prstGeom prst="rect">
            <a:avLst/>
          </a:prstGeom>
          <a:noFill/>
        </p:spPr>
        <p:txBody>
          <a:bodyPr wrap="none" lIns="91440" tIns="45720" rIns="91440" bIns="45720">
            <a:spAutoFit/>
          </a:bodyPr>
          <a:lstStyle/>
          <a:p>
            <a:pPr algn="ctr"/>
            <a:r>
              <a:rPr lang="en-US" sz="5400" b="1" u="sng"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Times New Roman" pitchFamily="18" charset="0"/>
                <a:cs typeface="Times New Roman" pitchFamily="18" charset="0"/>
              </a:rPr>
              <a:t>Hết</a:t>
            </a:r>
            <a:endParaRPr 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410372911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D1B0C-9F51-49D2-9435-3E7CBF678872}"/>
              </a:ext>
            </a:extLst>
          </p:cNvPr>
          <p:cNvSpPr>
            <a:spLocks noGrp="1"/>
          </p:cNvSpPr>
          <p:nvPr>
            <p:ph type="title"/>
          </p:nvPr>
        </p:nvSpPr>
        <p:spPr>
          <a:xfrm>
            <a:off x="2043484" y="365126"/>
            <a:ext cx="9310315" cy="1137672"/>
          </a:xfrm>
        </p:spPr>
        <p:txBody>
          <a:bodyPr/>
          <a:lstStyle/>
          <a:p>
            <a:endParaRPr lang="en-US"/>
          </a:p>
        </p:txBody>
      </p:sp>
      <p:sp>
        <p:nvSpPr>
          <p:cNvPr id="3" name="Content Placeholder 2">
            <a:extLst>
              <a:ext uri="{FF2B5EF4-FFF2-40B4-BE49-F238E27FC236}">
                <a16:creationId xmlns="" xmlns:a16="http://schemas.microsoft.com/office/drawing/2014/main" id="{093BB65F-E818-4AC8-969E-874A837A92F9}"/>
              </a:ext>
            </a:extLst>
          </p:cNvPr>
          <p:cNvSpPr>
            <a:spLocks noGrp="1"/>
          </p:cNvSpPr>
          <p:nvPr>
            <p:ph idx="1"/>
          </p:nvPr>
        </p:nvSpPr>
        <p:spPr>
          <a:xfrm>
            <a:off x="469127" y="1825625"/>
            <a:ext cx="11235193" cy="4535418"/>
          </a:xfrm>
        </p:spPr>
        <p:txBody>
          <a:bodyPr/>
          <a:lstStyle/>
          <a:p>
            <a:endParaRPr lang="en-US"/>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3" name="Content Placeholder 2"/>
          <p:cNvSpPr>
            <a:spLocks noGrp="1"/>
          </p:cNvSpPr>
          <p:nvPr>
            <p:ph idx="1"/>
          </p:nvPr>
        </p:nvSpPr>
        <p:spPr/>
        <p:txBody>
          <a:bodyPr/>
          <a:lstStyle/>
          <a:p>
            <a:endParaRPr lang="vi-VN"/>
          </a:p>
        </p:txBody>
      </p:sp>
    </p:spTree>
    <p:extLst>
      <p:ext uri="{BB962C8B-B14F-4D97-AF65-F5344CB8AC3E}">
        <p14:creationId xmlns:p14="http://schemas.microsoft.com/office/powerpoint/2010/main" val="31661321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1138</Words>
  <Application>Microsoft Office PowerPoint</Application>
  <PresentationFormat>Custom</PresentationFormat>
  <Paragraphs>89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MÔN HỌC  KINH TẾ CHÍNH TRỊ MÁC - LÊNIN</vt:lpstr>
      <vt:lpstr>PowerPoint Presentation</vt:lpstr>
      <vt:lpstr>1.1. Khái quát sự hình thành và phát triển của kinh tế chính trị Mác - Lênin</vt:lpstr>
      <vt:lpstr>Dòng chảy tư tưởng kinh tế của loài người có thể được mô tả qua hai giai đoạn: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pc</cp:lastModifiedBy>
  <cp:revision>9</cp:revision>
  <dcterms:created xsi:type="dcterms:W3CDTF">2020-05-27T05:21:30Z</dcterms:created>
  <dcterms:modified xsi:type="dcterms:W3CDTF">2020-07-28T09:38:56Z</dcterms:modified>
</cp:coreProperties>
</file>