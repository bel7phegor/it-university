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6" r:id="rId11"/>
    <p:sldId id="267" r:id="rId12"/>
    <p:sldId id="268" r:id="rId13"/>
    <p:sldId id="269" r:id="rId14"/>
    <p:sldId id="270" r:id="rId15"/>
    <p:sldId id="271" r:id="rId16"/>
    <p:sldId id="272" r:id="rId17"/>
    <p:sldId id="273" r:id="rId18"/>
    <p:sldId id="274" r:id="rId19"/>
    <p:sldId id="275" r:id="rId20"/>
    <p:sldId id="276" r:id="rId21"/>
    <p:sldId id="280" r:id="rId22"/>
    <p:sldId id="281" r:id="rId23"/>
    <p:sldId id="282" r:id="rId24"/>
    <p:sldId id="283" r:id="rId25"/>
    <p:sldId id="284" r:id="rId26"/>
    <p:sldId id="285" r:id="rId27"/>
    <p:sldId id="286" r:id="rId28"/>
    <p:sldId id="287" r:id="rId29"/>
    <p:sldId id="277" r:id="rId30"/>
    <p:sldId id="278" r:id="rId3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0" d="100"/>
          <a:sy n="70" d="100"/>
        </p:scale>
        <p:origin x="1386" y="7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B2FDFD2-48AF-428A-84C0-4D117C0708CD}" type="datetimeFigureOut">
              <a:rPr lang="en-US" smtClean="0"/>
              <a:pPr/>
              <a:t>31/03/2023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78E8FFF-A5EB-4C23-9892-E22C46AB0E08}" type="slidenum">
              <a:rPr lang="en-US" smtClean="0"/>
              <a:pPr/>
              <a:t>‹#›</a:t>
            </a:fld>
            <a:endParaRPr lang="en-US"/>
          </a:p>
        </p:txBody>
      </p:sp>
    </p:spTree>
    <p:extLst>
      <p:ext uri="{BB962C8B-B14F-4D97-AF65-F5344CB8AC3E}">
        <p14:creationId xmlns:p14="http://schemas.microsoft.com/office/powerpoint/2010/main" val="21737368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8E8FFF-A5EB-4C23-9892-E22C46AB0E08}" type="slidenum">
              <a:rPr lang="en-US" smtClean="0"/>
              <a:pPr/>
              <a:t>1</a:t>
            </a:fld>
            <a:endParaRPr lang="en-US"/>
          </a:p>
        </p:txBody>
      </p:sp>
    </p:spTree>
    <p:extLst>
      <p:ext uri="{BB962C8B-B14F-4D97-AF65-F5344CB8AC3E}">
        <p14:creationId xmlns:p14="http://schemas.microsoft.com/office/powerpoint/2010/main" val="4619718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8E8FFF-A5EB-4C23-9892-E22C46AB0E08}" type="slidenum">
              <a:rPr lang="en-US" smtClean="0"/>
              <a:pPr/>
              <a:t>2</a:t>
            </a:fld>
            <a:endParaRPr lang="en-US"/>
          </a:p>
        </p:txBody>
      </p:sp>
    </p:spTree>
    <p:extLst>
      <p:ext uri="{BB962C8B-B14F-4D97-AF65-F5344CB8AC3E}">
        <p14:creationId xmlns:p14="http://schemas.microsoft.com/office/powerpoint/2010/main" val="13184947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8E8FFF-A5EB-4C23-9892-E22C46AB0E08}" type="slidenum">
              <a:rPr lang="en-US" smtClean="0"/>
              <a:pPr/>
              <a:t>3</a:t>
            </a:fld>
            <a:endParaRPr lang="en-US"/>
          </a:p>
        </p:txBody>
      </p:sp>
    </p:spTree>
    <p:extLst>
      <p:ext uri="{BB962C8B-B14F-4D97-AF65-F5344CB8AC3E}">
        <p14:creationId xmlns:p14="http://schemas.microsoft.com/office/powerpoint/2010/main" val="34196389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8E8FFF-A5EB-4C23-9892-E22C46AB0E08}" type="slidenum">
              <a:rPr lang="en-US" smtClean="0"/>
              <a:pPr/>
              <a:t>4</a:t>
            </a:fld>
            <a:endParaRPr lang="en-US"/>
          </a:p>
        </p:txBody>
      </p:sp>
    </p:spTree>
    <p:extLst>
      <p:ext uri="{BB962C8B-B14F-4D97-AF65-F5344CB8AC3E}">
        <p14:creationId xmlns:p14="http://schemas.microsoft.com/office/powerpoint/2010/main" val="4682981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8E8FFF-A5EB-4C23-9892-E22C46AB0E08}" type="slidenum">
              <a:rPr lang="en-US" smtClean="0"/>
              <a:pPr/>
              <a:t>5</a:t>
            </a:fld>
            <a:endParaRPr lang="en-US"/>
          </a:p>
        </p:txBody>
      </p:sp>
    </p:spTree>
    <p:extLst>
      <p:ext uri="{BB962C8B-B14F-4D97-AF65-F5344CB8AC3E}">
        <p14:creationId xmlns:p14="http://schemas.microsoft.com/office/powerpoint/2010/main" val="7846699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8E8FFF-A5EB-4C23-9892-E22C46AB0E08}" type="slidenum">
              <a:rPr lang="en-US" smtClean="0"/>
              <a:pPr/>
              <a:t>6</a:t>
            </a:fld>
            <a:endParaRPr lang="en-US"/>
          </a:p>
        </p:txBody>
      </p:sp>
    </p:spTree>
    <p:extLst>
      <p:ext uri="{BB962C8B-B14F-4D97-AF65-F5344CB8AC3E}">
        <p14:creationId xmlns:p14="http://schemas.microsoft.com/office/powerpoint/2010/main" val="20892726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8E8FFF-A5EB-4C23-9892-E22C46AB0E08}" type="slidenum">
              <a:rPr lang="en-US" smtClean="0"/>
              <a:pPr/>
              <a:t>7</a:t>
            </a:fld>
            <a:endParaRPr lang="en-US"/>
          </a:p>
        </p:txBody>
      </p:sp>
    </p:spTree>
    <p:extLst>
      <p:ext uri="{BB962C8B-B14F-4D97-AF65-F5344CB8AC3E}">
        <p14:creationId xmlns:p14="http://schemas.microsoft.com/office/powerpoint/2010/main" val="7862487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8E8FFF-A5EB-4C23-9892-E22C46AB0E08}" type="slidenum">
              <a:rPr lang="en-US" smtClean="0"/>
              <a:pPr/>
              <a:t>8</a:t>
            </a:fld>
            <a:endParaRPr lang="en-US"/>
          </a:p>
        </p:txBody>
      </p:sp>
    </p:spTree>
    <p:extLst>
      <p:ext uri="{BB962C8B-B14F-4D97-AF65-F5344CB8AC3E}">
        <p14:creationId xmlns:p14="http://schemas.microsoft.com/office/powerpoint/2010/main" val="34802498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8E8FFF-A5EB-4C23-9892-E22C46AB0E08}" type="slidenum">
              <a:rPr lang="en-US" smtClean="0"/>
              <a:pPr/>
              <a:t>9</a:t>
            </a:fld>
            <a:endParaRPr lang="en-US"/>
          </a:p>
        </p:txBody>
      </p:sp>
    </p:spTree>
    <p:extLst>
      <p:ext uri="{BB962C8B-B14F-4D97-AF65-F5344CB8AC3E}">
        <p14:creationId xmlns:p14="http://schemas.microsoft.com/office/powerpoint/2010/main" val="39736098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8E8FFF-A5EB-4C23-9892-E22C46AB0E08}" type="slidenum">
              <a:rPr lang="en-US" smtClean="0"/>
              <a:pPr/>
              <a:t>10</a:t>
            </a:fld>
            <a:endParaRPr lang="en-US"/>
          </a:p>
        </p:txBody>
      </p:sp>
    </p:spTree>
    <p:extLst>
      <p:ext uri="{BB962C8B-B14F-4D97-AF65-F5344CB8AC3E}">
        <p14:creationId xmlns:p14="http://schemas.microsoft.com/office/powerpoint/2010/main" val="21969991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8E8FFF-A5EB-4C23-9892-E22C46AB0E08}" type="slidenum">
              <a:rPr lang="en-US" smtClean="0"/>
              <a:pPr/>
              <a:t>11</a:t>
            </a:fld>
            <a:endParaRPr lang="en-US"/>
          </a:p>
        </p:txBody>
      </p:sp>
    </p:spTree>
    <p:extLst>
      <p:ext uri="{BB962C8B-B14F-4D97-AF65-F5344CB8AC3E}">
        <p14:creationId xmlns:p14="http://schemas.microsoft.com/office/powerpoint/2010/main" val="23148775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8E8FFF-A5EB-4C23-9892-E22C46AB0E08}" type="slidenum">
              <a:rPr lang="en-US" smtClean="0"/>
              <a:pPr/>
              <a:t>12</a:t>
            </a:fld>
            <a:endParaRPr lang="en-US"/>
          </a:p>
        </p:txBody>
      </p:sp>
    </p:spTree>
    <p:extLst>
      <p:ext uri="{BB962C8B-B14F-4D97-AF65-F5344CB8AC3E}">
        <p14:creationId xmlns:p14="http://schemas.microsoft.com/office/powerpoint/2010/main" val="19053523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8E8FFF-A5EB-4C23-9892-E22C46AB0E08}" type="slidenum">
              <a:rPr lang="en-US" smtClean="0"/>
              <a:pPr/>
              <a:t>13</a:t>
            </a:fld>
            <a:endParaRPr lang="en-US"/>
          </a:p>
        </p:txBody>
      </p:sp>
    </p:spTree>
    <p:extLst>
      <p:ext uri="{BB962C8B-B14F-4D97-AF65-F5344CB8AC3E}">
        <p14:creationId xmlns:p14="http://schemas.microsoft.com/office/powerpoint/2010/main" val="28906729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8E8FFF-A5EB-4C23-9892-E22C46AB0E08}" type="slidenum">
              <a:rPr lang="en-US" smtClean="0"/>
              <a:pPr/>
              <a:t>14</a:t>
            </a:fld>
            <a:endParaRPr lang="en-US"/>
          </a:p>
        </p:txBody>
      </p:sp>
    </p:spTree>
    <p:extLst>
      <p:ext uri="{BB962C8B-B14F-4D97-AF65-F5344CB8AC3E}">
        <p14:creationId xmlns:p14="http://schemas.microsoft.com/office/powerpoint/2010/main" val="6152528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8E8FFF-A5EB-4C23-9892-E22C46AB0E08}" type="slidenum">
              <a:rPr lang="en-US" smtClean="0"/>
              <a:pPr/>
              <a:t>15</a:t>
            </a:fld>
            <a:endParaRPr lang="en-US"/>
          </a:p>
        </p:txBody>
      </p:sp>
    </p:spTree>
    <p:extLst>
      <p:ext uri="{BB962C8B-B14F-4D97-AF65-F5344CB8AC3E}">
        <p14:creationId xmlns:p14="http://schemas.microsoft.com/office/powerpoint/2010/main" val="13530580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8E8FFF-A5EB-4C23-9892-E22C46AB0E08}" type="slidenum">
              <a:rPr lang="en-US" smtClean="0"/>
              <a:pPr/>
              <a:t>16</a:t>
            </a:fld>
            <a:endParaRPr lang="en-US"/>
          </a:p>
        </p:txBody>
      </p:sp>
    </p:spTree>
    <p:extLst>
      <p:ext uri="{BB962C8B-B14F-4D97-AF65-F5344CB8AC3E}">
        <p14:creationId xmlns:p14="http://schemas.microsoft.com/office/powerpoint/2010/main" val="15205596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8E8FFF-A5EB-4C23-9892-E22C46AB0E08}" type="slidenum">
              <a:rPr lang="en-US" smtClean="0"/>
              <a:pPr/>
              <a:t>17</a:t>
            </a:fld>
            <a:endParaRPr lang="en-US"/>
          </a:p>
        </p:txBody>
      </p:sp>
    </p:spTree>
    <p:extLst>
      <p:ext uri="{BB962C8B-B14F-4D97-AF65-F5344CB8AC3E}">
        <p14:creationId xmlns:p14="http://schemas.microsoft.com/office/powerpoint/2010/main" val="32083598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8E8FFF-A5EB-4C23-9892-E22C46AB0E08}" type="slidenum">
              <a:rPr lang="en-US" smtClean="0"/>
              <a:pPr/>
              <a:t>18</a:t>
            </a:fld>
            <a:endParaRPr lang="en-US"/>
          </a:p>
        </p:txBody>
      </p:sp>
    </p:spTree>
    <p:extLst>
      <p:ext uri="{BB962C8B-B14F-4D97-AF65-F5344CB8AC3E}">
        <p14:creationId xmlns:p14="http://schemas.microsoft.com/office/powerpoint/2010/main" val="24639726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8E8FFF-A5EB-4C23-9892-E22C46AB0E08}" type="slidenum">
              <a:rPr lang="en-US" smtClean="0"/>
              <a:pPr/>
              <a:t>19</a:t>
            </a:fld>
            <a:endParaRPr lang="en-US"/>
          </a:p>
        </p:txBody>
      </p:sp>
    </p:spTree>
    <p:extLst>
      <p:ext uri="{BB962C8B-B14F-4D97-AF65-F5344CB8AC3E}">
        <p14:creationId xmlns:p14="http://schemas.microsoft.com/office/powerpoint/2010/main" val="85386990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8E8FFF-A5EB-4C23-9892-E22C46AB0E08}" type="slidenum">
              <a:rPr lang="en-US" smtClean="0"/>
              <a:pPr/>
              <a:t>20</a:t>
            </a:fld>
            <a:endParaRPr lang="en-US"/>
          </a:p>
        </p:txBody>
      </p:sp>
    </p:spTree>
    <p:extLst>
      <p:ext uri="{BB962C8B-B14F-4D97-AF65-F5344CB8AC3E}">
        <p14:creationId xmlns:p14="http://schemas.microsoft.com/office/powerpoint/2010/main" val="303757507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8E8FFF-A5EB-4C23-9892-E22C46AB0E08}" type="slidenum">
              <a:rPr lang="en-US" smtClean="0"/>
              <a:pPr/>
              <a:t>21</a:t>
            </a:fld>
            <a:endParaRPr lang="en-US"/>
          </a:p>
        </p:txBody>
      </p:sp>
    </p:spTree>
    <p:extLst>
      <p:ext uri="{BB962C8B-B14F-4D97-AF65-F5344CB8AC3E}">
        <p14:creationId xmlns:p14="http://schemas.microsoft.com/office/powerpoint/2010/main" val="197286704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8E8FFF-A5EB-4C23-9892-E22C46AB0E08}" type="slidenum">
              <a:rPr lang="en-US" smtClean="0"/>
              <a:pPr/>
              <a:t>22</a:t>
            </a:fld>
            <a:endParaRPr lang="en-US"/>
          </a:p>
        </p:txBody>
      </p:sp>
    </p:spTree>
    <p:extLst>
      <p:ext uri="{BB962C8B-B14F-4D97-AF65-F5344CB8AC3E}">
        <p14:creationId xmlns:p14="http://schemas.microsoft.com/office/powerpoint/2010/main" val="30512286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8E8FFF-A5EB-4C23-9892-E22C46AB0E08}" type="slidenum">
              <a:rPr lang="en-US" smtClean="0"/>
              <a:pPr/>
              <a:t>23</a:t>
            </a:fld>
            <a:endParaRPr lang="en-US"/>
          </a:p>
        </p:txBody>
      </p:sp>
    </p:spTree>
    <p:extLst>
      <p:ext uri="{BB962C8B-B14F-4D97-AF65-F5344CB8AC3E}">
        <p14:creationId xmlns:p14="http://schemas.microsoft.com/office/powerpoint/2010/main" val="80255636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8E8FFF-A5EB-4C23-9892-E22C46AB0E08}" type="slidenum">
              <a:rPr lang="en-US" smtClean="0"/>
              <a:pPr/>
              <a:t>24</a:t>
            </a:fld>
            <a:endParaRPr lang="en-US"/>
          </a:p>
        </p:txBody>
      </p:sp>
    </p:spTree>
    <p:extLst>
      <p:ext uri="{BB962C8B-B14F-4D97-AF65-F5344CB8AC3E}">
        <p14:creationId xmlns:p14="http://schemas.microsoft.com/office/powerpoint/2010/main" val="402533618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8E8FFF-A5EB-4C23-9892-E22C46AB0E08}" type="slidenum">
              <a:rPr lang="en-US" smtClean="0"/>
              <a:pPr/>
              <a:t>25</a:t>
            </a:fld>
            <a:endParaRPr lang="en-US"/>
          </a:p>
        </p:txBody>
      </p:sp>
    </p:spTree>
    <p:extLst>
      <p:ext uri="{BB962C8B-B14F-4D97-AF65-F5344CB8AC3E}">
        <p14:creationId xmlns:p14="http://schemas.microsoft.com/office/powerpoint/2010/main" val="178916791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8E8FFF-A5EB-4C23-9892-E22C46AB0E08}" type="slidenum">
              <a:rPr lang="en-US" smtClean="0"/>
              <a:pPr/>
              <a:t>26</a:t>
            </a:fld>
            <a:endParaRPr lang="en-US"/>
          </a:p>
        </p:txBody>
      </p:sp>
    </p:spTree>
    <p:extLst>
      <p:ext uri="{BB962C8B-B14F-4D97-AF65-F5344CB8AC3E}">
        <p14:creationId xmlns:p14="http://schemas.microsoft.com/office/powerpoint/2010/main" val="204918648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8E8FFF-A5EB-4C23-9892-E22C46AB0E08}" type="slidenum">
              <a:rPr lang="en-US" smtClean="0"/>
              <a:pPr/>
              <a:t>27</a:t>
            </a:fld>
            <a:endParaRPr lang="en-US"/>
          </a:p>
        </p:txBody>
      </p:sp>
    </p:spTree>
    <p:extLst>
      <p:ext uri="{BB962C8B-B14F-4D97-AF65-F5344CB8AC3E}">
        <p14:creationId xmlns:p14="http://schemas.microsoft.com/office/powerpoint/2010/main" val="303590023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8E8FFF-A5EB-4C23-9892-E22C46AB0E08}" type="slidenum">
              <a:rPr lang="en-US" smtClean="0"/>
              <a:pPr/>
              <a:t>28</a:t>
            </a:fld>
            <a:endParaRPr lang="en-US"/>
          </a:p>
        </p:txBody>
      </p:sp>
    </p:spTree>
    <p:extLst>
      <p:ext uri="{BB962C8B-B14F-4D97-AF65-F5344CB8AC3E}">
        <p14:creationId xmlns:p14="http://schemas.microsoft.com/office/powerpoint/2010/main" val="230872897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8E8FFF-A5EB-4C23-9892-E22C46AB0E08}" type="slidenum">
              <a:rPr lang="en-US" smtClean="0"/>
              <a:pPr/>
              <a:t>29</a:t>
            </a:fld>
            <a:endParaRPr lang="en-US"/>
          </a:p>
        </p:txBody>
      </p:sp>
    </p:spTree>
    <p:extLst>
      <p:ext uri="{BB962C8B-B14F-4D97-AF65-F5344CB8AC3E}">
        <p14:creationId xmlns:p14="http://schemas.microsoft.com/office/powerpoint/2010/main" val="364155538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8E8FFF-A5EB-4C23-9892-E22C46AB0E08}" type="slidenum">
              <a:rPr lang="en-US" smtClean="0"/>
              <a:pPr/>
              <a:t>30</a:t>
            </a:fld>
            <a:endParaRPr lang="en-US"/>
          </a:p>
        </p:txBody>
      </p:sp>
    </p:spTree>
    <p:extLst>
      <p:ext uri="{BB962C8B-B14F-4D97-AF65-F5344CB8AC3E}">
        <p14:creationId xmlns:p14="http://schemas.microsoft.com/office/powerpoint/2010/main" val="116677569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5" name="Rectangle 14"/>
          <p:cNvSpPr/>
          <p:nvPr userDrawn="1"/>
        </p:nvSpPr>
        <p:spPr>
          <a:xfrm>
            <a:off x="71406" y="142852"/>
            <a:ext cx="7227112"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6000" b="1">
              <a:latin typeface="Times New Roman" pitchFamily="18" charset="0"/>
              <a:cs typeface="Times New Roman" pitchFamily="18" charset="0"/>
            </a:endParaRPr>
          </a:p>
        </p:txBody>
      </p:sp>
      <p:sp>
        <p:nvSpPr>
          <p:cNvPr id="13" name="Rounded Rectangle 12"/>
          <p:cNvSpPr/>
          <p:nvPr/>
        </p:nvSpPr>
        <p:spPr>
          <a:xfrm>
            <a:off x="65313" y="69755"/>
            <a:ext cx="9013372" cy="6692201"/>
          </a:xfrm>
          <a:prstGeom prst="roundRect">
            <a:avLst>
              <a:gd name="adj" fmla="val 0"/>
            </a:avLst>
          </a:prstGeom>
          <a:noFill/>
          <a:ln w="1270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17" name="Footer Placeholder 16"/>
          <p:cNvSpPr>
            <a:spLocks noGrp="1"/>
          </p:cNvSpPr>
          <p:nvPr>
            <p:ph type="ftr" sz="quarter" idx="11"/>
          </p:nvPr>
        </p:nvSpPr>
        <p:spPr>
          <a:xfrm>
            <a:off x="1571604" y="6215082"/>
            <a:ext cx="3962400" cy="457200"/>
          </a:xfrm>
        </p:spPr>
        <p:txBody>
          <a:bodyPr/>
          <a:lstStyle/>
          <a:p>
            <a:endParaRPr lang="en-US"/>
          </a:p>
        </p:txBody>
      </p:sp>
      <p:sp>
        <p:nvSpPr>
          <p:cNvPr id="7" name="Rectangle 6"/>
          <p:cNvSpPr/>
          <p:nvPr/>
        </p:nvSpPr>
        <p:spPr>
          <a:xfrm>
            <a:off x="1857356" y="142852"/>
            <a:ext cx="7227112"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r>
              <a:rPr kumimoji="0" lang="en-US" sz="6000" b="1" baseline="0" dirty="0" smtClean="0">
                <a:latin typeface="Times New Roman" pitchFamily="18" charset="0"/>
                <a:cs typeface="Times New Roman" pitchFamily="18" charset="0"/>
              </a:rPr>
              <a:t>MẠNG </a:t>
            </a:r>
            <a:r>
              <a:rPr kumimoji="0" lang="en-US" sz="6000" b="1" baseline="0" dirty="0" smtClean="0">
                <a:latin typeface="Times New Roman" pitchFamily="18" charset="0"/>
                <a:cs typeface="Times New Roman" pitchFamily="18" charset="0"/>
              </a:rPr>
              <a:t>MÁY TÍNH</a:t>
            </a:r>
            <a:endParaRPr kumimoji="0" lang="en-US" sz="6000" b="1" dirty="0">
              <a:latin typeface="Times New Roman" pitchFamily="18" charset="0"/>
              <a:cs typeface="Times New Roman" pitchFamily="18" charset="0"/>
            </a:endParaRPr>
          </a:p>
        </p:txBody>
      </p:sp>
      <p:sp>
        <p:nvSpPr>
          <p:cNvPr id="10" name="Freeform 9"/>
          <p:cNvSpPr/>
          <p:nvPr/>
        </p:nvSpPr>
        <p:spPr>
          <a:xfrm flipV="1">
            <a:off x="71406" y="71414"/>
            <a:ext cx="9021537" cy="142876"/>
          </a:xfrm>
          <a:custGeom>
            <a:avLst/>
            <a:gdLst>
              <a:gd name="connsiteX0" fmla="*/ 0 w 7235587"/>
              <a:gd name="connsiteY0" fmla="*/ 0 h 117156"/>
              <a:gd name="connsiteX1" fmla="*/ 7235587 w 7235587"/>
              <a:gd name="connsiteY1" fmla="*/ 0 h 117156"/>
              <a:gd name="connsiteX2" fmla="*/ 7235587 w 7235587"/>
              <a:gd name="connsiteY2" fmla="*/ 117156 h 117156"/>
              <a:gd name="connsiteX3" fmla="*/ 0 w 7235587"/>
              <a:gd name="connsiteY3" fmla="*/ 117156 h 117156"/>
              <a:gd name="connsiteX4" fmla="*/ 0 w 7235587"/>
              <a:gd name="connsiteY4" fmla="*/ 0 h 117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35587" h="117156">
                <a:moveTo>
                  <a:pt x="0" y="0"/>
                </a:moveTo>
                <a:lnTo>
                  <a:pt x="7235587" y="0"/>
                </a:lnTo>
                <a:lnTo>
                  <a:pt x="7235587" y="117156"/>
                </a:lnTo>
                <a:lnTo>
                  <a:pt x="0" y="117156"/>
                </a:lnTo>
                <a:lnTo>
                  <a:pt x="0" y="0"/>
                </a:lnTo>
                <a:close/>
              </a:path>
            </a:pathLst>
          </a:cu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71406" y="1643050"/>
            <a:ext cx="9013062" cy="142876"/>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pic>
        <p:nvPicPr>
          <p:cNvPr id="18" name="Picture 17" descr="mangmaytinh1.png"/>
          <p:cNvPicPr>
            <a:picLocks noChangeAspect="1"/>
          </p:cNvPicPr>
          <p:nvPr userDrawn="1"/>
        </p:nvPicPr>
        <p:blipFill>
          <a:blip r:embed="rId2"/>
          <a:stretch>
            <a:fillRect/>
          </a:stretch>
        </p:blipFill>
        <p:spPr>
          <a:xfrm>
            <a:off x="142844" y="1857364"/>
            <a:ext cx="8858312" cy="4857784"/>
          </a:xfrm>
          <a:prstGeom prst="rect">
            <a:avLst/>
          </a:prstGeom>
        </p:spPr>
      </p:pic>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71406" y="460948"/>
            <a:ext cx="9021537" cy="857256"/>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r>
              <a:rPr kumimoji="0" lang="en-US" sz="5400" b="1" smtClean="0">
                <a:latin typeface="Times New Roman" pitchFamily="18" charset="0"/>
                <a:cs typeface="Times New Roman" pitchFamily="18" charset="0"/>
              </a:rPr>
              <a:t>TÌM</a:t>
            </a:r>
            <a:r>
              <a:rPr kumimoji="0" lang="en-US" sz="5400" b="1" baseline="0" smtClean="0">
                <a:latin typeface="Times New Roman" pitchFamily="18" charset="0"/>
                <a:cs typeface="Times New Roman" pitchFamily="18" charset="0"/>
              </a:rPr>
              <a:t> HIỂU VỀ IPv6</a:t>
            </a:r>
            <a:endParaRPr kumimoji="0" lang="en-US" sz="5400" b="1">
              <a:latin typeface="Times New Roman" pitchFamily="18" charset="0"/>
              <a:cs typeface="Times New Roman" pitchFamily="18" charset="0"/>
            </a:endParaRPr>
          </a:p>
        </p:txBody>
      </p:sp>
      <p:sp>
        <p:nvSpPr>
          <p:cNvPr id="9" name="Rectangle 8"/>
          <p:cNvSpPr/>
          <p:nvPr userDrawn="1"/>
        </p:nvSpPr>
        <p:spPr>
          <a:xfrm>
            <a:off x="71406" y="340368"/>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userDrawn="1"/>
        </p:nvSpPr>
        <p:spPr>
          <a:xfrm>
            <a:off x="71406" y="1318204"/>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p:txBody>
          <a:bodyPr/>
          <a:lstStyle/>
          <a:p>
            <a:fld id="{9D7E810D-361F-49AA-9C03-1F29026C1DD4}" type="datetimeFigureOut">
              <a:rPr lang="en-US" smtClean="0"/>
              <a:pPr/>
              <a:t>31/03/2023</a:t>
            </a:fld>
            <a:endParaRPr lang="en-US"/>
          </a:p>
        </p:txBody>
      </p:sp>
      <p:sp>
        <p:nvSpPr>
          <p:cNvPr id="13" name="Slide Number Placeholder 12"/>
          <p:cNvSpPr>
            <a:spLocks noGrp="1"/>
          </p:cNvSpPr>
          <p:nvPr>
            <p:ph type="sldNum" sz="quarter" idx="11"/>
          </p:nvPr>
        </p:nvSpPr>
        <p:spPr/>
        <p:txBody>
          <a:bodyPr/>
          <a:lstStyle/>
          <a:p>
            <a:fld id="{C6ED7F42-3D7C-4423-9CB3-E4F17CBBA03D}" type="slidenum">
              <a:rPr lang="en-US" smtClean="0"/>
              <a:pPr/>
              <a:t>‹#›</a:t>
            </a:fld>
            <a:endParaRPr lang="en-US"/>
          </a:p>
        </p:txBody>
      </p:sp>
      <p:sp>
        <p:nvSpPr>
          <p:cNvPr id="14" name="Footer Placeholder 13"/>
          <p:cNvSpPr>
            <a:spLocks noGrp="1"/>
          </p:cNvSpPr>
          <p:nvPr>
            <p:ph type="ftr" sz="quarter" idx="12"/>
          </p:nvPr>
        </p:nvSpPr>
        <p:spPr/>
        <p:txBody>
          <a:bodyPr/>
          <a:lstStyle/>
          <a:p>
            <a:endParaRPr lang="en-US"/>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9D7E810D-361F-49AA-9C03-1F29026C1DD4}" type="datetimeFigureOut">
              <a:rPr lang="en-US" smtClean="0"/>
              <a:pPr/>
              <a:t>31/03/2023</a:t>
            </a:fld>
            <a:endParaRPr lang="en-US"/>
          </a:p>
        </p:txBody>
      </p:sp>
      <p:sp>
        <p:nvSpPr>
          <p:cNvPr id="5" name="Footer Placeholder 4"/>
          <p:cNvSpPr>
            <a:spLocks noGrp="1"/>
          </p:cNvSpPr>
          <p:nvPr>
            <p:ph type="ftr" sz="quarter" idx="11"/>
          </p:nvPr>
        </p:nvSpPr>
        <p:spPr>
          <a:xfrm>
            <a:off x="800100" y="6172200"/>
            <a:ext cx="4000500" cy="457200"/>
          </a:xfrm>
        </p:spPr>
        <p:txBody>
          <a:bodyPr/>
          <a:lstStyle/>
          <a:p>
            <a:endParaRPr lang="en-US"/>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C6ED7F42-3D7C-4423-9CB3-E4F17CBBA03D}"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9D7E810D-361F-49AA-9C03-1F29026C1DD4}" type="datetimeFigureOut">
              <a:rPr lang="en-US" smtClean="0"/>
              <a:pPr/>
              <a:t>31/03/2023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6ED7F42-3D7C-4423-9CB3-E4F17CBBA03D}" type="slidenum">
              <a:rPr lang="en-US" smtClean="0"/>
              <a:pPr/>
              <a:t>‹#›</a:t>
            </a:fld>
            <a:endParaRPr lang="en-US"/>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9D7E810D-361F-49AA-9C03-1F29026C1DD4}" type="datetimeFigureOut">
              <a:rPr lang="en-US" smtClean="0"/>
              <a:pPr/>
              <a:t>31/03/2023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6ED7F42-3D7C-4423-9CB3-E4F17CBBA03D}" type="slidenum">
              <a:rPr lang="en-US" smtClean="0"/>
              <a:pPr/>
              <a:t>‹#›</a:t>
            </a:fld>
            <a:endParaRPr lang="en-US"/>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9D7E810D-361F-49AA-9C03-1F29026C1DD4}" type="datetimeFigureOut">
              <a:rPr lang="en-US" smtClean="0"/>
              <a:pPr/>
              <a:t>31/03/2023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6ED7F42-3D7C-4423-9CB3-E4F17CBBA03D}"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D7E810D-361F-49AA-9C03-1F29026C1DD4}" type="datetimeFigureOut">
              <a:rPr lang="en-US" smtClean="0"/>
              <a:pPr/>
              <a:t>31/03/2023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6ED7F42-3D7C-4423-9CB3-E4F17CBBA03D}"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9D7E810D-361F-49AA-9C03-1F29026C1DD4}" type="datetimeFigureOut">
              <a:rPr lang="en-US" smtClean="0"/>
              <a:pPr/>
              <a:t>31/03/2023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6ED7F42-3D7C-4423-9CB3-E4F17CBBA03D}" type="slidenum">
              <a:rPr lang="en-US" smtClean="0"/>
              <a:pPr/>
              <a:t>‹#›</a:t>
            </a:fld>
            <a:endParaRPr lang="en-US"/>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9D7E810D-361F-49AA-9C03-1F29026C1DD4}" type="datetimeFigureOut">
              <a:rPr lang="en-US" smtClean="0"/>
              <a:pPr/>
              <a:t>31/03/2023</a:t>
            </a:fld>
            <a:endParaRPr lang="en-US"/>
          </a:p>
        </p:txBody>
      </p:sp>
      <p:sp>
        <p:nvSpPr>
          <p:cNvPr id="6" name="Footer Placeholder 5"/>
          <p:cNvSpPr>
            <a:spLocks noGrp="1"/>
          </p:cNvSpPr>
          <p:nvPr>
            <p:ph type="ftr" sz="quarter" idx="11"/>
          </p:nvPr>
        </p:nvSpPr>
        <p:spPr>
          <a:xfrm>
            <a:off x="914400" y="6172200"/>
            <a:ext cx="3886200" cy="457200"/>
          </a:xfrm>
        </p:spPr>
        <p:txBody>
          <a:bodyPr/>
          <a:lstStyle/>
          <a:p>
            <a:endParaRPr lang="en-US"/>
          </a:p>
        </p:txBody>
      </p:sp>
      <p:sp>
        <p:nvSpPr>
          <p:cNvPr id="7" name="Slide Number Placeholder 6"/>
          <p:cNvSpPr>
            <a:spLocks noGrp="1"/>
          </p:cNvSpPr>
          <p:nvPr>
            <p:ph type="sldNum" sz="quarter" idx="12"/>
          </p:nvPr>
        </p:nvSpPr>
        <p:spPr>
          <a:xfrm>
            <a:off x="146304" y="6208776"/>
            <a:ext cx="457200" cy="457200"/>
          </a:xfrm>
        </p:spPr>
        <p:txBody>
          <a:bodyPr/>
          <a:lstStyle/>
          <a:p>
            <a:fld id="{C6ED7F42-3D7C-4423-9CB3-E4F17CBBA03D}" type="slidenum">
              <a:rPr lang="en-US" smtClean="0"/>
              <a:pPr/>
              <a:t>‹#›</a:t>
            </a:fld>
            <a:endParaRPr lang="en-US"/>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smtClean="0"/>
              <a:t>Click icon to add picture</a:t>
            </a:r>
            <a:endParaRPr kumimoji="0"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9D7E810D-361F-49AA-9C03-1F29026C1DD4}" type="datetimeFigureOut">
              <a:rPr lang="en-US" smtClean="0"/>
              <a:pPr/>
              <a:t>31/03/2023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6ED7F42-3D7C-4423-9CB3-E4F17CBBA03D}"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9D7E810D-361F-49AA-9C03-1F29026C1DD4}" type="datetimeFigureOut">
              <a:rPr lang="en-US" smtClean="0"/>
              <a:pPr/>
              <a:t>31/03/2023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6ED7F42-3D7C-4423-9CB3-E4F17CBBA03D}"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9D7E810D-361F-49AA-9C03-1F29026C1DD4}" type="datetimeFigureOut">
              <a:rPr lang="en-US" smtClean="0"/>
              <a:pPr/>
              <a:t>31/03/2023</a:t>
            </a:fld>
            <a:endParaRPr lang="en-US"/>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C6ED7F42-3D7C-4423-9CB3-E4F17CBBA03D}"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www.gccom.net/blog/uploads/2009/01/image018.jpg" TargetMode="External"/><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2876" y="1857364"/>
            <a:ext cx="8858280" cy="478634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ts val="1200"/>
              </a:spcBef>
            </a:pPr>
            <a:r>
              <a:rPr lang="en-US" sz="3600" b="1" i="1" dirty="0" smtClean="0">
                <a:latin typeface="Times New Roman" pitchFamily="18" charset="0"/>
                <a:cs typeface="Times New Roman" pitchFamily="18" charset="0"/>
              </a:rPr>
              <a:t>		</a:t>
            </a:r>
            <a:endParaRPr lang="en-US" sz="3600" b="1" i="1" dirty="0" smtClean="0">
              <a:solidFill>
                <a:srgbClr val="00B050"/>
              </a:solidFill>
              <a:latin typeface="Times New Roman" pitchFamily="18" charset="0"/>
              <a:cs typeface="Times New Roman" pitchFamily="18" charset="0"/>
            </a:endParaRPr>
          </a:p>
          <a:p>
            <a:pPr algn="ctr">
              <a:spcBef>
                <a:spcPts val="1800"/>
              </a:spcBef>
            </a:pPr>
            <a:r>
              <a:rPr lang="en-US" sz="7200" b="1" dirty="0" smtClean="0">
                <a:solidFill>
                  <a:srgbClr val="0000FF"/>
                </a:solidFill>
                <a:latin typeface="Times New Roman" pitchFamily="18" charset="0"/>
                <a:cs typeface="Times New Roman" pitchFamily="18" charset="0"/>
              </a:rPr>
              <a:t>ĐỊA CHỈ </a:t>
            </a:r>
            <a:r>
              <a:rPr lang="en-US" sz="7200" b="1" dirty="0" smtClean="0">
                <a:solidFill>
                  <a:srgbClr val="0000FF"/>
                </a:solidFill>
                <a:latin typeface="Times New Roman" pitchFamily="18" charset="0"/>
                <a:cs typeface="Times New Roman" pitchFamily="18" charset="0"/>
              </a:rPr>
              <a:t>IPv6</a:t>
            </a:r>
            <a:endParaRPr lang="en-US" sz="7200" b="1" dirty="0" smtClean="0">
              <a:solidFill>
                <a:srgbClr val="0000FF"/>
              </a:solidFill>
              <a:latin typeface="Times New Roman" pitchFamily="18" charset="0"/>
              <a:cs typeface="Times New Roman" pitchFamily="18" charset="0"/>
            </a:endParaRPr>
          </a:p>
          <a:p>
            <a:pPr algn="ctr"/>
            <a:r>
              <a:rPr lang="en-US" sz="4400" b="1" dirty="0">
                <a:solidFill>
                  <a:srgbClr val="0000FF"/>
                </a:solidFill>
                <a:latin typeface="Times New Roman" pitchFamily="18" charset="0"/>
                <a:cs typeface="Times New Roman" pitchFamily="18" charset="0"/>
              </a:rPr>
              <a:t> </a:t>
            </a:r>
            <a:endParaRPr lang="en-US" sz="6000" b="1" dirty="0" smtClean="0">
              <a:solidFill>
                <a:srgbClr val="0000FF"/>
              </a:solidFill>
              <a:latin typeface="Times New Roman" pitchFamily="18" charset="0"/>
              <a:cs typeface="Times New Roman" pitchFamily="18" charset="0"/>
            </a:endParaRPr>
          </a:p>
          <a:p>
            <a:pPr algn="ctr"/>
            <a:r>
              <a:rPr lang="en-US" sz="3600" b="1" dirty="0" smtClean="0">
                <a:solidFill>
                  <a:srgbClr val="0070C0"/>
                </a:solidFill>
                <a:latin typeface="Times New Roman" pitchFamily="18" charset="0"/>
                <a:cs typeface="Times New Roman" pitchFamily="18" charset="0"/>
              </a:rPr>
              <a:t> </a:t>
            </a:r>
            <a:endParaRPr lang="en-US" sz="4400" b="1" dirty="0" smtClean="0">
              <a:solidFill>
                <a:srgbClr val="0070C0"/>
              </a:solidFill>
              <a:latin typeface="Times New Roman" pitchFamily="18" charset="0"/>
              <a:cs typeface="Times New Roman"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animEffect transition="in" filter="fade">
                                      <p:cBhvr>
                                        <p:cTn id="7" dur="2000"/>
                                        <p:tgtEl>
                                          <p:spTgt spid="4">
                                            <p:bg/>
                                          </p:spTgt>
                                        </p:tgtEl>
                                      </p:cBhvr>
                                    </p:animEffect>
                                  </p:childTnLst>
                                </p:cTn>
                              </p:par>
                            </p:childTnLst>
                          </p:cTn>
                        </p:par>
                        <p:par>
                          <p:cTn id="8" fill="hold">
                            <p:stCondLst>
                              <p:cond delay="2000"/>
                            </p:stCondLst>
                            <p:childTnLst>
                              <p:par>
                                <p:cTn id="9" presetID="9" presetClass="entr" presetSubtype="0" fill="hold" nodeType="after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animEffect transition="in" filter="dissolve">
                                      <p:cBhvr>
                                        <p:cTn id="11" dur="1000"/>
                                        <p:tgtEl>
                                          <p:spTgt spid="4">
                                            <p:txEl>
                                              <p:pRg st="0" end="0"/>
                                            </p:txEl>
                                          </p:spTgt>
                                        </p:tgtEl>
                                      </p:cBhvr>
                                    </p:animEffect>
                                  </p:childTnLst>
                                </p:cTn>
                              </p:par>
                            </p:childTnLst>
                          </p:cTn>
                        </p:par>
                        <p:par>
                          <p:cTn id="12" fill="hold">
                            <p:stCondLst>
                              <p:cond delay="3000"/>
                            </p:stCondLst>
                            <p:childTnLst>
                              <p:par>
                                <p:cTn id="13" presetID="9" presetClass="entr" presetSubtype="0" fill="hold" nodeType="after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animEffect transition="in" filter="dissolve">
                                      <p:cBhvr>
                                        <p:cTn id="15" dur="10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allAtOnce"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428596" y="1714488"/>
            <a:ext cx="8286808" cy="769441"/>
          </a:xfrm>
          <a:prstGeom prst="rect">
            <a:avLst/>
          </a:prstGeom>
          <a:noFill/>
        </p:spPr>
        <p:txBody>
          <a:bodyPr wrap="square" rtlCol="0">
            <a:spAutoFit/>
          </a:bodyPr>
          <a:lstStyle/>
          <a:p>
            <a:r>
              <a:rPr lang="en-US" sz="4400" b="1" err="1" smtClean="0">
                <a:solidFill>
                  <a:srgbClr val="0070C0"/>
                </a:solidFill>
                <a:latin typeface="Times New Roman" pitchFamily="18" charset="0"/>
                <a:cs typeface="Times New Roman" pitchFamily="18" charset="0"/>
              </a:rPr>
              <a:t>Khái</a:t>
            </a:r>
            <a:r>
              <a:rPr lang="en-US" sz="4400" b="1" smtClean="0">
                <a:solidFill>
                  <a:srgbClr val="0070C0"/>
                </a:solidFill>
                <a:latin typeface="Times New Roman" pitchFamily="18" charset="0"/>
                <a:cs typeface="Times New Roman" pitchFamily="18" charset="0"/>
              </a:rPr>
              <a:t> </a:t>
            </a:r>
            <a:r>
              <a:rPr lang="en-US" sz="4400" b="1" err="1" smtClean="0">
                <a:solidFill>
                  <a:srgbClr val="0070C0"/>
                </a:solidFill>
                <a:latin typeface="Times New Roman" pitchFamily="18" charset="0"/>
                <a:cs typeface="Times New Roman" pitchFamily="18" charset="0"/>
              </a:rPr>
              <a:t>niệm</a:t>
            </a:r>
            <a:r>
              <a:rPr lang="en-US" sz="4400" b="1" smtClean="0">
                <a:solidFill>
                  <a:srgbClr val="0070C0"/>
                </a:solidFill>
                <a:latin typeface="Times New Roman" pitchFamily="18" charset="0"/>
                <a:cs typeface="Times New Roman" pitchFamily="18" charset="0"/>
              </a:rPr>
              <a:t> IP</a:t>
            </a:r>
            <a:endParaRPr lang="en-US" sz="4400" b="1">
              <a:solidFill>
                <a:srgbClr val="0070C0"/>
              </a:solidFill>
              <a:latin typeface="Times New Roman" pitchFamily="18" charset="0"/>
              <a:cs typeface="Times New Roman" pitchFamily="18" charset="0"/>
            </a:endParaRPr>
          </a:p>
        </p:txBody>
      </p:sp>
      <p:sp>
        <p:nvSpPr>
          <p:cNvPr id="9" name="TextBox 8"/>
          <p:cNvSpPr txBox="1"/>
          <p:nvPr/>
        </p:nvSpPr>
        <p:spPr>
          <a:xfrm>
            <a:off x="214282" y="2571744"/>
            <a:ext cx="8715436" cy="3970318"/>
          </a:xfrm>
          <a:prstGeom prst="rect">
            <a:avLst/>
          </a:prstGeom>
          <a:noFill/>
        </p:spPr>
        <p:txBody>
          <a:bodyPr wrap="square" rtlCol="0">
            <a:spAutoFit/>
          </a:bodyPr>
          <a:lstStyle/>
          <a:p>
            <a:pPr indent="536575" algn="just"/>
            <a:r>
              <a:rPr lang="en-US" sz="2800" b="1" smtClean="0">
                <a:solidFill>
                  <a:srgbClr val="FF0000"/>
                </a:solidFill>
                <a:latin typeface="Times New Roman" pitchFamily="18" charset="0"/>
                <a:cs typeface="Times New Roman" pitchFamily="18" charset="0"/>
              </a:rPr>
              <a:t>IP</a:t>
            </a:r>
            <a:r>
              <a:rPr lang="en-US" sz="2800" b="1" smtClean="0">
                <a:solidFill>
                  <a:srgbClr val="0000FF"/>
                </a:solidFill>
                <a:latin typeface="Times New Roman" pitchFamily="18" charset="0"/>
                <a:cs typeface="Times New Roman" pitchFamily="18" charset="0"/>
              </a:rPr>
              <a:t> (</a:t>
            </a:r>
            <a:r>
              <a:rPr lang="en-US" sz="2800" b="1" smtClean="0">
                <a:solidFill>
                  <a:srgbClr val="FF0000"/>
                </a:solidFill>
                <a:latin typeface="Times New Roman" pitchFamily="18" charset="0"/>
                <a:cs typeface="Times New Roman" pitchFamily="18" charset="0"/>
              </a:rPr>
              <a:t>I</a:t>
            </a:r>
            <a:r>
              <a:rPr lang="en-US" sz="2800" b="1" smtClean="0">
                <a:solidFill>
                  <a:srgbClr val="0000FF"/>
                </a:solidFill>
                <a:latin typeface="Times New Roman" pitchFamily="18" charset="0"/>
                <a:cs typeface="Times New Roman" pitchFamily="18" charset="0"/>
              </a:rPr>
              <a:t>nternet </a:t>
            </a:r>
            <a:r>
              <a:rPr lang="en-US" sz="2800" b="1" smtClean="0">
                <a:solidFill>
                  <a:srgbClr val="FF0000"/>
                </a:solidFill>
                <a:latin typeface="Times New Roman" pitchFamily="18" charset="0"/>
                <a:cs typeface="Times New Roman" pitchFamily="18" charset="0"/>
              </a:rPr>
              <a:t>P</a:t>
            </a:r>
            <a:r>
              <a:rPr lang="en-US" sz="2800" b="1" smtClean="0">
                <a:solidFill>
                  <a:srgbClr val="0000FF"/>
                </a:solidFill>
                <a:latin typeface="Times New Roman" pitchFamily="18" charset="0"/>
                <a:cs typeface="Times New Roman" pitchFamily="18" charset="0"/>
              </a:rPr>
              <a:t>rotocol) </a:t>
            </a:r>
            <a:r>
              <a:rPr lang="en-US" sz="2800" b="1" err="1" smtClean="0">
                <a:solidFill>
                  <a:srgbClr val="0000FF"/>
                </a:solidFill>
                <a:latin typeface="Times New Roman" pitchFamily="18" charset="0"/>
                <a:cs typeface="Times New Roman" pitchFamily="18" charset="0"/>
              </a:rPr>
              <a:t>là</a:t>
            </a:r>
            <a:r>
              <a:rPr lang="en-US" sz="2800" b="1" smtClean="0">
                <a:solidFill>
                  <a:srgbClr val="0000FF"/>
                </a:solidFill>
                <a:latin typeface="Times New Roman" pitchFamily="18" charset="0"/>
                <a:cs typeface="Times New Roman" pitchFamily="18" charset="0"/>
              </a:rPr>
              <a:t> </a:t>
            </a:r>
            <a:r>
              <a:rPr lang="en-US" sz="2800" b="1" err="1" smtClean="0">
                <a:solidFill>
                  <a:srgbClr val="0000FF"/>
                </a:solidFill>
                <a:latin typeface="Times New Roman" pitchFamily="18" charset="0"/>
                <a:cs typeface="Times New Roman" pitchFamily="18" charset="0"/>
              </a:rPr>
              <a:t>giao</a:t>
            </a:r>
            <a:r>
              <a:rPr lang="en-US" sz="2800" b="1" smtClean="0">
                <a:solidFill>
                  <a:srgbClr val="0000FF"/>
                </a:solidFill>
                <a:latin typeface="Times New Roman" pitchFamily="18" charset="0"/>
                <a:cs typeface="Times New Roman" pitchFamily="18" charset="0"/>
              </a:rPr>
              <a:t> </a:t>
            </a:r>
            <a:r>
              <a:rPr lang="en-US" sz="2800" b="1" err="1" smtClean="0">
                <a:solidFill>
                  <a:srgbClr val="0000FF"/>
                </a:solidFill>
                <a:latin typeface="Times New Roman" pitchFamily="18" charset="0"/>
                <a:cs typeface="Times New Roman" pitchFamily="18" charset="0"/>
              </a:rPr>
              <a:t>thức</a:t>
            </a:r>
            <a:r>
              <a:rPr lang="en-US" sz="2800" b="1" smtClean="0">
                <a:solidFill>
                  <a:srgbClr val="0000FF"/>
                </a:solidFill>
                <a:latin typeface="Times New Roman" pitchFamily="18" charset="0"/>
                <a:cs typeface="Times New Roman" pitchFamily="18" charset="0"/>
              </a:rPr>
              <a:t> </a:t>
            </a:r>
            <a:r>
              <a:rPr lang="en-US" sz="2800" b="1" err="1" smtClean="0">
                <a:solidFill>
                  <a:srgbClr val="0000FF"/>
                </a:solidFill>
                <a:latin typeface="Times New Roman" pitchFamily="18" charset="0"/>
                <a:cs typeface="Times New Roman" pitchFamily="18" charset="0"/>
              </a:rPr>
              <a:t>tầng</a:t>
            </a:r>
            <a:r>
              <a:rPr lang="en-US" sz="2800" b="1" smtClean="0">
                <a:solidFill>
                  <a:srgbClr val="0000FF"/>
                </a:solidFill>
                <a:latin typeface="Times New Roman" pitchFamily="18" charset="0"/>
                <a:cs typeface="Times New Roman" pitchFamily="18" charset="0"/>
              </a:rPr>
              <a:t> </a:t>
            </a:r>
            <a:r>
              <a:rPr lang="en-US" sz="2800" b="1" err="1" smtClean="0">
                <a:solidFill>
                  <a:srgbClr val="0000FF"/>
                </a:solidFill>
                <a:latin typeface="Times New Roman" pitchFamily="18" charset="0"/>
                <a:cs typeface="Times New Roman" pitchFamily="18" charset="0"/>
              </a:rPr>
              <a:t>mạng</a:t>
            </a:r>
            <a:r>
              <a:rPr lang="en-US" sz="2800" b="1" smtClean="0">
                <a:solidFill>
                  <a:srgbClr val="0000FF"/>
                </a:solidFill>
                <a:latin typeface="Times New Roman" pitchFamily="18" charset="0"/>
                <a:cs typeface="Times New Roman" pitchFamily="18" charset="0"/>
              </a:rPr>
              <a:t> </a:t>
            </a:r>
            <a:r>
              <a:rPr lang="en-US" sz="2800" b="1" err="1" smtClean="0">
                <a:solidFill>
                  <a:srgbClr val="0000FF"/>
                </a:solidFill>
                <a:latin typeface="Times New Roman" pitchFamily="18" charset="0"/>
                <a:cs typeface="Times New Roman" pitchFamily="18" charset="0"/>
              </a:rPr>
              <a:t>dùng</a:t>
            </a:r>
            <a:r>
              <a:rPr lang="en-US" sz="2800" b="1" smtClean="0">
                <a:solidFill>
                  <a:srgbClr val="0000FF"/>
                </a:solidFill>
                <a:latin typeface="Times New Roman" pitchFamily="18" charset="0"/>
                <a:cs typeface="Times New Roman" pitchFamily="18" charset="0"/>
              </a:rPr>
              <a:t> </a:t>
            </a:r>
            <a:r>
              <a:rPr lang="en-US" sz="2800" b="1" err="1" smtClean="0">
                <a:solidFill>
                  <a:srgbClr val="0000FF"/>
                </a:solidFill>
                <a:latin typeface="Times New Roman" pitchFamily="18" charset="0"/>
                <a:cs typeface="Times New Roman" pitchFamily="18" charset="0"/>
              </a:rPr>
              <a:t>để</a:t>
            </a:r>
            <a:r>
              <a:rPr lang="en-US" sz="2800" b="1" smtClean="0">
                <a:solidFill>
                  <a:srgbClr val="0000FF"/>
                </a:solidFill>
                <a:latin typeface="Times New Roman" pitchFamily="18" charset="0"/>
                <a:cs typeface="Times New Roman" pitchFamily="18" charset="0"/>
              </a:rPr>
              <a:t> </a:t>
            </a:r>
            <a:r>
              <a:rPr lang="en-US" sz="2800" b="1" err="1" smtClean="0">
                <a:solidFill>
                  <a:srgbClr val="0000FF"/>
                </a:solidFill>
                <a:latin typeface="Times New Roman" pitchFamily="18" charset="0"/>
                <a:cs typeface="Times New Roman" pitchFamily="18" charset="0"/>
              </a:rPr>
              <a:t>truyền</a:t>
            </a:r>
            <a:r>
              <a:rPr lang="en-US" sz="2800" b="1" smtClean="0">
                <a:solidFill>
                  <a:srgbClr val="0000FF"/>
                </a:solidFill>
                <a:latin typeface="Times New Roman" pitchFamily="18" charset="0"/>
                <a:cs typeface="Times New Roman" pitchFamily="18" charset="0"/>
              </a:rPr>
              <a:t> </a:t>
            </a:r>
            <a:r>
              <a:rPr lang="en-US" sz="2800" b="1" err="1" smtClean="0">
                <a:solidFill>
                  <a:srgbClr val="0000FF"/>
                </a:solidFill>
                <a:latin typeface="Times New Roman" pitchFamily="18" charset="0"/>
                <a:cs typeface="Times New Roman" pitchFamily="18" charset="0"/>
              </a:rPr>
              <a:t>dữ</a:t>
            </a:r>
            <a:r>
              <a:rPr lang="en-US" sz="2800" b="1" smtClean="0">
                <a:solidFill>
                  <a:srgbClr val="0000FF"/>
                </a:solidFill>
                <a:latin typeface="Times New Roman" pitchFamily="18" charset="0"/>
                <a:cs typeface="Times New Roman" pitchFamily="18" charset="0"/>
              </a:rPr>
              <a:t> </a:t>
            </a:r>
            <a:r>
              <a:rPr lang="en-US" sz="2800" b="1" err="1" smtClean="0">
                <a:solidFill>
                  <a:srgbClr val="0000FF"/>
                </a:solidFill>
                <a:latin typeface="Times New Roman" pitchFamily="18" charset="0"/>
                <a:cs typeface="Times New Roman" pitchFamily="18" charset="0"/>
              </a:rPr>
              <a:t>liệu</a:t>
            </a:r>
            <a:r>
              <a:rPr lang="en-US" sz="2800" b="1" smtClean="0">
                <a:solidFill>
                  <a:srgbClr val="0000FF"/>
                </a:solidFill>
                <a:latin typeface="Times New Roman" pitchFamily="18" charset="0"/>
                <a:cs typeface="Times New Roman" pitchFamily="18" charset="0"/>
              </a:rPr>
              <a:t> qua </a:t>
            </a:r>
            <a:r>
              <a:rPr lang="en-US" sz="2800" b="1" err="1" smtClean="0">
                <a:solidFill>
                  <a:srgbClr val="0000FF"/>
                </a:solidFill>
                <a:latin typeface="Times New Roman" pitchFamily="18" charset="0"/>
                <a:cs typeface="Times New Roman" pitchFamily="18" charset="0"/>
              </a:rPr>
              <a:t>các</a:t>
            </a:r>
            <a:r>
              <a:rPr lang="en-US" sz="2800" b="1" smtClean="0">
                <a:solidFill>
                  <a:srgbClr val="0000FF"/>
                </a:solidFill>
                <a:latin typeface="Times New Roman" pitchFamily="18" charset="0"/>
                <a:cs typeface="Times New Roman" pitchFamily="18" charset="0"/>
              </a:rPr>
              <a:t> </a:t>
            </a:r>
            <a:r>
              <a:rPr lang="en-US" sz="2800" b="1" err="1" smtClean="0">
                <a:solidFill>
                  <a:srgbClr val="0000FF"/>
                </a:solidFill>
                <a:latin typeface="Times New Roman" pitchFamily="18" charset="0"/>
                <a:cs typeface="Times New Roman" pitchFamily="18" charset="0"/>
              </a:rPr>
              <a:t>mạng</a:t>
            </a:r>
            <a:r>
              <a:rPr lang="en-US" sz="2800" b="1" smtClean="0">
                <a:solidFill>
                  <a:srgbClr val="0000FF"/>
                </a:solidFill>
                <a:latin typeface="Times New Roman" pitchFamily="18" charset="0"/>
                <a:cs typeface="Times New Roman" pitchFamily="18" charset="0"/>
              </a:rPr>
              <a:t> </a:t>
            </a:r>
            <a:r>
              <a:rPr lang="en-US" sz="2800" b="1" err="1" smtClean="0">
                <a:solidFill>
                  <a:srgbClr val="0000FF"/>
                </a:solidFill>
                <a:latin typeface="Times New Roman" pitchFamily="18" charset="0"/>
                <a:cs typeface="Times New Roman" pitchFamily="18" charset="0"/>
              </a:rPr>
              <a:t>kết</a:t>
            </a:r>
            <a:r>
              <a:rPr lang="en-US" sz="2800" b="1" smtClean="0">
                <a:solidFill>
                  <a:srgbClr val="0000FF"/>
                </a:solidFill>
                <a:latin typeface="Times New Roman" pitchFamily="18" charset="0"/>
                <a:cs typeface="Times New Roman" pitchFamily="18" charset="0"/>
              </a:rPr>
              <a:t> </a:t>
            </a:r>
            <a:r>
              <a:rPr lang="en-US" sz="2800" b="1" err="1" smtClean="0">
                <a:solidFill>
                  <a:srgbClr val="0000FF"/>
                </a:solidFill>
                <a:latin typeface="Times New Roman" pitchFamily="18" charset="0"/>
                <a:cs typeface="Times New Roman" pitchFamily="18" charset="0"/>
              </a:rPr>
              <a:t>hợp</a:t>
            </a:r>
            <a:r>
              <a:rPr lang="en-US" sz="2800" b="1" smtClean="0">
                <a:solidFill>
                  <a:srgbClr val="0000FF"/>
                </a:solidFill>
                <a:latin typeface="Times New Roman" pitchFamily="18" charset="0"/>
                <a:cs typeface="Times New Roman" pitchFamily="18" charset="0"/>
              </a:rPr>
              <a:t>, </a:t>
            </a:r>
            <a:r>
              <a:rPr lang="en-US" sz="2800" b="1" err="1" smtClean="0">
                <a:solidFill>
                  <a:srgbClr val="0000FF"/>
                </a:solidFill>
                <a:latin typeface="Times New Roman" pitchFamily="18" charset="0"/>
                <a:cs typeface="Times New Roman" pitchFamily="18" charset="0"/>
              </a:rPr>
              <a:t>các</a:t>
            </a:r>
            <a:r>
              <a:rPr lang="en-US" sz="2800" b="1" smtClean="0">
                <a:solidFill>
                  <a:srgbClr val="0000FF"/>
                </a:solidFill>
                <a:latin typeface="Times New Roman" pitchFamily="18" charset="0"/>
                <a:cs typeface="Times New Roman" pitchFamily="18" charset="0"/>
              </a:rPr>
              <a:t> </a:t>
            </a:r>
            <a:r>
              <a:rPr lang="en-US" sz="2800" b="1" err="1" smtClean="0">
                <a:solidFill>
                  <a:srgbClr val="0000FF"/>
                </a:solidFill>
                <a:latin typeface="Times New Roman" pitchFamily="18" charset="0"/>
                <a:cs typeface="Times New Roman" pitchFamily="18" charset="0"/>
              </a:rPr>
              <a:t>nhà</a:t>
            </a:r>
            <a:r>
              <a:rPr lang="en-US" sz="2800" b="1" smtClean="0">
                <a:solidFill>
                  <a:srgbClr val="0000FF"/>
                </a:solidFill>
                <a:latin typeface="Times New Roman" pitchFamily="18" charset="0"/>
                <a:cs typeface="Times New Roman" pitchFamily="18" charset="0"/>
              </a:rPr>
              <a:t> </a:t>
            </a:r>
            <a:r>
              <a:rPr lang="en-US" sz="2800" b="1" err="1" smtClean="0">
                <a:solidFill>
                  <a:srgbClr val="0000FF"/>
                </a:solidFill>
                <a:latin typeface="Times New Roman" pitchFamily="18" charset="0"/>
                <a:cs typeface="Times New Roman" pitchFamily="18" charset="0"/>
              </a:rPr>
              <a:t>nghiên</a:t>
            </a:r>
            <a:r>
              <a:rPr lang="en-US" sz="2800" b="1" smtClean="0">
                <a:solidFill>
                  <a:srgbClr val="0000FF"/>
                </a:solidFill>
                <a:latin typeface="Times New Roman" pitchFamily="18" charset="0"/>
                <a:cs typeface="Times New Roman" pitchFamily="18" charset="0"/>
              </a:rPr>
              <a:t> </a:t>
            </a:r>
            <a:r>
              <a:rPr lang="en-US" sz="2800" b="1" err="1" smtClean="0">
                <a:solidFill>
                  <a:srgbClr val="0000FF"/>
                </a:solidFill>
                <a:latin typeface="Times New Roman" pitchFamily="18" charset="0"/>
                <a:cs typeface="Times New Roman" pitchFamily="18" charset="0"/>
              </a:rPr>
              <a:t>cứu</a:t>
            </a:r>
            <a:r>
              <a:rPr lang="en-US" sz="2800" b="1" smtClean="0">
                <a:solidFill>
                  <a:srgbClr val="0000FF"/>
                </a:solidFill>
                <a:latin typeface="Times New Roman" pitchFamily="18" charset="0"/>
                <a:cs typeface="Times New Roman" pitchFamily="18" charset="0"/>
              </a:rPr>
              <a:t> </a:t>
            </a:r>
            <a:r>
              <a:rPr lang="en-US" sz="2800" b="1" err="1" smtClean="0">
                <a:solidFill>
                  <a:srgbClr val="0000FF"/>
                </a:solidFill>
                <a:latin typeface="Times New Roman" pitchFamily="18" charset="0"/>
                <a:cs typeface="Times New Roman" pitchFamily="18" charset="0"/>
              </a:rPr>
              <a:t>và</a:t>
            </a:r>
            <a:r>
              <a:rPr lang="en-US" sz="2800" b="1" smtClean="0">
                <a:solidFill>
                  <a:srgbClr val="0000FF"/>
                </a:solidFill>
                <a:latin typeface="Times New Roman" pitchFamily="18" charset="0"/>
                <a:cs typeface="Times New Roman" pitchFamily="18" charset="0"/>
              </a:rPr>
              <a:t> </a:t>
            </a:r>
            <a:r>
              <a:rPr lang="en-US" sz="2800" b="1" err="1" smtClean="0">
                <a:solidFill>
                  <a:srgbClr val="0000FF"/>
                </a:solidFill>
                <a:latin typeface="Times New Roman" pitchFamily="18" charset="0"/>
                <a:cs typeface="Times New Roman" pitchFamily="18" charset="0"/>
              </a:rPr>
              <a:t>thiết</a:t>
            </a:r>
            <a:r>
              <a:rPr lang="en-US" sz="2800" b="1" smtClean="0">
                <a:solidFill>
                  <a:srgbClr val="0000FF"/>
                </a:solidFill>
                <a:latin typeface="Times New Roman" pitchFamily="18" charset="0"/>
                <a:cs typeface="Times New Roman" pitchFamily="18" charset="0"/>
              </a:rPr>
              <a:t> </a:t>
            </a:r>
            <a:r>
              <a:rPr lang="en-US" sz="2800" b="1" err="1" smtClean="0">
                <a:solidFill>
                  <a:srgbClr val="0000FF"/>
                </a:solidFill>
                <a:latin typeface="Times New Roman" pitchFamily="18" charset="0"/>
                <a:cs typeface="Times New Roman" pitchFamily="18" charset="0"/>
              </a:rPr>
              <a:t>kế</a:t>
            </a:r>
            <a:r>
              <a:rPr lang="en-US" sz="2800" b="1" smtClean="0">
                <a:solidFill>
                  <a:srgbClr val="0000FF"/>
                </a:solidFill>
                <a:latin typeface="Times New Roman" pitchFamily="18" charset="0"/>
                <a:cs typeface="Times New Roman" pitchFamily="18" charset="0"/>
              </a:rPr>
              <a:t> </a:t>
            </a:r>
            <a:r>
              <a:rPr lang="en-US" sz="2800" b="1" err="1" smtClean="0">
                <a:solidFill>
                  <a:srgbClr val="0000FF"/>
                </a:solidFill>
                <a:latin typeface="Times New Roman" pitchFamily="18" charset="0"/>
                <a:cs typeface="Times New Roman" pitchFamily="18" charset="0"/>
              </a:rPr>
              <a:t>tạo</a:t>
            </a:r>
            <a:r>
              <a:rPr lang="en-US" sz="2800" b="1" smtClean="0">
                <a:solidFill>
                  <a:srgbClr val="0000FF"/>
                </a:solidFill>
                <a:latin typeface="Times New Roman" pitchFamily="18" charset="0"/>
                <a:cs typeface="Times New Roman" pitchFamily="18" charset="0"/>
              </a:rPr>
              <a:t> </a:t>
            </a:r>
            <a:r>
              <a:rPr lang="en-US" sz="2800" b="1" err="1" smtClean="0">
                <a:solidFill>
                  <a:srgbClr val="0000FF"/>
                </a:solidFill>
                <a:latin typeface="Times New Roman" pitchFamily="18" charset="0"/>
                <a:cs typeface="Times New Roman" pitchFamily="18" charset="0"/>
              </a:rPr>
              <a:t>ra</a:t>
            </a:r>
            <a:r>
              <a:rPr lang="en-US" sz="2800" b="1" smtClean="0">
                <a:solidFill>
                  <a:srgbClr val="0000FF"/>
                </a:solidFill>
                <a:latin typeface="Times New Roman" pitchFamily="18" charset="0"/>
                <a:cs typeface="Times New Roman" pitchFamily="18" charset="0"/>
              </a:rPr>
              <a:t> IP </a:t>
            </a:r>
            <a:r>
              <a:rPr lang="en-US" sz="2800" b="1" err="1" smtClean="0">
                <a:solidFill>
                  <a:srgbClr val="0000FF"/>
                </a:solidFill>
                <a:latin typeface="Times New Roman" pitchFamily="18" charset="0"/>
                <a:cs typeface="Times New Roman" pitchFamily="18" charset="0"/>
              </a:rPr>
              <a:t>đáp</a:t>
            </a:r>
            <a:r>
              <a:rPr lang="en-US" sz="2800" b="1" smtClean="0">
                <a:solidFill>
                  <a:srgbClr val="0000FF"/>
                </a:solidFill>
                <a:latin typeface="Times New Roman" pitchFamily="18" charset="0"/>
                <a:cs typeface="Times New Roman" pitchFamily="18" charset="0"/>
              </a:rPr>
              <a:t> </a:t>
            </a:r>
            <a:r>
              <a:rPr lang="en-US" sz="2800" b="1" err="1" smtClean="0">
                <a:solidFill>
                  <a:srgbClr val="0000FF"/>
                </a:solidFill>
                <a:latin typeface="Times New Roman" pitchFamily="18" charset="0"/>
                <a:cs typeface="Times New Roman" pitchFamily="18" charset="0"/>
              </a:rPr>
              <a:t>ứng</a:t>
            </a:r>
            <a:r>
              <a:rPr lang="en-US" sz="2800" b="1" smtClean="0">
                <a:solidFill>
                  <a:srgbClr val="0000FF"/>
                </a:solidFill>
                <a:latin typeface="Times New Roman" pitchFamily="18" charset="0"/>
                <a:cs typeface="Times New Roman" pitchFamily="18" charset="0"/>
              </a:rPr>
              <a:t> </a:t>
            </a:r>
            <a:r>
              <a:rPr lang="en-US" sz="2800" b="1" err="1" smtClean="0">
                <a:solidFill>
                  <a:srgbClr val="0000FF"/>
                </a:solidFill>
                <a:latin typeface="Times New Roman" pitchFamily="18" charset="0"/>
                <a:cs typeface="Times New Roman" pitchFamily="18" charset="0"/>
              </a:rPr>
              <a:t>các</a:t>
            </a:r>
            <a:r>
              <a:rPr lang="en-US" sz="2800" b="1" smtClean="0">
                <a:solidFill>
                  <a:srgbClr val="0000FF"/>
                </a:solidFill>
                <a:latin typeface="Times New Roman" pitchFamily="18" charset="0"/>
                <a:cs typeface="Times New Roman" pitchFamily="18" charset="0"/>
              </a:rPr>
              <a:t> </a:t>
            </a:r>
            <a:r>
              <a:rPr lang="en-US" sz="2800" b="1" err="1" smtClean="0">
                <a:solidFill>
                  <a:srgbClr val="0000FF"/>
                </a:solidFill>
                <a:latin typeface="Times New Roman" pitchFamily="18" charset="0"/>
                <a:cs typeface="Times New Roman" pitchFamily="18" charset="0"/>
              </a:rPr>
              <a:t>yêu</a:t>
            </a:r>
            <a:r>
              <a:rPr lang="en-US" sz="2800" b="1" smtClean="0">
                <a:solidFill>
                  <a:srgbClr val="0000FF"/>
                </a:solidFill>
                <a:latin typeface="Times New Roman" pitchFamily="18" charset="0"/>
                <a:cs typeface="Times New Roman" pitchFamily="18" charset="0"/>
              </a:rPr>
              <a:t> </a:t>
            </a:r>
            <a:r>
              <a:rPr lang="en-US" sz="2800" b="1" err="1" smtClean="0">
                <a:solidFill>
                  <a:srgbClr val="0000FF"/>
                </a:solidFill>
                <a:latin typeface="Times New Roman" pitchFamily="18" charset="0"/>
                <a:cs typeface="Times New Roman" pitchFamily="18" charset="0"/>
              </a:rPr>
              <a:t>cầu</a:t>
            </a:r>
            <a:r>
              <a:rPr lang="en-US" sz="2800" b="1" smtClean="0">
                <a:solidFill>
                  <a:srgbClr val="0000FF"/>
                </a:solidFill>
                <a:latin typeface="Times New Roman" pitchFamily="18" charset="0"/>
                <a:cs typeface="Times New Roman" pitchFamily="18" charset="0"/>
              </a:rPr>
              <a:t> </a:t>
            </a:r>
            <a:r>
              <a:rPr lang="en-US" sz="2800" b="1" err="1" smtClean="0">
                <a:solidFill>
                  <a:srgbClr val="0000FF"/>
                </a:solidFill>
                <a:latin typeface="Times New Roman" pitchFamily="18" charset="0"/>
                <a:cs typeface="Times New Roman" pitchFamily="18" charset="0"/>
              </a:rPr>
              <a:t>sau</a:t>
            </a:r>
            <a:r>
              <a:rPr lang="en-US" sz="2800" b="1" smtClean="0">
                <a:solidFill>
                  <a:srgbClr val="0000FF"/>
                </a:solidFill>
                <a:latin typeface="Times New Roman" pitchFamily="18" charset="0"/>
                <a:cs typeface="Times New Roman" pitchFamily="18" charset="0"/>
              </a:rPr>
              <a:t>:</a:t>
            </a:r>
            <a:endParaRPr lang="en-US" sz="2800" b="1" smtClean="0">
              <a:solidFill>
                <a:srgbClr val="002060"/>
              </a:solidFill>
              <a:latin typeface="Times New Roman" pitchFamily="18" charset="0"/>
              <a:cs typeface="Times New Roman" pitchFamily="18" charset="0"/>
            </a:endParaRPr>
          </a:p>
          <a:p>
            <a:pPr algn="just">
              <a:buFont typeface="Wingdings" pitchFamily="2" charset="2"/>
              <a:buChar char="Ø"/>
            </a:pPr>
            <a:r>
              <a:rPr lang="en-US" sz="2800" b="1" smtClean="0">
                <a:solidFill>
                  <a:srgbClr val="002060"/>
                </a:solidFill>
                <a:latin typeface="Times New Roman" pitchFamily="18" charset="0"/>
                <a:cs typeface="Times New Roman" pitchFamily="18" charset="0"/>
              </a:rPr>
              <a:t> </a:t>
            </a:r>
            <a:r>
              <a:rPr lang="en-US" sz="2800" b="1" err="1" smtClean="0">
                <a:solidFill>
                  <a:srgbClr val="002060"/>
                </a:solidFill>
                <a:latin typeface="Times New Roman" pitchFamily="18" charset="0"/>
                <a:cs typeface="Times New Roman" pitchFamily="18" charset="0"/>
              </a:rPr>
              <a:t>Thiếp</a:t>
            </a:r>
            <a:r>
              <a:rPr lang="en-US" sz="2800" b="1" smtClean="0">
                <a:solidFill>
                  <a:srgbClr val="002060"/>
                </a:solidFill>
                <a:latin typeface="Times New Roman" pitchFamily="18" charset="0"/>
                <a:cs typeface="Times New Roman" pitchFamily="18" charset="0"/>
              </a:rPr>
              <a:t> </a:t>
            </a:r>
            <a:r>
              <a:rPr lang="en-US" sz="2800" b="1" err="1" smtClean="0">
                <a:solidFill>
                  <a:srgbClr val="002060"/>
                </a:solidFill>
                <a:latin typeface="Times New Roman" pitchFamily="18" charset="0"/>
                <a:cs typeface="Times New Roman" pitchFamily="18" charset="0"/>
              </a:rPr>
              <a:t>lập</a:t>
            </a:r>
            <a:r>
              <a:rPr lang="en-US" sz="2800" b="1" smtClean="0">
                <a:solidFill>
                  <a:srgbClr val="002060"/>
                </a:solidFill>
                <a:latin typeface="Times New Roman" pitchFamily="18" charset="0"/>
                <a:cs typeface="Times New Roman" pitchFamily="18" charset="0"/>
              </a:rPr>
              <a:t> </a:t>
            </a:r>
            <a:r>
              <a:rPr lang="en-US" sz="2800" b="1" err="1" smtClean="0">
                <a:solidFill>
                  <a:srgbClr val="002060"/>
                </a:solidFill>
                <a:latin typeface="Times New Roman" pitchFamily="18" charset="0"/>
                <a:cs typeface="Times New Roman" pitchFamily="18" charset="0"/>
              </a:rPr>
              <a:t>hệ</a:t>
            </a:r>
            <a:r>
              <a:rPr lang="en-US" sz="2800" b="1" smtClean="0">
                <a:solidFill>
                  <a:srgbClr val="002060"/>
                </a:solidFill>
                <a:latin typeface="Times New Roman" pitchFamily="18" charset="0"/>
                <a:cs typeface="Times New Roman" pitchFamily="18" charset="0"/>
              </a:rPr>
              <a:t> </a:t>
            </a:r>
            <a:r>
              <a:rPr lang="en-US" sz="2800" b="1" err="1" smtClean="0">
                <a:solidFill>
                  <a:srgbClr val="002060"/>
                </a:solidFill>
                <a:latin typeface="Times New Roman" pitchFamily="18" charset="0"/>
                <a:cs typeface="Times New Roman" pitchFamily="18" charset="0"/>
              </a:rPr>
              <a:t>thống</a:t>
            </a:r>
            <a:r>
              <a:rPr lang="en-US" sz="2800" b="1" smtClean="0">
                <a:solidFill>
                  <a:srgbClr val="002060"/>
                </a:solidFill>
                <a:latin typeface="Times New Roman" pitchFamily="18" charset="0"/>
                <a:cs typeface="Times New Roman" pitchFamily="18" charset="0"/>
              </a:rPr>
              <a:t> </a:t>
            </a:r>
            <a:r>
              <a:rPr lang="en-US" sz="2800" b="1" err="1" smtClean="0">
                <a:solidFill>
                  <a:srgbClr val="002060"/>
                </a:solidFill>
                <a:latin typeface="Times New Roman" pitchFamily="18" charset="0"/>
                <a:cs typeface="Times New Roman" pitchFamily="18" charset="0"/>
              </a:rPr>
              <a:t>sử</a:t>
            </a:r>
            <a:r>
              <a:rPr lang="en-US" sz="2800" b="1" smtClean="0">
                <a:solidFill>
                  <a:srgbClr val="002060"/>
                </a:solidFill>
                <a:latin typeface="Times New Roman" pitchFamily="18" charset="0"/>
                <a:cs typeface="Times New Roman" pitchFamily="18" charset="0"/>
              </a:rPr>
              <a:t> </a:t>
            </a:r>
            <a:r>
              <a:rPr lang="en-US" sz="2800" b="1" err="1" smtClean="0">
                <a:solidFill>
                  <a:srgbClr val="002060"/>
                </a:solidFill>
                <a:latin typeface="Times New Roman" pitchFamily="18" charset="0"/>
                <a:cs typeface="Times New Roman" pitchFamily="18" charset="0"/>
              </a:rPr>
              <a:t>dụng</a:t>
            </a:r>
            <a:r>
              <a:rPr lang="en-US" sz="2800" b="1" smtClean="0">
                <a:solidFill>
                  <a:srgbClr val="002060"/>
                </a:solidFill>
                <a:latin typeface="Times New Roman" pitchFamily="18" charset="0"/>
                <a:cs typeface="Times New Roman" pitchFamily="18" charset="0"/>
              </a:rPr>
              <a:t> </a:t>
            </a:r>
            <a:r>
              <a:rPr lang="en-US" sz="2800" b="1" err="1" smtClean="0">
                <a:solidFill>
                  <a:srgbClr val="002060"/>
                </a:solidFill>
                <a:latin typeface="Times New Roman" pitchFamily="18" charset="0"/>
                <a:cs typeface="Times New Roman" pitchFamily="18" charset="0"/>
              </a:rPr>
              <a:t>các</a:t>
            </a:r>
            <a:r>
              <a:rPr lang="en-US" sz="2800" b="1" smtClean="0">
                <a:solidFill>
                  <a:srgbClr val="002060"/>
                </a:solidFill>
                <a:latin typeface="Times New Roman" pitchFamily="18" charset="0"/>
                <a:cs typeface="Times New Roman" pitchFamily="18" charset="0"/>
              </a:rPr>
              <a:t> </a:t>
            </a:r>
            <a:r>
              <a:rPr lang="en-US" sz="2800" b="1" err="1" smtClean="0">
                <a:solidFill>
                  <a:srgbClr val="002060"/>
                </a:solidFill>
                <a:latin typeface="Times New Roman" pitchFamily="18" charset="0"/>
                <a:cs typeface="Times New Roman" pitchFamily="18" charset="0"/>
              </a:rPr>
              <a:t>máy</a:t>
            </a:r>
            <a:r>
              <a:rPr lang="en-US" sz="2800" b="1" smtClean="0">
                <a:solidFill>
                  <a:srgbClr val="002060"/>
                </a:solidFill>
                <a:latin typeface="Times New Roman" pitchFamily="18" charset="0"/>
                <a:cs typeface="Times New Roman" pitchFamily="18" charset="0"/>
              </a:rPr>
              <a:t> </a:t>
            </a:r>
            <a:r>
              <a:rPr lang="en-US" sz="2800" b="1" err="1" smtClean="0">
                <a:solidFill>
                  <a:srgbClr val="002060"/>
                </a:solidFill>
                <a:latin typeface="Times New Roman" pitchFamily="18" charset="0"/>
                <a:cs typeface="Times New Roman" pitchFamily="18" charset="0"/>
              </a:rPr>
              <a:t>tính</a:t>
            </a:r>
            <a:r>
              <a:rPr lang="en-US" sz="2800" b="1" smtClean="0">
                <a:solidFill>
                  <a:srgbClr val="002060"/>
                </a:solidFill>
                <a:latin typeface="Times New Roman" pitchFamily="18" charset="0"/>
                <a:cs typeface="Times New Roman" pitchFamily="18" charset="0"/>
              </a:rPr>
              <a:t>, </a:t>
            </a:r>
            <a:r>
              <a:rPr lang="en-US" sz="2800" b="1" err="1" smtClean="0">
                <a:solidFill>
                  <a:srgbClr val="002060"/>
                </a:solidFill>
                <a:latin typeface="Times New Roman" pitchFamily="18" charset="0"/>
                <a:cs typeface="Times New Roman" pitchFamily="18" charset="0"/>
              </a:rPr>
              <a:t>các</a:t>
            </a:r>
            <a:r>
              <a:rPr lang="en-US" sz="2800" b="1" smtClean="0">
                <a:solidFill>
                  <a:srgbClr val="002060"/>
                </a:solidFill>
                <a:latin typeface="Times New Roman" pitchFamily="18" charset="0"/>
                <a:cs typeface="Times New Roman" pitchFamily="18" charset="0"/>
              </a:rPr>
              <a:t> </a:t>
            </a:r>
            <a:r>
              <a:rPr lang="en-US" sz="2800" b="1" err="1" smtClean="0">
                <a:solidFill>
                  <a:srgbClr val="002060"/>
                </a:solidFill>
                <a:latin typeface="Times New Roman" pitchFamily="18" charset="0"/>
                <a:cs typeface="Times New Roman" pitchFamily="18" charset="0"/>
              </a:rPr>
              <a:t>thiết</a:t>
            </a:r>
            <a:r>
              <a:rPr lang="en-US" sz="2800" b="1" smtClean="0">
                <a:solidFill>
                  <a:srgbClr val="002060"/>
                </a:solidFill>
                <a:latin typeface="Times New Roman" pitchFamily="18" charset="0"/>
                <a:cs typeface="Times New Roman" pitchFamily="18" charset="0"/>
              </a:rPr>
              <a:t> </a:t>
            </a:r>
            <a:r>
              <a:rPr lang="en-US" sz="2800" b="1" err="1" smtClean="0">
                <a:solidFill>
                  <a:srgbClr val="002060"/>
                </a:solidFill>
                <a:latin typeface="Times New Roman" pitchFamily="18" charset="0"/>
                <a:cs typeface="Times New Roman" pitchFamily="18" charset="0"/>
              </a:rPr>
              <a:t>bị</a:t>
            </a:r>
            <a:r>
              <a:rPr lang="en-US" sz="2800" b="1" smtClean="0">
                <a:solidFill>
                  <a:srgbClr val="002060"/>
                </a:solidFill>
                <a:latin typeface="Times New Roman" pitchFamily="18" charset="0"/>
                <a:cs typeface="Times New Roman" pitchFamily="18" charset="0"/>
              </a:rPr>
              <a:t> </a:t>
            </a:r>
            <a:r>
              <a:rPr lang="en-US" sz="2800" b="1" err="1" smtClean="0">
                <a:solidFill>
                  <a:srgbClr val="002060"/>
                </a:solidFill>
                <a:latin typeface="Times New Roman" pitchFamily="18" charset="0"/>
                <a:cs typeface="Times New Roman" pitchFamily="18" charset="0"/>
              </a:rPr>
              <a:t>dẫn</a:t>
            </a:r>
            <a:r>
              <a:rPr lang="en-US" sz="2800" b="1" smtClean="0">
                <a:solidFill>
                  <a:srgbClr val="002060"/>
                </a:solidFill>
                <a:latin typeface="Times New Roman" pitchFamily="18" charset="0"/>
                <a:cs typeface="Times New Roman" pitchFamily="18" charset="0"/>
              </a:rPr>
              <a:t> </a:t>
            </a:r>
            <a:r>
              <a:rPr lang="en-US" sz="2800" b="1" err="1" smtClean="0">
                <a:solidFill>
                  <a:srgbClr val="002060"/>
                </a:solidFill>
                <a:latin typeface="Times New Roman" pitchFamily="18" charset="0"/>
                <a:cs typeface="Times New Roman" pitchFamily="18" charset="0"/>
              </a:rPr>
              <a:t>đường</a:t>
            </a:r>
            <a:r>
              <a:rPr lang="en-US" sz="2800" b="1" smtClean="0">
                <a:solidFill>
                  <a:srgbClr val="002060"/>
                </a:solidFill>
                <a:latin typeface="Times New Roman" pitchFamily="18" charset="0"/>
                <a:cs typeface="Times New Roman" pitchFamily="18" charset="0"/>
              </a:rPr>
              <a:t> </a:t>
            </a:r>
            <a:r>
              <a:rPr lang="en-US" sz="2800" b="1" err="1" smtClean="0">
                <a:solidFill>
                  <a:srgbClr val="002060"/>
                </a:solidFill>
                <a:latin typeface="Times New Roman" pitchFamily="18" charset="0"/>
                <a:cs typeface="Times New Roman" pitchFamily="18" charset="0"/>
              </a:rPr>
              <a:t>được</a:t>
            </a:r>
            <a:r>
              <a:rPr lang="en-US" sz="2800" b="1" smtClean="0">
                <a:solidFill>
                  <a:srgbClr val="002060"/>
                </a:solidFill>
                <a:latin typeface="Times New Roman" pitchFamily="18" charset="0"/>
                <a:cs typeface="Times New Roman" pitchFamily="18" charset="0"/>
              </a:rPr>
              <a:t> </a:t>
            </a:r>
            <a:r>
              <a:rPr lang="en-US" sz="2800" b="1" err="1" smtClean="0">
                <a:solidFill>
                  <a:srgbClr val="002060"/>
                </a:solidFill>
                <a:latin typeface="Times New Roman" pitchFamily="18" charset="0"/>
                <a:cs typeface="Times New Roman" pitchFamily="18" charset="0"/>
              </a:rPr>
              <a:t>chế</a:t>
            </a:r>
            <a:r>
              <a:rPr lang="en-US" sz="2800" b="1" smtClean="0">
                <a:solidFill>
                  <a:srgbClr val="002060"/>
                </a:solidFill>
                <a:latin typeface="Times New Roman" pitchFamily="18" charset="0"/>
                <a:cs typeface="Times New Roman" pitchFamily="18" charset="0"/>
              </a:rPr>
              <a:t> </a:t>
            </a:r>
            <a:r>
              <a:rPr lang="en-US" sz="2800" b="1" err="1" smtClean="0">
                <a:solidFill>
                  <a:srgbClr val="002060"/>
                </a:solidFill>
                <a:latin typeface="Times New Roman" pitchFamily="18" charset="0"/>
                <a:cs typeface="Times New Roman" pitchFamily="18" charset="0"/>
              </a:rPr>
              <a:t>tạo</a:t>
            </a:r>
            <a:r>
              <a:rPr lang="en-US" sz="2800" b="1" smtClean="0">
                <a:solidFill>
                  <a:srgbClr val="002060"/>
                </a:solidFill>
                <a:latin typeface="Times New Roman" pitchFamily="18" charset="0"/>
                <a:cs typeface="Times New Roman" pitchFamily="18" charset="0"/>
              </a:rPr>
              <a:t> </a:t>
            </a:r>
            <a:r>
              <a:rPr lang="en-US" sz="2800" b="1" err="1" smtClean="0">
                <a:solidFill>
                  <a:srgbClr val="002060"/>
                </a:solidFill>
                <a:latin typeface="Times New Roman" pitchFamily="18" charset="0"/>
                <a:cs typeface="Times New Roman" pitchFamily="18" charset="0"/>
              </a:rPr>
              <a:t>từ</a:t>
            </a:r>
            <a:r>
              <a:rPr lang="en-US" sz="2800" b="1" smtClean="0">
                <a:solidFill>
                  <a:srgbClr val="002060"/>
                </a:solidFill>
                <a:latin typeface="Times New Roman" pitchFamily="18" charset="0"/>
                <a:cs typeface="Times New Roman" pitchFamily="18" charset="0"/>
              </a:rPr>
              <a:t> </a:t>
            </a:r>
            <a:r>
              <a:rPr lang="en-US" sz="2800" b="1" err="1" smtClean="0">
                <a:solidFill>
                  <a:srgbClr val="002060"/>
                </a:solidFill>
                <a:latin typeface="Times New Roman" pitchFamily="18" charset="0"/>
                <a:cs typeface="Times New Roman" pitchFamily="18" charset="0"/>
              </a:rPr>
              <a:t>các</a:t>
            </a:r>
            <a:r>
              <a:rPr lang="en-US" sz="2800" b="1" smtClean="0">
                <a:solidFill>
                  <a:srgbClr val="002060"/>
                </a:solidFill>
                <a:latin typeface="Times New Roman" pitchFamily="18" charset="0"/>
                <a:cs typeface="Times New Roman" pitchFamily="18" charset="0"/>
              </a:rPr>
              <a:t> </a:t>
            </a:r>
            <a:r>
              <a:rPr lang="en-US" sz="2800" b="1" err="1" smtClean="0">
                <a:solidFill>
                  <a:srgbClr val="002060"/>
                </a:solidFill>
                <a:latin typeface="Times New Roman" pitchFamily="18" charset="0"/>
                <a:cs typeface="Times New Roman" pitchFamily="18" charset="0"/>
              </a:rPr>
              <a:t>nhà</a:t>
            </a:r>
            <a:r>
              <a:rPr lang="en-US" sz="2800" b="1" smtClean="0">
                <a:solidFill>
                  <a:srgbClr val="002060"/>
                </a:solidFill>
                <a:latin typeface="Times New Roman" pitchFamily="18" charset="0"/>
                <a:cs typeface="Times New Roman" pitchFamily="18" charset="0"/>
              </a:rPr>
              <a:t> </a:t>
            </a:r>
            <a:r>
              <a:rPr lang="en-US" sz="2800" b="1" err="1" smtClean="0">
                <a:solidFill>
                  <a:srgbClr val="002060"/>
                </a:solidFill>
                <a:latin typeface="Times New Roman" pitchFamily="18" charset="0"/>
                <a:cs typeface="Times New Roman" pitchFamily="18" charset="0"/>
              </a:rPr>
              <a:t>sản</a:t>
            </a:r>
            <a:r>
              <a:rPr lang="en-US" sz="2800" b="1" smtClean="0">
                <a:solidFill>
                  <a:srgbClr val="002060"/>
                </a:solidFill>
                <a:latin typeface="Times New Roman" pitchFamily="18" charset="0"/>
                <a:cs typeface="Times New Roman" pitchFamily="18" charset="0"/>
              </a:rPr>
              <a:t> </a:t>
            </a:r>
            <a:r>
              <a:rPr lang="en-US" sz="2800" b="1" err="1" smtClean="0">
                <a:solidFill>
                  <a:srgbClr val="002060"/>
                </a:solidFill>
                <a:latin typeface="Times New Roman" pitchFamily="18" charset="0"/>
                <a:cs typeface="Times New Roman" pitchFamily="18" charset="0"/>
              </a:rPr>
              <a:t>xuất</a:t>
            </a:r>
            <a:r>
              <a:rPr lang="en-US" sz="2800" b="1" smtClean="0">
                <a:solidFill>
                  <a:srgbClr val="002060"/>
                </a:solidFill>
                <a:latin typeface="Times New Roman" pitchFamily="18" charset="0"/>
                <a:cs typeface="Times New Roman" pitchFamily="18" charset="0"/>
              </a:rPr>
              <a:t> </a:t>
            </a:r>
            <a:r>
              <a:rPr lang="en-US" sz="2800" b="1" err="1" smtClean="0">
                <a:solidFill>
                  <a:srgbClr val="002060"/>
                </a:solidFill>
                <a:latin typeface="Times New Roman" pitchFamily="18" charset="0"/>
                <a:cs typeface="Times New Roman" pitchFamily="18" charset="0"/>
              </a:rPr>
              <a:t>khác</a:t>
            </a:r>
            <a:r>
              <a:rPr lang="en-US" sz="2800" b="1" smtClean="0">
                <a:solidFill>
                  <a:srgbClr val="002060"/>
                </a:solidFill>
                <a:latin typeface="Times New Roman" pitchFamily="18" charset="0"/>
                <a:cs typeface="Times New Roman" pitchFamily="18" charset="0"/>
              </a:rPr>
              <a:t> nhau.</a:t>
            </a:r>
          </a:p>
          <a:p>
            <a:pPr algn="just">
              <a:buFont typeface="Wingdings" pitchFamily="2" charset="2"/>
              <a:buChar char="Ø"/>
            </a:pPr>
            <a:r>
              <a:rPr lang="en-US" sz="2800" b="1" smtClean="0">
                <a:solidFill>
                  <a:srgbClr val="002060"/>
                </a:solidFill>
                <a:latin typeface="Times New Roman" pitchFamily="18" charset="0"/>
                <a:cs typeface="Times New Roman" pitchFamily="18" charset="0"/>
              </a:rPr>
              <a:t> Đáp </a:t>
            </a:r>
            <a:r>
              <a:rPr lang="en-US" sz="2800" b="1" err="1" smtClean="0">
                <a:solidFill>
                  <a:srgbClr val="002060"/>
                </a:solidFill>
                <a:latin typeface="Times New Roman" pitchFamily="18" charset="0"/>
                <a:cs typeface="Times New Roman" pitchFamily="18" charset="0"/>
              </a:rPr>
              <a:t>ứng</a:t>
            </a:r>
            <a:r>
              <a:rPr lang="en-US" sz="2800" b="1" smtClean="0">
                <a:solidFill>
                  <a:srgbClr val="002060"/>
                </a:solidFill>
                <a:latin typeface="Times New Roman" pitchFamily="18" charset="0"/>
                <a:cs typeface="Times New Roman" pitchFamily="18" charset="0"/>
              </a:rPr>
              <a:t> </a:t>
            </a:r>
            <a:r>
              <a:rPr lang="en-US" sz="2800" b="1" err="1" smtClean="0">
                <a:solidFill>
                  <a:srgbClr val="002060"/>
                </a:solidFill>
                <a:latin typeface="Times New Roman" pitchFamily="18" charset="0"/>
                <a:cs typeface="Times New Roman" pitchFamily="18" charset="0"/>
              </a:rPr>
              <a:t>được</a:t>
            </a:r>
            <a:r>
              <a:rPr lang="en-US" sz="2800" b="1" smtClean="0">
                <a:solidFill>
                  <a:srgbClr val="002060"/>
                </a:solidFill>
                <a:latin typeface="Times New Roman" pitchFamily="18" charset="0"/>
                <a:cs typeface="Times New Roman" pitchFamily="18" charset="0"/>
              </a:rPr>
              <a:t> </a:t>
            </a:r>
            <a:r>
              <a:rPr lang="en-US" sz="2800" b="1" err="1" smtClean="0">
                <a:solidFill>
                  <a:srgbClr val="002060"/>
                </a:solidFill>
                <a:latin typeface="Times New Roman" pitchFamily="18" charset="0"/>
                <a:cs typeface="Times New Roman" pitchFamily="18" charset="0"/>
              </a:rPr>
              <a:t>sự</a:t>
            </a:r>
            <a:r>
              <a:rPr lang="en-US" sz="2800" b="1" smtClean="0">
                <a:solidFill>
                  <a:srgbClr val="002060"/>
                </a:solidFill>
                <a:latin typeface="Times New Roman" pitchFamily="18" charset="0"/>
                <a:cs typeface="Times New Roman" pitchFamily="18" charset="0"/>
              </a:rPr>
              <a:t> </a:t>
            </a:r>
            <a:r>
              <a:rPr lang="en-US" sz="2800" b="1" err="1" smtClean="0">
                <a:solidFill>
                  <a:srgbClr val="002060"/>
                </a:solidFill>
                <a:latin typeface="Times New Roman" pitchFamily="18" charset="0"/>
                <a:cs typeface="Times New Roman" pitchFamily="18" charset="0"/>
              </a:rPr>
              <a:t>phát</a:t>
            </a:r>
            <a:r>
              <a:rPr lang="en-US" sz="2800" b="1" smtClean="0">
                <a:solidFill>
                  <a:srgbClr val="002060"/>
                </a:solidFill>
                <a:latin typeface="Times New Roman" pitchFamily="18" charset="0"/>
                <a:cs typeface="Times New Roman" pitchFamily="18" charset="0"/>
              </a:rPr>
              <a:t> </a:t>
            </a:r>
            <a:r>
              <a:rPr lang="en-US" sz="2800" b="1" err="1" smtClean="0">
                <a:solidFill>
                  <a:srgbClr val="002060"/>
                </a:solidFill>
                <a:latin typeface="Times New Roman" pitchFamily="18" charset="0"/>
                <a:cs typeface="Times New Roman" pitchFamily="18" charset="0"/>
              </a:rPr>
              <a:t>triển</a:t>
            </a:r>
            <a:r>
              <a:rPr lang="en-US" sz="2800" b="1" smtClean="0">
                <a:solidFill>
                  <a:srgbClr val="002060"/>
                </a:solidFill>
                <a:latin typeface="Times New Roman" pitchFamily="18" charset="0"/>
                <a:cs typeface="Times New Roman" pitchFamily="18" charset="0"/>
              </a:rPr>
              <a:t> </a:t>
            </a:r>
            <a:r>
              <a:rPr lang="en-US" sz="2800" b="1" err="1" smtClean="0">
                <a:solidFill>
                  <a:srgbClr val="002060"/>
                </a:solidFill>
                <a:latin typeface="Times New Roman" pitchFamily="18" charset="0"/>
                <a:cs typeface="Times New Roman" pitchFamily="18" charset="0"/>
              </a:rPr>
              <a:t>nhanh</a:t>
            </a:r>
            <a:r>
              <a:rPr lang="en-US" sz="2800" b="1" smtClean="0">
                <a:solidFill>
                  <a:srgbClr val="002060"/>
                </a:solidFill>
                <a:latin typeface="Times New Roman" pitchFamily="18" charset="0"/>
                <a:cs typeface="Times New Roman" pitchFamily="18" charset="0"/>
              </a:rPr>
              <a:t> </a:t>
            </a:r>
            <a:r>
              <a:rPr lang="en-US" sz="2800" b="1" err="1" smtClean="0">
                <a:solidFill>
                  <a:srgbClr val="002060"/>
                </a:solidFill>
                <a:latin typeface="Times New Roman" pitchFamily="18" charset="0"/>
                <a:cs typeface="Times New Roman" pitchFamily="18" charset="0"/>
              </a:rPr>
              <a:t>chóng</a:t>
            </a:r>
            <a:r>
              <a:rPr lang="en-US" sz="2800" b="1" smtClean="0">
                <a:solidFill>
                  <a:srgbClr val="002060"/>
                </a:solidFill>
                <a:latin typeface="Times New Roman" pitchFamily="18" charset="0"/>
                <a:cs typeface="Times New Roman" pitchFamily="18" charset="0"/>
              </a:rPr>
              <a:t> </a:t>
            </a:r>
            <a:r>
              <a:rPr lang="en-US" sz="2800" b="1" err="1" smtClean="0">
                <a:solidFill>
                  <a:srgbClr val="002060"/>
                </a:solidFill>
                <a:latin typeface="Times New Roman" pitchFamily="18" charset="0"/>
                <a:cs typeface="Times New Roman" pitchFamily="18" charset="0"/>
              </a:rPr>
              <a:t>của</a:t>
            </a:r>
            <a:r>
              <a:rPr lang="en-US" sz="2800" b="1" smtClean="0">
                <a:solidFill>
                  <a:srgbClr val="002060"/>
                </a:solidFill>
                <a:latin typeface="Times New Roman" pitchFamily="18" charset="0"/>
                <a:cs typeface="Times New Roman" pitchFamily="18" charset="0"/>
              </a:rPr>
              <a:t> </a:t>
            </a:r>
            <a:r>
              <a:rPr lang="en-US" sz="2800" b="1" err="1" smtClean="0">
                <a:solidFill>
                  <a:srgbClr val="002060"/>
                </a:solidFill>
                <a:latin typeface="Times New Roman" pitchFamily="18" charset="0"/>
                <a:cs typeface="Times New Roman" pitchFamily="18" charset="0"/>
              </a:rPr>
              <a:t>các</a:t>
            </a:r>
            <a:r>
              <a:rPr lang="en-US" sz="2800" b="1" smtClean="0">
                <a:solidFill>
                  <a:srgbClr val="002060"/>
                </a:solidFill>
                <a:latin typeface="Times New Roman" pitchFamily="18" charset="0"/>
                <a:cs typeface="Times New Roman" pitchFamily="18" charset="0"/>
              </a:rPr>
              <a:t> </a:t>
            </a:r>
            <a:r>
              <a:rPr lang="en-US" sz="2800" b="1" err="1" smtClean="0">
                <a:solidFill>
                  <a:srgbClr val="002060"/>
                </a:solidFill>
                <a:latin typeface="Times New Roman" pitchFamily="18" charset="0"/>
                <a:cs typeface="Times New Roman" pitchFamily="18" charset="0"/>
              </a:rPr>
              <a:t>loại</a:t>
            </a:r>
            <a:r>
              <a:rPr lang="en-US" sz="2800" b="1" smtClean="0">
                <a:solidFill>
                  <a:srgbClr val="002060"/>
                </a:solidFill>
                <a:latin typeface="Times New Roman" pitchFamily="18" charset="0"/>
                <a:cs typeface="Times New Roman" pitchFamily="18" charset="0"/>
              </a:rPr>
              <a:t> </a:t>
            </a:r>
            <a:r>
              <a:rPr lang="en-US" sz="2800" b="1" err="1" smtClean="0">
                <a:solidFill>
                  <a:srgbClr val="002060"/>
                </a:solidFill>
                <a:latin typeface="Times New Roman" pitchFamily="18" charset="0"/>
                <a:cs typeface="Times New Roman" pitchFamily="18" charset="0"/>
              </a:rPr>
              <a:t>mạng</a:t>
            </a:r>
            <a:r>
              <a:rPr lang="en-US" sz="2800" b="1" smtClean="0">
                <a:solidFill>
                  <a:srgbClr val="002060"/>
                </a:solidFill>
                <a:latin typeface="Times New Roman" pitchFamily="18" charset="0"/>
                <a:cs typeface="Times New Roman" pitchFamily="18" charset="0"/>
              </a:rPr>
              <a:t> </a:t>
            </a:r>
            <a:r>
              <a:rPr lang="en-US" sz="2800" b="1" err="1" smtClean="0">
                <a:solidFill>
                  <a:srgbClr val="002060"/>
                </a:solidFill>
                <a:latin typeface="Times New Roman" pitchFamily="18" charset="0"/>
                <a:cs typeface="Times New Roman" pitchFamily="18" charset="0"/>
              </a:rPr>
              <a:t>khác</a:t>
            </a:r>
            <a:r>
              <a:rPr lang="en-US" sz="2800" b="1" smtClean="0">
                <a:solidFill>
                  <a:srgbClr val="002060"/>
                </a:solidFill>
                <a:latin typeface="Times New Roman" pitchFamily="18" charset="0"/>
                <a:cs typeface="Times New Roman" pitchFamily="18" charset="0"/>
              </a:rPr>
              <a:t> </a:t>
            </a:r>
            <a:r>
              <a:rPr lang="en-US" sz="2800" b="1" err="1" smtClean="0">
                <a:solidFill>
                  <a:srgbClr val="002060"/>
                </a:solidFill>
                <a:latin typeface="Times New Roman" pitchFamily="18" charset="0"/>
                <a:cs typeface="Times New Roman" pitchFamily="18" charset="0"/>
              </a:rPr>
              <a:t>nhau</a:t>
            </a:r>
            <a:r>
              <a:rPr lang="en-US" sz="2800" b="1" smtClean="0">
                <a:solidFill>
                  <a:srgbClr val="002060"/>
                </a:solidFill>
                <a:latin typeface="Times New Roman" pitchFamily="18" charset="0"/>
                <a:cs typeface="Times New Roman" pitchFamily="18" charset="0"/>
              </a:rPr>
              <a:t> </a:t>
            </a:r>
            <a:r>
              <a:rPr lang="en-US" sz="2800" b="1" err="1" smtClean="0">
                <a:solidFill>
                  <a:srgbClr val="002060"/>
                </a:solidFill>
                <a:latin typeface="Times New Roman" pitchFamily="18" charset="0"/>
                <a:cs typeface="Times New Roman" pitchFamily="18" charset="0"/>
              </a:rPr>
              <a:t>đồng</a:t>
            </a:r>
            <a:r>
              <a:rPr lang="en-US" sz="2800" b="1" smtClean="0">
                <a:solidFill>
                  <a:srgbClr val="002060"/>
                </a:solidFill>
                <a:latin typeface="Times New Roman" pitchFamily="18" charset="0"/>
                <a:cs typeface="Times New Roman" pitchFamily="18" charset="0"/>
              </a:rPr>
              <a:t> </a:t>
            </a:r>
            <a:r>
              <a:rPr lang="en-US" sz="2800" b="1" err="1" smtClean="0">
                <a:solidFill>
                  <a:srgbClr val="002060"/>
                </a:solidFill>
                <a:latin typeface="Times New Roman" pitchFamily="18" charset="0"/>
                <a:cs typeface="Times New Roman" pitchFamily="18" charset="0"/>
              </a:rPr>
              <a:t>thời</a:t>
            </a:r>
            <a:r>
              <a:rPr lang="en-US" sz="2800" b="1" smtClean="0">
                <a:solidFill>
                  <a:srgbClr val="002060"/>
                </a:solidFill>
                <a:latin typeface="Times New Roman" pitchFamily="18" charset="0"/>
                <a:cs typeface="Times New Roman" pitchFamily="18" charset="0"/>
              </a:rPr>
              <a:t> kế thừa được </a:t>
            </a:r>
            <a:r>
              <a:rPr lang="en-US" sz="2800" b="1" err="1" smtClean="0">
                <a:solidFill>
                  <a:srgbClr val="002060"/>
                </a:solidFill>
                <a:latin typeface="Times New Roman" pitchFamily="18" charset="0"/>
                <a:cs typeface="Times New Roman" pitchFamily="18" charset="0"/>
              </a:rPr>
              <a:t>công</a:t>
            </a:r>
            <a:r>
              <a:rPr lang="en-US" sz="2800" b="1" smtClean="0">
                <a:solidFill>
                  <a:srgbClr val="002060"/>
                </a:solidFill>
                <a:latin typeface="Times New Roman" pitchFamily="18" charset="0"/>
                <a:cs typeface="Times New Roman" pitchFamily="18" charset="0"/>
              </a:rPr>
              <a:t> </a:t>
            </a:r>
            <a:r>
              <a:rPr lang="en-US" sz="2800" b="1" err="1" smtClean="0">
                <a:solidFill>
                  <a:srgbClr val="002060"/>
                </a:solidFill>
                <a:latin typeface="Times New Roman" pitchFamily="18" charset="0"/>
                <a:cs typeface="Times New Roman" pitchFamily="18" charset="0"/>
              </a:rPr>
              <a:t>nghệ</a:t>
            </a:r>
            <a:r>
              <a:rPr lang="en-US" sz="2800" b="1" smtClean="0">
                <a:solidFill>
                  <a:srgbClr val="002060"/>
                </a:solidFill>
                <a:latin typeface="Times New Roman" pitchFamily="18" charset="0"/>
                <a:cs typeface="Times New Roman" pitchFamily="18" charset="0"/>
              </a:rPr>
              <a:t> </a:t>
            </a:r>
            <a:r>
              <a:rPr lang="en-US" sz="2800" b="1" err="1" smtClean="0">
                <a:solidFill>
                  <a:srgbClr val="002060"/>
                </a:solidFill>
                <a:latin typeface="Times New Roman" pitchFamily="18" charset="0"/>
                <a:cs typeface="Times New Roman" pitchFamily="18" charset="0"/>
              </a:rPr>
              <a:t>mạng</a:t>
            </a:r>
            <a:r>
              <a:rPr lang="en-US" sz="2800" b="1" smtClean="0">
                <a:solidFill>
                  <a:srgbClr val="002060"/>
                </a:solidFill>
                <a:latin typeface="Times New Roman" pitchFamily="18" charset="0"/>
                <a:cs typeface="Times New Roman" pitchFamily="18" charset="0"/>
              </a:rPr>
              <a:t> cũ.</a:t>
            </a:r>
          </a:p>
          <a:p>
            <a:pPr algn="just">
              <a:buFont typeface="Wingdings" pitchFamily="2" charset="2"/>
              <a:buChar char="Ø"/>
            </a:pPr>
            <a:r>
              <a:rPr lang="en-US" sz="2800" b="1" smtClean="0">
                <a:solidFill>
                  <a:srgbClr val="002060"/>
                </a:solidFill>
                <a:latin typeface="Times New Roman" pitchFamily="18" charset="0"/>
                <a:cs typeface="Times New Roman" pitchFamily="18" charset="0"/>
              </a:rPr>
              <a:t> </a:t>
            </a:r>
            <a:r>
              <a:rPr lang="en-US" sz="2800" b="1" err="1" smtClean="0">
                <a:solidFill>
                  <a:srgbClr val="002060"/>
                </a:solidFill>
                <a:latin typeface="Times New Roman" pitchFamily="18" charset="0"/>
                <a:cs typeface="Times New Roman" pitchFamily="18" charset="0"/>
              </a:rPr>
              <a:t>Hỗ</a:t>
            </a:r>
            <a:r>
              <a:rPr lang="en-US" sz="2800" b="1" smtClean="0">
                <a:solidFill>
                  <a:srgbClr val="002060"/>
                </a:solidFill>
                <a:latin typeface="Times New Roman" pitchFamily="18" charset="0"/>
                <a:cs typeface="Times New Roman" pitchFamily="18" charset="0"/>
              </a:rPr>
              <a:t> </a:t>
            </a:r>
            <a:r>
              <a:rPr lang="en-US" sz="2800" b="1" err="1" smtClean="0">
                <a:solidFill>
                  <a:srgbClr val="002060"/>
                </a:solidFill>
                <a:latin typeface="Times New Roman" pitchFamily="18" charset="0"/>
                <a:cs typeface="Times New Roman" pitchFamily="18" charset="0"/>
              </a:rPr>
              <a:t>trợ</a:t>
            </a:r>
            <a:r>
              <a:rPr lang="en-US" sz="2800" b="1" smtClean="0">
                <a:solidFill>
                  <a:srgbClr val="002060"/>
                </a:solidFill>
                <a:latin typeface="Times New Roman" pitchFamily="18" charset="0"/>
                <a:cs typeface="Times New Roman" pitchFamily="18" charset="0"/>
              </a:rPr>
              <a:t> </a:t>
            </a:r>
            <a:r>
              <a:rPr lang="en-US" sz="2800" b="1" err="1" smtClean="0">
                <a:solidFill>
                  <a:srgbClr val="002060"/>
                </a:solidFill>
                <a:latin typeface="Times New Roman" pitchFamily="18" charset="0"/>
                <a:cs typeface="Times New Roman" pitchFamily="18" charset="0"/>
              </a:rPr>
              <a:t>tầng</a:t>
            </a:r>
            <a:r>
              <a:rPr lang="en-US" sz="2800" b="1" smtClean="0">
                <a:solidFill>
                  <a:srgbClr val="002060"/>
                </a:solidFill>
                <a:latin typeface="Times New Roman" pitchFamily="18" charset="0"/>
                <a:cs typeface="Times New Roman" pitchFamily="18" charset="0"/>
              </a:rPr>
              <a:t> </a:t>
            </a:r>
            <a:r>
              <a:rPr lang="en-US" sz="2800" b="1" err="1" smtClean="0">
                <a:solidFill>
                  <a:srgbClr val="002060"/>
                </a:solidFill>
                <a:latin typeface="Times New Roman" pitchFamily="18" charset="0"/>
                <a:cs typeface="Times New Roman" pitchFamily="18" charset="0"/>
              </a:rPr>
              <a:t>trên</a:t>
            </a:r>
            <a:r>
              <a:rPr lang="en-US" sz="2800" b="1" smtClean="0">
                <a:solidFill>
                  <a:srgbClr val="002060"/>
                </a:solidFill>
                <a:latin typeface="Times New Roman" pitchFamily="18" charset="0"/>
                <a:cs typeface="Times New Roman" pitchFamily="18" charset="0"/>
              </a:rPr>
              <a:t> </a:t>
            </a:r>
            <a:r>
              <a:rPr lang="en-US" sz="2800" b="1" err="1" smtClean="0">
                <a:solidFill>
                  <a:srgbClr val="002060"/>
                </a:solidFill>
                <a:latin typeface="Times New Roman" pitchFamily="18" charset="0"/>
                <a:cs typeface="Times New Roman" pitchFamily="18" charset="0"/>
              </a:rPr>
              <a:t>dịch</a:t>
            </a:r>
            <a:r>
              <a:rPr lang="en-US" sz="2800" b="1" smtClean="0">
                <a:solidFill>
                  <a:srgbClr val="002060"/>
                </a:solidFill>
                <a:latin typeface="Times New Roman" pitchFamily="18" charset="0"/>
                <a:cs typeface="Times New Roman" pitchFamily="18" charset="0"/>
              </a:rPr>
              <a:t> </a:t>
            </a:r>
            <a:r>
              <a:rPr lang="en-US" sz="2800" b="1" err="1" smtClean="0">
                <a:solidFill>
                  <a:srgbClr val="002060"/>
                </a:solidFill>
                <a:latin typeface="Times New Roman" pitchFamily="18" charset="0"/>
                <a:cs typeface="Times New Roman" pitchFamily="18" charset="0"/>
              </a:rPr>
              <a:t>vụ</a:t>
            </a:r>
            <a:r>
              <a:rPr lang="en-US" sz="2800" b="1" smtClean="0">
                <a:solidFill>
                  <a:srgbClr val="002060"/>
                </a:solidFill>
                <a:latin typeface="Times New Roman" pitchFamily="18" charset="0"/>
                <a:cs typeface="Times New Roman" pitchFamily="18" charset="0"/>
              </a:rPr>
              <a:t> </a:t>
            </a:r>
            <a:r>
              <a:rPr lang="en-US" sz="2800" b="1" err="1" smtClean="0">
                <a:solidFill>
                  <a:srgbClr val="002060"/>
                </a:solidFill>
                <a:latin typeface="Times New Roman" pitchFamily="18" charset="0"/>
                <a:cs typeface="Times New Roman" pitchFamily="18" charset="0"/>
              </a:rPr>
              <a:t>có</a:t>
            </a:r>
            <a:r>
              <a:rPr lang="en-US" sz="2800" b="1" smtClean="0">
                <a:solidFill>
                  <a:srgbClr val="002060"/>
                </a:solidFill>
                <a:latin typeface="Times New Roman" pitchFamily="18" charset="0"/>
                <a:cs typeface="Times New Roman" pitchFamily="18" charset="0"/>
              </a:rPr>
              <a:t> </a:t>
            </a:r>
            <a:r>
              <a:rPr lang="en-US" sz="2800" b="1" err="1" smtClean="0">
                <a:solidFill>
                  <a:srgbClr val="002060"/>
                </a:solidFill>
                <a:latin typeface="Times New Roman" pitchFamily="18" charset="0"/>
                <a:cs typeface="Times New Roman" pitchFamily="18" charset="0"/>
              </a:rPr>
              <a:t>kết</a:t>
            </a:r>
            <a:r>
              <a:rPr lang="en-US" sz="2800" b="1" smtClean="0">
                <a:solidFill>
                  <a:srgbClr val="002060"/>
                </a:solidFill>
                <a:latin typeface="Times New Roman" pitchFamily="18" charset="0"/>
                <a:cs typeface="Times New Roman" pitchFamily="18" charset="0"/>
              </a:rPr>
              <a:t> </a:t>
            </a:r>
            <a:r>
              <a:rPr lang="en-US" sz="2800" b="1" err="1" smtClean="0">
                <a:solidFill>
                  <a:srgbClr val="002060"/>
                </a:solidFill>
                <a:latin typeface="Times New Roman" pitchFamily="18" charset="0"/>
                <a:cs typeface="Times New Roman" pitchFamily="18" charset="0"/>
              </a:rPr>
              <a:t>nối</a:t>
            </a:r>
            <a:r>
              <a:rPr lang="en-US" sz="2800" b="1" smtClean="0">
                <a:solidFill>
                  <a:srgbClr val="002060"/>
                </a:solidFill>
                <a:latin typeface="Times New Roman" pitchFamily="18" charset="0"/>
                <a:cs typeface="Times New Roman" pitchFamily="18" charset="0"/>
              </a:rPr>
              <a:t> </a:t>
            </a:r>
            <a:r>
              <a:rPr lang="en-US" sz="2800" b="1" err="1" smtClean="0">
                <a:solidFill>
                  <a:srgbClr val="002060"/>
                </a:solidFill>
                <a:latin typeface="Times New Roman" pitchFamily="18" charset="0"/>
                <a:cs typeface="Times New Roman" pitchFamily="18" charset="0"/>
              </a:rPr>
              <a:t>và</a:t>
            </a:r>
            <a:r>
              <a:rPr lang="en-US" sz="2800" b="1" smtClean="0">
                <a:solidFill>
                  <a:srgbClr val="002060"/>
                </a:solidFill>
                <a:latin typeface="Times New Roman" pitchFamily="18" charset="0"/>
                <a:cs typeface="Times New Roman" pitchFamily="18" charset="0"/>
              </a:rPr>
              <a:t> </a:t>
            </a:r>
            <a:r>
              <a:rPr lang="en-US" sz="2800" b="1" err="1" smtClean="0">
                <a:solidFill>
                  <a:srgbClr val="002060"/>
                </a:solidFill>
                <a:latin typeface="Times New Roman" pitchFamily="18" charset="0"/>
                <a:cs typeface="Times New Roman" pitchFamily="18" charset="0"/>
              </a:rPr>
              <a:t>không</a:t>
            </a:r>
            <a:r>
              <a:rPr lang="en-US" sz="2800" b="1" smtClean="0">
                <a:solidFill>
                  <a:srgbClr val="002060"/>
                </a:solidFill>
                <a:latin typeface="Times New Roman" pitchFamily="18" charset="0"/>
                <a:cs typeface="Times New Roman" pitchFamily="18" charset="0"/>
              </a:rPr>
              <a:t> </a:t>
            </a:r>
            <a:r>
              <a:rPr lang="en-US" sz="2800" b="1" err="1" smtClean="0">
                <a:solidFill>
                  <a:srgbClr val="002060"/>
                </a:solidFill>
                <a:latin typeface="Times New Roman" pitchFamily="18" charset="0"/>
                <a:cs typeface="Times New Roman" pitchFamily="18" charset="0"/>
              </a:rPr>
              <a:t>kết</a:t>
            </a:r>
            <a:r>
              <a:rPr lang="en-US" sz="2800" b="1" smtClean="0">
                <a:solidFill>
                  <a:srgbClr val="002060"/>
                </a:solidFill>
                <a:latin typeface="Times New Roman" pitchFamily="18" charset="0"/>
                <a:cs typeface="Times New Roman" pitchFamily="18" charset="0"/>
              </a:rPr>
              <a:t> </a:t>
            </a:r>
            <a:r>
              <a:rPr lang="en-US" sz="2800" b="1" err="1" smtClean="0">
                <a:solidFill>
                  <a:srgbClr val="002060"/>
                </a:solidFill>
                <a:latin typeface="Times New Roman" pitchFamily="18" charset="0"/>
                <a:cs typeface="Times New Roman" pitchFamily="18" charset="0"/>
              </a:rPr>
              <a:t>nối</a:t>
            </a:r>
            <a:r>
              <a:rPr lang="en-US" sz="2800" b="1" smtClean="0">
                <a:solidFill>
                  <a:srgbClr val="002060"/>
                </a:solidFill>
                <a:latin typeface="Times New Roman" pitchFamily="18" charset="0"/>
                <a:cs typeface="Times New Roman" pitchFamily="18" charset="0"/>
              </a:rPr>
              <a:t>.</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428596" y="1714488"/>
            <a:ext cx="8286808" cy="769441"/>
          </a:xfrm>
          <a:prstGeom prst="rect">
            <a:avLst/>
          </a:prstGeom>
          <a:noFill/>
        </p:spPr>
        <p:txBody>
          <a:bodyPr wrap="square" rtlCol="0">
            <a:spAutoFit/>
          </a:bodyPr>
          <a:lstStyle/>
          <a:p>
            <a:r>
              <a:rPr lang="en-US" sz="4400" b="1" err="1" smtClean="0">
                <a:solidFill>
                  <a:srgbClr val="0070C0"/>
                </a:solidFill>
                <a:latin typeface="Times New Roman" pitchFamily="18" charset="0"/>
                <a:cs typeface="Times New Roman" pitchFamily="18" charset="0"/>
              </a:rPr>
              <a:t>Khái</a:t>
            </a:r>
            <a:r>
              <a:rPr lang="en-US" sz="4400" b="1" smtClean="0">
                <a:solidFill>
                  <a:srgbClr val="0070C0"/>
                </a:solidFill>
                <a:latin typeface="Times New Roman" pitchFamily="18" charset="0"/>
                <a:cs typeface="Times New Roman" pitchFamily="18" charset="0"/>
              </a:rPr>
              <a:t> </a:t>
            </a:r>
            <a:r>
              <a:rPr lang="en-US" sz="4400" b="1" err="1" smtClean="0">
                <a:solidFill>
                  <a:srgbClr val="0070C0"/>
                </a:solidFill>
                <a:latin typeface="Times New Roman" pitchFamily="18" charset="0"/>
                <a:cs typeface="Times New Roman" pitchFamily="18" charset="0"/>
              </a:rPr>
              <a:t>niệm</a:t>
            </a:r>
            <a:r>
              <a:rPr lang="en-US" sz="4400" b="1" smtClean="0">
                <a:solidFill>
                  <a:srgbClr val="0070C0"/>
                </a:solidFill>
                <a:latin typeface="Times New Roman" pitchFamily="18" charset="0"/>
                <a:cs typeface="Times New Roman" pitchFamily="18" charset="0"/>
              </a:rPr>
              <a:t> IP</a:t>
            </a:r>
            <a:endParaRPr lang="en-US" sz="4400" b="1">
              <a:solidFill>
                <a:srgbClr val="0070C0"/>
              </a:solidFill>
              <a:latin typeface="Times New Roman" pitchFamily="18" charset="0"/>
              <a:cs typeface="Times New Roman" pitchFamily="18" charset="0"/>
            </a:endParaRPr>
          </a:p>
        </p:txBody>
      </p:sp>
      <p:sp>
        <p:nvSpPr>
          <p:cNvPr id="6" name="TextBox 5"/>
          <p:cNvSpPr txBox="1"/>
          <p:nvPr/>
        </p:nvSpPr>
        <p:spPr>
          <a:xfrm>
            <a:off x="214282" y="2571744"/>
            <a:ext cx="8715436" cy="3754874"/>
          </a:xfrm>
          <a:prstGeom prst="rect">
            <a:avLst/>
          </a:prstGeom>
          <a:noFill/>
        </p:spPr>
        <p:txBody>
          <a:bodyPr wrap="square" rtlCol="0">
            <a:spAutoFit/>
          </a:bodyPr>
          <a:lstStyle/>
          <a:p>
            <a:pPr indent="536575" algn="just"/>
            <a:r>
              <a:rPr lang="en-US" sz="3400" b="1" err="1" smtClean="0">
                <a:solidFill>
                  <a:srgbClr val="0000FF"/>
                </a:solidFill>
                <a:latin typeface="Times New Roman" pitchFamily="18" charset="0"/>
                <a:cs typeface="Times New Roman" pitchFamily="18" charset="0"/>
              </a:rPr>
              <a:t>Sơ</a:t>
            </a:r>
            <a:r>
              <a:rPr lang="en-US" sz="3400" b="1" smtClean="0">
                <a:solidFill>
                  <a:srgbClr val="0000FF"/>
                </a:solidFill>
                <a:latin typeface="Times New Roman" pitchFamily="18" charset="0"/>
                <a:cs typeface="Times New Roman" pitchFamily="18" charset="0"/>
              </a:rPr>
              <a:t> </a:t>
            </a:r>
            <a:r>
              <a:rPr lang="en-US" sz="3400" b="1" err="1" smtClean="0">
                <a:solidFill>
                  <a:srgbClr val="0000FF"/>
                </a:solidFill>
                <a:latin typeface="Times New Roman" pitchFamily="18" charset="0"/>
                <a:cs typeface="Times New Roman" pitchFamily="18" charset="0"/>
              </a:rPr>
              <a:t>đồ</a:t>
            </a:r>
            <a:r>
              <a:rPr lang="en-US" sz="3400" b="1" smtClean="0">
                <a:solidFill>
                  <a:srgbClr val="0000FF"/>
                </a:solidFill>
                <a:latin typeface="Times New Roman" pitchFamily="18" charset="0"/>
                <a:cs typeface="Times New Roman" pitchFamily="18" charset="0"/>
              </a:rPr>
              <a:t> </a:t>
            </a:r>
            <a:r>
              <a:rPr lang="en-US" sz="3400" b="1" err="1" smtClean="0">
                <a:solidFill>
                  <a:srgbClr val="0000FF"/>
                </a:solidFill>
                <a:latin typeface="Times New Roman" pitchFamily="18" charset="0"/>
                <a:cs typeface="Times New Roman" pitchFamily="18" charset="0"/>
              </a:rPr>
              <a:t>địa</a:t>
            </a:r>
            <a:r>
              <a:rPr lang="en-US" sz="3400" b="1" smtClean="0">
                <a:solidFill>
                  <a:srgbClr val="0000FF"/>
                </a:solidFill>
                <a:latin typeface="Times New Roman" pitchFamily="18" charset="0"/>
                <a:cs typeface="Times New Roman" pitchFamily="18" charset="0"/>
              </a:rPr>
              <a:t> </a:t>
            </a:r>
            <a:r>
              <a:rPr lang="en-US" sz="3400" b="1" err="1" smtClean="0">
                <a:solidFill>
                  <a:srgbClr val="0000FF"/>
                </a:solidFill>
                <a:latin typeface="Times New Roman" pitchFamily="18" charset="0"/>
                <a:cs typeface="Times New Roman" pitchFamily="18" charset="0"/>
              </a:rPr>
              <a:t>chỉ</a:t>
            </a:r>
            <a:r>
              <a:rPr lang="en-US" sz="3400" b="1" smtClean="0">
                <a:solidFill>
                  <a:srgbClr val="0000FF"/>
                </a:solidFill>
                <a:latin typeface="Times New Roman" pitchFamily="18" charset="0"/>
                <a:cs typeface="Times New Roman" pitchFamily="18" charset="0"/>
              </a:rPr>
              <a:t> </a:t>
            </a:r>
            <a:r>
              <a:rPr lang="en-US" sz="3400" b="1" err="1" smtClean="0">
                <a:solidFill>
                  <a:srgbClr val="0000FF"/>
                </a:solidFill>
                <a:latin typeface="Times New Roman" pitchFamily="18" charset="0"/>
                <a:cs typeface="Times New Roman" pitchFamily="18" charset="0"/>
              </a:rPr>
              <a:t>hóa</a:t>
            </a:r>
            <a:r>
              <a:rPr lang="en-US" sz="3400" b="1" smtClean="0">
                <a:solidFill>
                  <a:srgbClr val="0000FF"/>
                </a:solidFill>
                <a:latin typeface="Times New Roman" pitchFamily="18" charset="0"/>
                <a:cs typeface="Times New Roman" pitchFamily="18" charset="0"/>
              </a:rPr>
              <a:t> </a:t>
            </a:r>
            <a:r>
              <a:rPr lang="en-US" sz="3400" b="1" err="1" smtClean="0">
                <a:solidFill>
                  <a:srgbClr val="0000FF"/>
                </a:solidFill>
                <a:latin typeface="Times New Roman" pitchFamily="18" charset="0"/>
                <a:cs typeface="Times New Roman" pitchFamily="18" charset="0"/>
              </a:rPr>
              <a:t>để</a:t>
            </a:r>
            <a:r>
              <a:rPr lang="en-US" sz="3400" b="1" smtClean="0">
                <a:solidFill>
                  <a:srgbClr val="0000FF"/>
                </a:solidFill>
                <a:latin typeface="Times New Roman" pitchFamily="18" charset="0"/>
                <a:cs typeface="Times New Roman" pitchFamily="18" charset="0"/>
              </a:rPr>
              <a:t> </a:t>
            </a:r>
            <a:r>
              <a:rPr lang="en-US" sz="3400" b="1" err="1" smtClean="0">
                <a:solidFill>
                  <a:srgbClr val="0000FF"/>
                </a:solidFill>
                <a:latin typeface="Times New Roman" pitchFamily="18" charset="0"/>
                <a:cs typeface="Times New Roman" pitchFamily="18" charset="0"/>
              </a:rPr>
              <a:t>định</a:t>
            </a:r>
            <a:r>
              <a:rPr lang="en-US" sz="3400" b="1" smtClean="0">
                <a:solidFill>
                  <a:srgbClr val="0000FF"/>
                </a:solidFill>
                <a:latin typeface="Times New Roman" pitchFamily="18" charset="0"/>
                <a:cs typeface="Times New Roman" pitchFamily="18" charset="0"/>
              </a:rPr>
              <a:t> </a:t>
            </a:r>
            <a:r>
              <a:rPr lang="en-US" sz="3400" b="1" err="1" smtClean="0">
                <a:solidFill>
                  <a:srgbClr val="0000FF"/>
                </a:solidFill>
                <a:latin typeface="Times New Roman" pitchFamily="18" charset="0"/>
                <a:cs typeface="Times New Roman" pitchFamily="18" charset="0"/>
              </a:rPr>
              <a:t>danh</a:t>
            </a:r>
            <a:r>
              <a:rPr lang="en-US" sz="3400" b="1" smtClean="0">
                <a:solidFill>
                  <a:srgbClr val="0000FF"/>
                </a:solidFill>
                <a:latin typeface="Times New Roman" pitchFamily="18" charset="0"/>
                <a:cs typeface="Times New Roman" pitchFamily="18" charset="0"/>
              </a:rPr>
              <a:t> </a:t>
            </a:r>
            <a:r>
              <a:rPr lang="en-US" sz="3400" b="1" err="1" smtClean="0">
                <a:solidFill>
                  <a:srgbClr val="0000FF"/>
                </a:solidFill>
                <a:latin typeface="Times New Roman" pitchFamily="18" charset="0"/>
                <a:cs typeface="Times New Roman" pitchFamily="18" charset="0"/>
              </a:rPr>
              <a:t>các</a:t>
            </a:r>
            <a:r>
              <a:rPr lang="en-US" sz="3400" b="1" smtClean="0">
                <a:solidFill>
                  <a:srgbClr val="0000FF"/>
                </a:solidFill>
                <a:latin typeface="Times New Roman" pitchFamily="18" charset="0"/>
                <a:cs typeface="Times New Roman" pitchFamily="18" charset="0"/>
              </a:rPr>
              <a:t> </a:t>
            </a:r>
            <a:r>
              <a:rPr lang="en-US" sz="3400" b="1" err="1" smtClean="0">
                <a:solidFill>
                  <a:srgbClr val="0000FF"/>
                </a:solidFill>
                <a:latin typeface="Times New Roman" pitchFamily="18" charset="0"/>
                <a:cs typeface="Times New Roman" pitchFamily="18" charset="0"/>
              </a:rPr>
              <a:t>trạm</a:t>
            </a:r>
            <a:r>
              <a:rPr lang="en-US" sz="3400" b="1" smtClean="0">
                <a:solidFill>
                  <a:srgbClr val="0000FF"/>
                </a:solidFill>
                <a:latin typeface="Times New Roman" pitchFamily="18" charset="0"/>
                <a:cs typeface="Times New Roman" pitchFamily="18" charset="0"/>
              </a:rPr>
              <a:t> (host) </a:t>
            </a:r>
            <a:r>
              <a:rPr lang="en-US" sz="3400" b="1" err="1" smtClean="0">
                <a:solidFill>
                  <a:srgbClr val="0000FF"/>
                </a:solidFill>
                <a:latin typeface="Times New Roman" pitchFamily="18" charset="0"/>
                <a:cs typeface="Times New Roman" pitchFamily="18" charset="0"/>
              </a:rPr>
              <a:t>trong</a:t>
            </a:r>
            <a:r>
              <a:rPr lang="en-US" sz="3400" b="1" smtClean="0">
                <a:solidFill>
                  <a:srgbClr val="0000FF"/>
                </a:solidFill>
                <a:latin typeface="Times New Roman" pitchFamily="18" charset="0"/>
                <a:cs typeface="Times New Roman" pitchFamily="18" charset="0"/>
              </a:rPr>
              <a:t> </a:t>
            </a:r>
            <a:r>
              <a:rPr lang="en-US" sz="3400" b="1" err="1" smtClean="0">
                <a:solidFill>
                  <a:srgbClr val="0000FF"/>
                </a:solidFill>
                <a:latin typeface="Times New Roman" pitchFamily="18" charset="0"/>
                <a:cs typeface="Times New Roman" pitchFamily="18" charset="0"/>
              </a:rPr>
              <a:t>liên</a:t>
            </a:r>
            <a:r>
              <a:rPr lang="en-US" sz="3400" b="1" smtClean="0">
                <a:solidFill>
                  <a:srgbClr val="0000FF"/>
                </a:solidFill>
                <a:latin typeface="Times New Roman" pitchFamily="18" charset="0"/>
                <a:cs typeface="Times New Roman" pitchFamily="18" charset="0"/>
              </a:rPr>
              <a:t> </a:t>
            </a:r>
            <a:r>
              <a:rPr lang="en-US" sz="3400" b="1" err="1" smtClean="0">
                <a:solidFill>
                  <a:srgbClr val="0000FF"/>
                </a:solidFill>
                <a:latin typeface="Times New Roman" pitchFamily="18" charset="0"/>
                <a:cs typeface="Times New Roman" pitchFamily="18" charset="0"/>
              </a:rPr>
              <a:t>mạng</a:t>
            </a:r>
            <a:r>
              <a:rPr lang="en-US" sz="3400" b="1" smtClean="0">
                <a:solidFill>
                  <a:srgbClr val="0000FF"/>
                </a:solidFill>
                <a:latin typeface="Times New Roman" pitchFamily="18" charset="0"/>
                <a:cs typeface="Times New Roman" pitchFamily="18" charset="0"/>
              </a:rPr>
              <a:t> </a:t>
            </a:r>
            <a:r>
              <a:rPr lang="en-US" sz="3400" b="1" err="1" smtClean="0">
                <a:solidFill>
                  <a:srgbClr val="0000FF"/>
                </a:solidFill>
                <a:latin typeface="Times New Roman" pitchFamily="18" charset="0"/>
                <a:cs typeface="Times New Roman" pitchFamily="18" charset="0"/>
              </a:rPr>
              <a:t>được</a:t>
            </a:r>
            <a:r>
              <a:rPr lang="en-US" sz="3400" b="1" smtClean="0">
                <a:solidFill>
                  <a:srgbClr val="0000FF"/>
                </a:solidFill>
                <a:latin typeface="Times New Roman" pitchFamily="18" charset="0"/>
                <a:cs typeface="Times New Roman" pitchFamily="18" charset="0"/>
              </a:rPr>
              <a:t> </a:t>
            </a:r>
            <a:r>
              <a:rPr lang="en-US" sz="3400" b="1" err="1" smtClean="0">
                <a:solidFill>
                  <a:srgbClr val="0000FF"/>
                </a:solidFill>
                <a:latin typeface="Times New Roman" pitchFamily="18" charset="0"/>
                <a:cs typeface="Times New Roman" pitchFamily="18" charset="0"/>
              </a:rPr>
              <a:t>gọi</a:t>
            </a:r>
            <a:r>
              <a:rPr lang="en-US" sz="3400" b="1" smtClean="0">
                <a:solidFill>
                  <a:srgbClr val="0000FF"/>
                </a:solidFill>
                <a:latin typeface="Times New Roman" pitchFamily="18" charset="0"/>
                <a:cs typeface="Times New Roman" pitchFamily="18" charset="0"/>
              </a:rPr>
              <a:t> </a:t>
            </a:r>
            <a:r>
              <a:rPr lang="en-US" sz="3400" b="1" err="1" smtClean="0">
                <a:solidFill>
                  <a:srgbClr val="0000FF"/>
                </a:solidFill>
                <a:latin typeface="Times New Roman" pitchFamily="18" charset="0"/>
                <a:cs typeface="Times New Roman" pitchFamily="18" charset="0"/>
              </a:rPr>
              <a:t>là</a:t>
            </a:r>
            <a:r>
              <a:rPr lang="en-US" sz="3400" b="1" smtClean="0">
                <a:solidFill>
                  <a:srgbClr val="0000FF"/>
                </a:solidFill>
                <a:latin typeface="Times New Roman" pitchFamily="18" charset="0"/>
                <a:cs typeface="Times New Roman" pitchFamily="18" charset="0"/>
              </a:rPr>
              <a:t> </a:t>
            </a:r>
            <a:r>
              <a:rPr lang="en-US" sz="3400" b="1" err="1" smtClean="0">
                <a:solidFill>
                  <a:srgbClr val="0000FF"/>
                </a:solidFill>
                <a:latin typeface="Times New Roman" pitchFamily="18" charset="0"/>
                <a:cs typeface="Times New Roman" pitchFamily="18" charset="0"/>
              </a:rPr>
              <a:t>địa</a:t>
            </a:r>
            <a:r>
              <a:rPr lang="en-US" sz="3400" b="1" smtClean="0">
                <a:solidFill>
                  <a:srgbClr val="0000FF"/>
                </a:solidFill>
                <a:latin typeface="Times New Roman" pitchFamily="18" charset="0"/>
                <a:cs typeface="Times New Roman" pitchFamily="18" charset="0"/>
              </a:rPr>
              <a:t> </a:t>
            </a:r>
            <a:r>
              <a:rPr lang="en-US" sz="3400" b="1" err="1" smtClean="0">
                <a:solidFill>
                  <a:srgbClr val="0000FF"/>
                </a:solidFill>
                <a:latin typeface="Times New Roman" pitchFamily="18" charset="0"/>
                <a:cs typeface="Times New Roman" pitchFamily="18" charset="0"/>
              </a:rPr>
              <a:t>chỉ</a:t>
            </a:r>
            <a:r>
              <a:rPr lang="en-US" sz="3400" b="1" smtClean="0">
                <a:solidFill>
                  <a:srgbClr val="0000FF"/>
                </a:solidFill>
                <a:latin typeface="Times New Roman" pitchFamily="18" charset="0"/>
                <a:cs typeface="Times New Roman" pitchFamily="18" charset="0"/>
              </a:rPr>
              <a:t> IP.</a:t>
            </a:r>
          </a:p>
          <a:p>
            <a:pPr indent="536575" algn="just"/>
            <a:r>
              <a:rPr lang="pt-BR" sz="3400" b="1" smtClean="0">
                <a:solidFill>
                  <a:srgbClr val="0000FF"/>
                </a:solidFill>
                <a:latin typeface="Times New Roman" pitchFamily="18" charset="0"/>
                <a:cs typeface="Times New Roman" pitchFamily="18" charset="0"/>
              </a:rPr>
              <a:t>Địa chỉ IP đang được sử dụng phổ biến hiện tại là </a:t>
            </a:r>
            <a:r>
              <a:rPr lang="pt-BR" sz="3400" b="1" smtClean="0">
                <a:solidFill>
                  <a:srgbClr val="FF0000"/>
                </a:solidFill>
                <a:latin typeface="Times New Roman" pitchFamily="18" charset="0"/>
                <a:cs typeface="Times New Roman" pitchFamily="18" charset="0"/>
              </a:rPr>
              <a:t>IPv4</a:t>
            </a:r>
            <a:r>
              <a:rPr lang="pt-BR" sz="3400" b="1" smtClean="0">
                <a:solidFill>
                  <a:srgbClr val="0000FF"/>
                </a:solidFill>
                <a:latin typeface="Times New Roman" pitchFamily="18" charset="0"/>
                <a:cs typeface="Times New Roman" pitchFamily="18" charset="0"/>
              </a:rPr>
              <a:t> có độ dài </a:t>
            </a:r>
            <a:r>
              <a:rPr lang="pt-BR" sz="3400" b="1" smtClean="0">
                <a:solidFill>
                  <a:srgbClr val="FF0000"/>
                </a:solidFill>
                <a:latin typeface="Times New Roman" pitchFamily="18" charset="0"/>
                <a:cs typeface="Times New Roman" pitchFamily="18" charset="0"/>
              </a:rPr>
              <a:t>32 bits</a:t>
            </a:r>
            <a:r>
              <a:rPr lang="pt-BR" sz="3400" b="1" smtClean="0">
                <a:solidFill>
                  <a:srgbClr val="0000FF"/>
                </a:solidFill>
                <a:latin typeface="Times New Roman" pitchFamily="18" charset="0"/>
                <a:cs typeface="Times New Roman" pitchFamily="18" charset="0"/>
              </a:rPr>
              <a:t>.</a:t>
            </a:r>
          </a:p>
          <a:p>
            <a:pPr indent="536575" algn="just"/>
            <a:r>
              <a:rPr lang="pt-BR" sz="3400" b="1" smtClean="0">
                <a:solidFill>
                  <a:srgbClr val="0000FF"/>
                </a:solidFill>
                <a:latin typeface="Times New Roman" pitchFamily="18" charset="0"/>
                <a:cs typeface="Times New Roman" pitchFamily="18" charset="0"/>
              </a:rPr>
              <a:t>Về mặt lí thuyết, IPv4 có thể cung cấp một số lượng đến </a:t>
            </a:r>
            <a:r>
              <a:rPr lang="pt-BR" sz="3400" b="1" smtClean="0">
                <a:solidFill>
                  <a:srgbClr val="FF0000"/>
                </a:solidFill>
                <a:latin typeface="Times New Roman" pitchFamily="18" charset="0"/>
                <a:cs typeface="Times New Roman" pitchFamily="18" charset="0"/>
              </a:rPr>
              <a:t>2</a:t>
            </a:r>
            <a:r>
              <a:rPr lang="pt-BR" sz="3400" b="1" baseline="30000" smtClean="0">
                <a:solidFill>
                  <a:srgbClr val="FF0000"/>
                </a:solidFill>
                <a:latin typeface="Times New Roman" pitchFamily="18" charset="0"/>
                <a:cs typeface="Times New Roman" pitchFamily="18" charset="0"/>
              </a:rPr>
              <a:t>32</a:t>
            </a:r>
            <a:r>
              <a:rPr lang="pt-BR" sz="3400" b="1" smtClean="0">
                <a:solidFill>
                  <a:srgbClr val="FF0000"/>
                </a:solidFill>
                <a:latin typeface="Times New Roman" pitchFamily="18" charset="0"/>
                <a:cs typeface="Times New Roman" pitchFamily="18" charset="0"/>
              </a:rPr>
              <a:t>=4294967296</a:t>
            </a:r>
            <a:r>
              <a:rPr lang="pt-BR" sz="3400" b="1" smtClean="0">
                <a:solidFill>
                  <a:srgbClr val="0000FF"/>
                </a:solidFill>
                <a:latin typeface="Times New Roman" pitchFamily="18" charset="0"/>
                <a:cs typeface="Times New Roman" pitchFamily="18" charset="0"/>
              </a:rPr>
              <a:t> địa chỉ IP để gán cho các máy tính trên mạng.</a:t>
            </a:r>
            <a:endParaRPr lang="en-US" sz="3400" b="1" baseline="-25000" smtClean="0">
              <a:solidFill>
                <a:srgbClr val="0000FF"/>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428596" y="1714488"/>
            <a:ext cx="8286808" cy="769441"/>
          </a:xfrm>
          <a:prstGeom prst="rect">
            <a:avLst/>
          </a:prstGeom>
          <a:noFill/>
        </p:spPr>
        <p:txBody>
          <a:bodyPr wrap="square" rtlCol="0">
            <a:spAutoFit/>
          </a:bodyPr>
          <a:lstStyle/>
          <a:p>
            <a:r>
              <a:rPr lang="en-US" sz="4400" b="1" smtClean="0">
                <a:solidFill>
                  <a:srgbClr val="0070C0"/>
                </a:solidFill>
                <a:latin typeface="Times New Roman" pitchFamily="18" charset="0"/>
                <a:cs typeface="Times New Roman" pitchFamily="18" charset="0"/>
              </a:rPr>
              <a:t>Hạn chế của IPv4</a:t>
            </a:r>
            <a:endParaRPr lang="en-US" sz="4400" b="1">
              <a:solidFill>
                <a:srgbClr val="0070C0"/>
              </a:solidFill>
              <a:latin typeface="Times New Roman" pitchFamily="18" charset="0"/>
              <a:cs typeface="Times New Roman" pitchFamily="18" charset="0"/>
            </a:endParaRPr>
          </a:p>
        </p:txBody>
      </p:sp>
      <p:sp>
        <p:nvSpPr>
          <p:cNvPr id="6" name="TextBox 5"/>
          <p:cNvSpPr txBox="1"/>
          <p:nvPr/>
        </p:nvSpPr>
        <p:spPr>
          <a:xfrm>
            <a:off x="214282" y="2357430"/>
            <a:ext cx="8715436" cy="4493538"/>
          </a:xfrm>
          <a:prstGeom prst="rect">
            <a:avLst/>
          </a:prstGeom>
          <a:noFill/>
        </p:spPr>
        <p:txBody>
          <a:bodyPr wrap="square" rtlCol="0">
            <a:spAutoFit/>
          </a:bodyPr>
          <a:lstStyle/>
          <a:p>
            <a:pPr indent="536575" algn="just"/>
            <a:r>
              <a:rPr lang="en-US" sz="2600" b="1" err="1" smtClean="0">
                <a:solidFill>
                  <a:srgbClr val="0000FF"/>
                </a:solidFill>
                <a:latin typeface="Times New Roman" pitchFamily="18" charset="0"/>
                <a:cs typeface="Times New Roman" pitchFamily="18" charset="0"/>
              </a:rPr>
              <a:t>Hệ</a:t>
            </a:r>
            <a:r>
              <a:rPr lang="en-US" sz="2600" b="1" smtClean="0">
                <a:solidFill>
                  <a:srgbClr val="0000FF"/>
                </a:solidFill>
                <a:latin typeface="Times New Roman" pitchFamily="18" charset="0"/>
                <a:cs typeface="Times New Roman" pitchFamily="18" charset="0"/>
              </a:rPr>
              <a:t> </a:t>
            </a:r>
            <a:r>
              <a:rPr lang="en-US" sz="2600" b="1" err="1" smtClean="0">
                <a:solidFill>
                  <a:srgbClr val="0000FF"/>
                </a:solidFill>
                <a:latin typeface="Times New Roman" pitchFamily="18" charset="0"/>
                <a:cs typeface="Times New Roman" pitchFamily="18" charset="0"/>
              </a:rPr>
              <a:t>thống</a:t>
            </a:r>
            <a:r>
              <a:rPr lang="en-US" sz="2600" b="1" smtClean="0">
                <a:solidFill>
                  <a:srgbClr val="0000FF"/>
                </a:solidFill>
                <a:latin typeface="Times New Roman" pitchFamily="18" charset="0"/>
                <a:cs typeface="Times New Roman" pitchFamily="18" charset="0"/>
              </a:rPr>
              <a:t> </a:t>
            </a:r>
            <a:r>
              <a:rPr lang="en-US" sz="2600" b="1" err="1" smtClean="0">
                <a:solidFill>
                  <a:srgbClr val="0000FF"/>
                </a:solidFill>
                <a:latin typeface="Times New Roman" pitchFamily="18" charset="0"/>
                <a:cs typeface="Times New Roman" pitchFamily="18" charset="0"/>
              </a:rPr>
              <a:t>địa</a:t>
            </a:r>
            <a:r>
              <a:rPr lang="en-US" sz="2600" b="1" smtClean="0">
                <a:solidFill>
                  <a:srgbClr val="0000FF"/>
                </a:solidFill>
                <a:latin typeface="Times New Roman" pitchFamily="18" charset="0"/>
                <a:cs typeface="Times New Roman" pitchFamily="18" charset="0"/>
              </a:rPr>
              <a:t> </a:t>
            </a:r>
            <a:r>
              <a:rPr lang="en-US" sz="2600" b="1" err="1" smtClean="0">
                <a:solidFill>
                  <a:srgbClr val="0000FF"/>
                </a:solidFill>
                <a:latin typeface="Times New Roman" pitchFamily="18" charset="0"/>
                <a:cs typeface="Times New Roman" pitchFamily="18" charset="0"/>
              </a:rPr>
              <a:t>chỉ</a:t>
            </a:r>
            <a:r>
              <a:rPr lang="en-US" sz="2600" b="1" smtClean="0">
                <a:solidFill>
                  <a:srgbClr val="0000FF"/>
                </a:solidFill>
                <a:latin typeface="Times New Roman" pitchFamily="18" charset="0"/>
                <a:cs typeface="Times New Roman" pitchFamily="18" charset="0"/>
              </a:rPr>
              <a:t> IPv4 </a:t>
            </a:r>
            <a:r>
              <a:rPr lang="en-US" sz="2600" b="1" err="1" smtClean="0">
                <a:solidFill>
                  <a:srgbClr val="0000FF"/>
                </a:solidFill>
                <a:latin typeface="Times New Roman" pitchFamily="18" charset="0"/>
                <a:cs typeface="Times New Roman" pitchFamily="18" charset="0"/>
              </a:rPr>
              <a:t>hiện</a:t>
            </a:r>
            <a:r>
              <a:rPr lang="en-US" sz="2600" b="1" smtClean="0">
                <a:solidFill>
                  <a:srgbClr val="0000FF"/>
                </a:solidFill>
                <a:latin typeface="Times New Roman" pitchFamily="18" charset="0"/>
                <a:cs typeface="Times New Roman" pitchFamily="18" charset="0"/>
              </a:rPr>
              <a:t> nay </a:t>
            </a:r>
            <a:r>
              <a:rPr lang="en-US" sz="2600" b="1" err="1" smtClean="0">
                <a:solidFill>
                  <a:srgbClr val="0000FF"/>
                </a:solidFill>
                <a:latin typeface="Times New Roman" pitchFamily="18" charset="0"/>
                <a:cs typeface="Times New Roman" pitchFamily="18" charset="0"/>
              </a:rPr>
              <a:t>không</a:t>
            </a:r>
            <a:r>
              <a:rPr lang="en-US" sz="2600" b="1" smtClean="0">
                <a:solidFill>
                  <a:srgbClr val="0000FF"/>
                </a:solidFill>
                <a:latin typeface="Times New Roman" pitchFamily="18" charset="0"/>
                <a:cs typeface="Times New Roman" pitchFamily="18" charset="0"/>
              </a:rPr>
              <a:t> </a:t>
            </a:r>
            <a:r>
              <a:rPr lang="en-US" sz="2600" b="1" err="1" smtClean="0">
                <a:solidFill>
                  <a:srgbClr val="0000FF"/>
                </a:solidFill>
                <a:latin typeface="Times New Roman" pitchFamily="18" charset="0"/>
                <a:cs typeface="Times New Roman" pitchFamily="18" charset="0"/>
              </a:rPr>
              <a:t>có</a:t>
            </a:r>
            <a:r>
              <a:rPr lang="en-US" sz="2600" b="1" smtClean="0">
                <a:solidFill>
                  <a:srgbClr val="0000FF"/>
                </a:solidFill>
                <a:latin typeface="Times New Roman" pitchFamily="18" charset="0"/>
                <a:cs typeface="Times New Roman" pitchFamily="18" charset="0"/>
              </a:rPr>
              <a:t> </a:t>
            </a:r>
            <a:r>
              <a:rPr lang="en-US" sz="2600" b="1" err="1" smtClean="0">
                <a:solidFill>
                  <a:srgbClr val="0000FF"/>
                </a:solidFill>
                <a:latin typeface="Times New Roman" pitchFamily="18" charset="0"/>
                <a:cs typeface="Times New Roman" pitchFamily="18" charset="0"/>
              </a:rPr>
              <a:t>sự</a:t>
            </a:r>
            <a:r>
              <a:rPr lang="en-US" sz="2600" b="1" smtClean="0">
                <a:solidFill>
                  <a:srgbClr val="0000FF"/>
                </a:solidFill>
                <a:latin typeface="Times New Roman" pitchFamily="18" charset="0"/>
                <a:cs typeface="Times New Roman" pitchFamily="18" charset="0"/>
              </a:rPr>
              <a:t> </a:t>
            </a:r>
            <a:r>
              <a:rPr lang="en-US" sz="2600" b="1" err="1" smtClean="0">
                <a:solidFill>
                  <a:srgbClr val="0000FF"/>
                </a:solidFill>
                <a:latin typeface="Times New Roman" pitchFamily="18" charset="0"/>
                <a:cs typeface="Times New Roman" pitchFamily="18" charset="0"/>
              </a:rPr>
              <a:t>thay</a:t>
            </a:r>
            <a:r>
              <a:rPr lang="en-US" sz="2600" b="1" smtClean="0">
                <a:solidFill>
                  <a:srgbClr val="0000FF"/>
                </a:solidFill>
                <a:latin typeface="Times New Roman" pitchFamily="18" charset="0"/>
                <a:cs typeface="Times New Roman" pitchFamily="18" charset="0"/>
              </a:rPr>
              <a:t> </a:t>
            </a:r>
            <a:r>
              <a:rPr lang="en-US" sz="2600" b="1" err="1" smtClean="0">
                <a:solidFill>
                  <a:srgbClr val="0000FF"/>
                </a:solidFill>
                <a:latin typeface="Times New Roman" pitchFamily="18" charset="0"/>
                <a:cs typeface="Times New Roman" pitchFamily="18" charset="0"/>
              </a:rPr>
              <a:t>đổi</a:t>
            </a:r>
            <a:r>
              <a:rPr lang="en-US" sz="2600" b="1" smtClean="0">
                <a:solidFill>
                  <a:srgbClr val="0000FF"/>
                </a:solidFill>
                <a:latin typeface="Times New Roman" pitchFamily="18" charset="0"/>
                <a:cs typeface="Times New Roman" pitchFamily="18" charset="0"/>
              </a:rPr>
              <a:t> </a:t>
            </a:r>
            <a:r>
              <a:rPr lang="en-US" sz="2600" b="1" err="1" smtClean="0">
                <a:solidFill>
                  <a:srgbClr val="0000FF"/>
                </a:solidFill>
                <a:latin typeface="Times New Roman" pitchFamily="18" charset="0"/>
                <a:cs typeface="Times New Roman" pitchFamily="18" charset="0"/>
              </a:rPr>
              <a:t>về</a:t>
            </a:r>
            <a:r>
              <a:rPr lang="en-US" sz="2600" b="1" smtClean="0">
                <a:solidFill>
                  <a:srgbClr val="0000FF"/>
                </a:solidFill>
                <a:latin typeface="Times New Roman" pitchFamily="18" charset="0"/>
                <a:cs typeface="Times New Roman" pitchFamily="18" charset="0"/>
              </a:rPr>
              <a:t> </a:t>
            </a:r>
            <a:r>
              <a:rPr lang="en-US" sz="2600" b="1" err="1" smtClean="0">
                <a:solidFill>
                  <a:srgbClr val="0000FF"/>
                </a:solidFill>
                <a:latin typeface="Times New Roman" pitchFamily="18" charset="0"/>
                <a:cs typeface="Times New Roman" pitchFamily="18" charset="0"/>
              </a:rPr>
              <a:t>cơ</a:t>
            </a:r>
            <a:r>
              <a:rPr lang="en-US" sz="2600" b="1" smtClean="0">
                <a:solidFill>
                  <a:srgbClr val="0000FF"/>
                </a:solidFill>
                <a:latin typeface="Times New Roman" pitchFamily="18" charset="0"/>
                <a:cs typeface="Times New Roman" pitchFamily="18" charset="0"/>
              </a:rPr>
              <a:t> </a:t>
            </a:r>
            <a:r>
              <a:rPr lang="en-US" sz="2600" b="1" err="1" smtClean="0">
                <a:solidFill>
                  <a:srgbClr val="0000FF"/>
                </a:solidFill>
                <a:latin typeface="Times New Roman" pitchFamily="18" charset="0"/>
                <a:cs typeface="Times New Roman" pitchFamily="18" charset="0"/>
              </a:rPr>
              <a:t>bản</a:t>
            </a:r>
            <a:r>
              <a:rPr lang="en-US" sz="2600" b="1" smtClean="0">
                <a:solidFill>
                  <a:srgbClr val="0000FF"/>
                </a:solidFill>
                <a:latin typeface="Times New Roman" pitchFamily="18" charset="0"/>
                <a:cs typeface="Times New Roman" pitchFamily="18" charset="0"/>
              </a:rPr>
              <a:t> </a:t>
            </a:r>
            <a:r>
              <a:rPr lang="en-US" sz="2600" b="1" err="1" smtClean="0">
                <a:solidFill>
                  <a:srgbClr val="0000FF"/>
                </a:solidFill>
                <a:latin typeface="Times New Roman" pitchFamily="18" charset="0"/>
                <a:cs typeface="Times New Roman" pitchFamily="18" charset="0"/>
              </a:rPr>
              <a:t>kể</a:t>
            </a:r>
            <a:r>
              <a:rPr lang="en-US" sz="2600" b="1" smtClean="0">
                <a:solidFill>
                  <a:srgbClr val="0000FF"/>
                </a:solidFill>
                <a:latin typeface="Times New Roman" pitchFamily="18" charset="0"/>
                <a:cs typeface="Times New Roman" pitchFamily="18" charset="0"/>
              </a:rPr>
              <a:t> </a:t>
            </a:r>
            <a:r>
              <a:rPr lang="en-US" sz="2600" b="1" err="1" smtClean="0">
                <a:solidFill>
                  <a:srgbClr val="0000FF"/>
                </a:solidFill>
                <a:latin typeface="Times New Roman" pitchFamily="18" charset="0"/>
                <a:cs typeface="Times New Roman" pitchFamily="18" charset="0"/>
              </a:rPr>
              <a:t>từ</a:t>
            </a:r>
            <a:r>
              <a:rPr lang="en-US" sz="2600" b="1" smtClean="0">
                <a:solidFill>
                  <a:srgbClr val="0000FF"/>
                </a:solidFill>
                <a:latin typeface="Times New Roman" pitchFamily="18" charset="0"/>
                <a:cs typeface="Times New Roman" pitchFamily="18" charset="0"/>
              </a:rPr>
              <a:t> </a:t>
            </a:r>
            <a:r>
              <a:rPr lang="en-US" sz="2600" b="1" err="1" smtClean="0">
                <a:solidFill>
                  <a:srgbClr val="0000FF"/>
                </a:solidFill>
                <a:latin typeface="Times New Roman" pitchFamily="18" charset="0"/>
                <a:cs typeface="Times New Roman" pitchFamily="18" charset="0"/>
              </a:rPr>
              <a:t>khi</a:t>
            </a:r>
            <a:r>
              <a:rPr lang="en-US" sz="2600" b="1" smtClean="0">
                <a:solidFill>
                  <a:srgbClr val="0000FF"/>
                </a:solidFill>
                <a:latin typeface="Times New Roman" pitchFamily="18" charset="0"/>
                <a:cs typeface="Times New Roman" pitchFamily="18" charset="0"/>
              </a:rPr>
              <a:t> </a:t>
            </a:r>
            <a:r>
              <a:rPr lang="en-US" sz="2600" b="1" err="1" smtClean="0">
                <a:solidFill>
                  <a:srgbClr val="0000FF"/>
                </a:solidFill>
                <a:latin typeface="Times New Roman" pitchFamily="18" charset="0"/>
                <a:cs typeface="Times New Roman" pitchFamily="18" charset="0"/>
              </a:rPr>
              <a:t>phát</a:t>
            </a:r>
            <a:r>
              <a:rPr lang="en-US" sz="2600" b="1" smtClean="0">
                <a:solidFill>
                  <a:srgbClr val="0000FF"/>
                </a:solidFill>
                <a:latin typeface="Times New Roman" pitchFamily="18" charset="0"/>
                <a:cs typeface="Times New Roman" pitchFamily="18" charset="0"/>
              </a:rPr>
              <a:t> </a:t>
            </a:r>
            <a:r>
              <a:rPr lang="en-US" sz="2600" b="1" err="1" smtClean="0">
                <a:solidFill>
                  <a:srgbClr val="0000FF"/>
                </a:solidFill>
                <a:latin typeface="Times New Roman" pitchFamily="18" charset="0"/>
                <a:cs typeface="Times New Roman" pitchFamily="18" charset="0"/>
              </a:rPr>
              <a:t>hành</a:t>
            </a:r>
            <a:r>
              <a:rPr lang="en-US" sz="2600" b="1" smtClean="0">
                <a:solidFill>
                  <a:srgbClr val="0000FF"/>
                </a:solidFill>
                <a:latin typeface="Times New Roman" pitchFamily="18" charset="0"/>
                <a:cs typeface="Times New Roman" pitchFamily="18" charset="0"/>
              </a:rPr>
              <a:t> năm 1981. Qua </a:t>
            </a:r>
            <a:r>
              <a:rPr lang="en-US" sz="2600" b="1" err="1" smtClean="0">
                <a:solidFill>
                  <a:srgbClr val="0000FF"/>
                </a:solidFill>
                <a:latin typeface="Times New Roman" pitchFamily="18" charset="0"/>
                <a:cs typeface="Times New Roman" pitchFamily="18" charset="0"/>
              </a:rPr>
              <a:t>thời</a:t>
            </a:r>
            <a:r>
              <a:rPr lang="en-US" sz="2600" b="1" smtClean="0">
                <a:solidFill>
                  <a:srgbClr val="0000FF"/>
                </a:solidFill>
                <a:latin typeface="Times New Roman" pitchFamily="18" charset="0"/>
                <a:cs typeface="Times New Roman" pitchFamily="18" charset="0"/>
              </a:rPr>
              <a:t> </a:t>
            </a:r>
            <a:r>
              <a:rPr lang="en-US" sz="2600" b="1" err="1" smtClean="0">
                <a:solidFill>
                  <a:srgbClr val="0000FF"/>
                </a:solidFill>
                <a:latin typeface="Times New Roman" pitchFamily="18" charset="0"/>
                <a:cs typeface="Times New Roman" pitchFamily="18" charset="0"/>
              </a:rPr>
              <a:t>gian</a:t>
            </a:r>
            <a:r>
              <a:rPr lang="en-US" sz="2600" b="1" smtClean="0">
                <a:solidFill>
                  <a:srgbClr val="0000FF"/>
                </a:solidFill>
                <a:latin typeface="Times New Roman" pitchFamily="18" charset="0"/>
                <a:cs typeface="Times New Roman" pitchFamily="18" charset="0"/>
              </a:rPr>
              <a:t> </a:t>
            </a:r>
            <a:r>
              <a:rPr lang="en-US" sz="2600" b="1" err="1" smtClean="0">
                <a:solidFill>
                  <a:srgbClr val="0000FF"/>
                </a:solidFill>
                <a:latin typeface="Times New Roman" pitchFamily="18" charset="0"/>
                <a:cs typeface="Times New Roman" pitchFamily="18" charset="0"/>
              </a:rPr>
              <a:t>sử</a:t>
            </a:r>
            <a:r>
              <a:rPr lang="en-US" sz="2600" b="1" smtClean="0">
                <a:solidFill>
                  <a:srgbClr val="0000FF"/>
                </a:solidFill>
                <a:latin typeface="Times New Roman" pitchFamily="18" charset="0"/>
                <a:cs typeface="Times New Roman" pitchFamily="18" charset="0"/>
              </a:rPr>
              <a:t> </a:t>
            </a:r>
            <a:r>
              <a:rPr lang="en-US" sz="2600" b="1" err="1" smtClean="0">
                <a:solidFill>
                  <a:srgbClr val="0000FF"/>
                </a:solidFill>
                <a:latin typeface="Times New Roman" pitchFamily="18" charset="0"/>
                <a:cs typeface="Times New Roman" pitchFamily="18" charset="0"/>
              </a:rPr>
              <a:t>dụng</a:t>
            </a:r>
            <a:r>
              <a:rPr lang="en-US" sz="2600" b="1" smtClean="0">
                <a:solidFill>
                  <a:srgbClr val="0000FF"/>
                </a:solidFill>
                <a:latin typeface="Times New Roman" pitchFamily="18" charset="0"/>
                <a:cs typeface="Times New Roman" pitchFamily="18" charset="0"/>
              </a:rPr>
              <a:t> </a:t>
            </a:r>
            <a:r>
              <a:rPr lang="en-US" sz="2600" b="1" err="1" smtClean="0">
                <a:solidFill>
                  <a:srgbClr val="0000FF"/>
                </a:solidFill>
                <a:latin typeface="Times New Roman" pitchFamily="18" charset="0"/>
                <a:cs typeface="Times New Roman" pitchFamily="18" charset="0"/>
              </a:rPr>
              <a:t>cho</a:t>
            </a:r>
            <a:r>
              <a:rPr lang="en-US" sz="2600" b="1" smtClean="0">
                <a:solidFill>
                  <a:srgbClr val="0000FF"/>
                </a:solidFill>
                <a:latin typeface="Times New Roman" pitchFamily="18" charset="0"/>
                <a:cs typeface="Times New Roman" pitchFamily="18" charset="0"/>
              </a:rPr>
              <a:t> </a:t>
            </a:r>
            <a:r>
              <a:rPr lang="en-US" sz="2600" b="1" err="1" smtClean="0">
                <a:solidFill>
                  <a:srgbClr val="0000FF"/>
                </a:solidFill>
                <a:latin typeface="Times New Roman" pitchFamily="18" charset="0"/>
                <a:cs typeface="Times New Roman" pitchFamily="18" charset="0"/>
              </a:rPr>
              <a:t>đến</a:t>
            </a:r>
            <a:r>
              <a:rPr lang="en-US" sz="2600" b="1" smtClean="0">
                <a:solidFill>
                  <a:srgbClr val="0000FF"/>
                </a:solidFill>
                <a:latin typeface="Times New Roman" pitchFamily="18" charset="0"/>
                <a:cs typeface="Times New Roman" pitchFamily="18" charset="0"/>
              </a:rPr>
              <a:t> nay </a:t>
            </a:r>
            <a:r>
              <a:rPr lang="en-US" sz="2600" b="1" err="1" smtClean="0">
                <a:solidFill>
                  <a:srgbClr val="0000FF"/>
                </a:solidFill>
                <a:latin typeface="Times New Roman" pitchFamily="18" charset="0"/>
                <a:cs typeface="Times New Roman" pitchFamily="18" charset="0"/>
              </a:rPr>
              <a:t>đã</a:t>
            </a:r>
            <a:r>
              <a:rPr lang="en-US" sz="2600" b="1" smtClean="0">
                <a:solidFill>
                  <a:srgbClr val="0000FF"/>
                </a:solidFill>
                <a:latin typeface="Times New Roman" pitchFamily="18" charset="0"/>
                <a:cs typeface="Times New Roman" pitchFamily="18" charset="0"/>
              </a:rPr>
              <a:t> </a:t>
            </a:r>
            <a:r>
              <a:rPr lang="en-US" sz="2600" b="1" err="1" smtClean="0">
                <a:solidFill>
                  <a:srgbClr val="0000FF"/>
                </a:solidFill>
                <a:latin typeface="Times New Roman" pitchFamily="18" charset="0"/>
                <a:cs typeface="Times New Roman" pitchFamily="18" charset="0"/>
              </a:rPr>
              <a:t>phát</a:t>
            </a:r>
            <a:r>
              <a:rPr lang="en-US" sz="2600" b="1" smtClean="0">
                <a:solidFill>
                  <a:srgbClr val="0000FF"/>
                </a:solidFill>
                <a:latin typeface="Times New Roman" pitchFamily="18" charset="0"/>
                <a:cs typeface="Times New Roman" pitchFamily="18" charset="0"/>
              </a:rPr>
              <a:t> </a:t>
            </a:r>
            <a:r>
              <a:rPr lang="en-US" sz="2600" b="1" err="1" smtClean="0">
                <a:solidFill>
                  <a:srgbClr val="0000FF"/>
                </a:solidFill>
                <a:latin typeface="Times New Roman" pitchFamily="18" charset="0"/>
                <a:cs typeface="Times New Roman" pitchFamily="18" charset="0"/>
              </a:rPr>
              <a:t>sinh</a:t>
            </a:r>
            <a:r>
              <a:rPr lang="en-US" sz="2600" b="1" smtClean="0">
                <a:solidFill>
                  <a:srgbClr val="0000FF"/>
                </a:solidFill>
                <a:latin typeface="Times New Roman" pitchFamily="18" charset="0"/>
                <a:cs typeface="Times New Roman" pitchFamily="18" charset="0"/>
              </a:rPr>
              <a:t> </a:t>
            </a:r>
            <a:r>
              <a:rPr lang="en-US" sz="2600" b="1" err="1" smtClean="0">
                <a:solidFill>
                  <a:srgbClr val="0000FF"/>
                </a:solidFill>
                <a:latin typeface="Times New Roman" pitchFamily="18" charset="0"/>
                <a:cs typeface="Times New Roman" pitchFamily="18" charset="0"/>
              </a:rPr>
              <a:t>các</a:t>
            </a:r>
            <a:r>
              <a:rPr lang="en-US" sz="2600" b="1" smtClean="0">
                <a:solidFill>
                  <a:srgbClr val="0000FF"/>
                </a:solidFill>
                <a:latin typeface="Times New Roman" pitchFamily="18" charset="0"/>
                <a:cs typeface="Times New Roman" pitchFamily="18" charset="0"/>
              </a:rPr>
              <a:t> </a:t>
            </a:r>
            <a:r>
              <a:rPr lang="en-US" sz="2600" b="1" err="1" smtClean="0">
                <a:solidFill>
                  <a:srgbClr val="0000FF"/>
                </a:solidFill>
                <a:latin typeface="Times New Roman" pitchFamily="18" charset="0"/>
                <a:cs typeface="Times New Roman" pitchFamily="18" charset="0"/>
              </a:rPr>
              <a:t>yếu</a:t>
            </a:r>
            <a:r>
              <a:rPr lang="en-US" sz="2600" b="1" smtClean="0">
                <a:solidFill>
                  <a:srgbClr val="0000FF"/>
                </a:solidFill>
                <a:latin typeface="Times New Roman" pitchFamily="18" charset="0"/>
                <a:cs typeface="Times New Roman" pitchFamily="18" charset="0"/>
              </a:rPr>
              <a:t> </a:t>
            </a:r>
            <a:r>
              <a:rPr lang="en-US" sz="2600" b="1" err="1" smtClean="0">
                <a:solidFill>
                  <a:srgbClr val="0000FF"/>
                </a:solidFill>
                <a:latin typeface="Times New Roman" pitchFamily="18" charset="0"/>
                <a:cs typeface="Times New Roman" pitchFamily="18" charset="0"/>
              </a:rPr>
              <a:t>tố</a:t>
            </a:r>
            <a:r>
              <a:rPr lang="en-US" sz="2600" b="1" smtClean="0">
                <a:solidFill>
                  <a:srgbClr val="0000FF"/>
                </a:solidFill>
                <a:latin typeface="Times New Roman" pitchFamily="18" charset="0"/>
                <a:cs typeface="Times New Roman" pitchFamily="18" charset="0"/>
              </a:rPr>
              <a:t> </a:t>
            </a:r>
            <a:r>
              <a:rPr lang="en-US" sz="2600" b="1" err="1" smtClean="0">
                <a:solidFill>
                  <a:srgbClr val="0000FF"/>
                </a:solidFill>
                <a:latin typeface="Times New Roman" pitchFamily="18" charset="0"/>
                <a:cs typeface="Times New Roman" pitchFamily="18" charset="0"/>
              </a:rPr>
              <a:t>như</a:t>
            </a:r>
            <a:r>
              <a:rPr lang="en-US" sz="2600" b="1" smtClean="0">
                <a:solidFill>
                  <a:srgbClr val="0000FF"/>
                </a:solidFill>
                <a:latin typeface="Times New Roman" pitchFamily="18" charset="0"/>
                <a:cs typeface="Times New Roman" pitchFamily="18" charset="0"/>
              </a:rPr>
              <a:t>:</a:t>
            </a:r>
            <a:endParaRPr lang="en-US" sz="2600" b="1" smtClean="0">
              <a:solidFill>
                <a:srgbClr val="002060"/>
              </a:solidFill>
              <a:latin typeface="Times New Roman" pitchFamily="18" charset="0"/>
              <a:cs typeface="Times New Roman" pitchFamily="18" charset="0"/>
            </a:endParaRPr>
          </a:p>
          <a:p>
            <a:pPr algn="just">
              <a:buFont typeface="Wingdings" pitchFamily="2" charset="2"/>
              <a:buChar char="Ø"/>
            </a:pPr>
            <a:r>
              <a:rPr lang="en-US" sz="2600" b="1" smtClean="0">
                <a:solidFill>
                  <a:srgbClr val="002060"/>
                </a:solidFill>
                <a:latin typeface="Times New Roman" pitchFamily="18" charset="0"/>
                <a:cs typeface="Times New Roman" pitchFamily="18" charset="0"/>
              </a:rPr>
              <a:t> </a:t>
            </a:r>
            <a:r>
              <a:rPr lang="en-US" sz="2600" b="1" err="1" smtClean="0">
                <a:solidFill>
                  <a:srgbClr val="002060"/>
                </a:solidFill>
                <a:latin typeface="Times New Roman" pitchFamily="18" charset="0"/>
                <a:cs typeface="Times New Roman" pitchFamily="18" charset="0"/>
              </a:rPr>
              <a:t>Sự</a:t>
            </a:r>
            <a:r>
              <a:rPr lang="en-US" sz="2600" b="1" smtClean="0">
                <a:solidFill>
                  <a:srgbClr val="002060"/>
                </a:solidFill>
                <a:latin typeface="Times New Roman" pitchFamily="18" charset="0"/>
                <a:cs typeface="Times New Roman" pitchFamily="18" charset="0"/>
              </a:rPr>
              <a:t> </a:t>
            </a:r>
            <a:r>
              <a:rPr lang="en-US" sz="2600" b="1" err="1" smtClean="0">
                <a:solidFill>
                  <a:srgbClr val="002060"/>
                </a:solidFill>
                <a:latin typeface="Times New Roman" pitchFamily="18" charset="0"/>
                <a:cs typeface="Times New Roman" pitchFamily="18" charset="0"/>
              </a:rPr>
              <a:t>phát</a:t>
            </a:r>
            <a:r>
              <a:rPr lang="en-US" sz="2600" b="1" smtClean="0">
                <a:solidFill>
                  <a:srgbClr val="002060"/>
                </a:solidFill>
                <a:latin typeface="Times New Roman" pitchFamily="18" charset="0"/>
                <a:cs typeface="Times New Roman" pitchFamily="18" charset="0"/>
              </a:rPr>
              <a:t> </a:t>
            </a:r>
            <a:r>
              <a:rPr lang="en-US" sz="2600" b="1" err="1" smtClean="0">
                <a:solidFill>
                  <a:srgbClr val="002060"/>
                </a:solidFill>
                <a:latin typeface="Times New Roman" pitchFamily="18" charset="0"/>
                <a:cs typeface="Times New Roman" pitchFamily="18" charset="0"/>
              </a:rPr>
              <a:t>triển</a:t>
            </a:r>
            <a:r>
              <a:rPr lang="en-US" sz="2600" b="1" smtClean="0">
                <a:solidFill>
                  <a:srgbClr val="002060"/>
                </a:solidFill>
                <a:latin typeface="Times New Roman" pitchFamily="18" charset="0"/>
                <a:cs typeface="Times New Roman" pitchFamily="18" charset="0"/>
              </a:rPr>
              <a:t> </a:t>
            </a:r>
            <a:r>
              <a:rPr lang="en-US" sz="2600" b="1" err="1" smtClean="0">
                <a:solidFill>
                  <a:srgbClr val="002060"/>
                </a:solidFill>
                <a:latin typeface="Times New Roman" pitchFamily="18" charset="0"/>
                <a:cs typeface="Times New Roman" pitchFamily="18" charset="0"/>
              </a:rPr>
              <a:t>mạnh</a:t>
            </a:r>
            <a:r>
              <a:rPr lang="en-US" sz="2600" b="1" smtClean="0">
                <a:solidFill>
                  <a:srgbClr val="002060"/>
                </a:solidFill>
                <a:latin typeface="Times New Roman" pitchFamily="18" charset="0"/>
                <a:cs typeface="Times New Roman" pitchFamily="18" charset="0"/>
              </a:rPr>
              <a:t> </a:t>
            </a:r>
            <a:r>
              <a:rPr lang="en-US" sz="2600" b="1" err="1" smtClean="0">
                <a:solidFill>
                  <a:srgbClr val="002060"/>
                </a:solidFill>
                <a:latin typeface="Times New Roman" pitchFamily="18" charset="0"/>
                <a:cs typeface="Times New Roman" pitchFamily="18" charset="0"/>
              </a:rPr>
              <a:t>mẽ</a:t>
            </a:r>
            <a:r>
              <a:rPr lang="en-US" sz="2600" b="1" smtClean="0">
                <a:solidFill>
                  <a:srgbClr val="002060"/>
                </a:solidFill>
                <a:latin typeface="Times New Roman" pitchFamily="18" charset="0"/>
                <a:cs typeface="Times New Roman" pitchFamily="18" charset="0"/>
              </a:rPr>
              <a:t> </a:t>
            </a:r>
            <a:r>
              <a:rPr lang="en-US" sz="2600" b="1" err="1" smtClean="0">
                <a:solidFill>
                  <a:srgbClr val="002060"/>
                </a:solidFill>
                <a:latin typeface="Times New Roman" pitchFamily="18" charset="0"/>
                <a:cs typeface="Times New Roman" pitchFamily="18" charset="0"/>
              </a:rPr>
              <a:t>của</a:t>
            </a:r>
            <a:r>
              <a:rPr lang="en-US" sz="2600" b="1" smtClean="0">
                <a:solidFill>
                  <a:srgbClr val="002060"/>
                </a:solidFill>
                <a:latin typeface="Times New Roman" pitchFamily="18" charset="0"/>
                <a:cs typeface="Times New Roman" pitchFamily="18" charset="0"/>
              </a:rPr>
              <a:t> </a:t>
            </a:r>
            <a:r>
              <a:rPr lang="en-US" sz="2600" b="1" err="1" smtClean="0">
                <a:solidFill>
                  <a:srgbClr val="002060"/>
                </a:solidFill>
                <a:latin typeface="Times New Roman" pitchFamily="18" charset="0"/>
                <a:cs typeface="Times New Roman" pitchFamily="18" charset="0"/>
              </a:rPr>
              <a:t>hệ</a:t>
            </a:r>
            <a:r>
              <a:rPr lang="en-US" sz="2600" b="1" smtClean="0">
                <a:solidFill>
                  <a:srgbClr val="002060"/>
                </a:solidFill>
                <a:latin typeface="Times New Roman" pitchFamily="18" charset="0"/>
                <a:cs typeface="Times New Roman" pitchFamily="18" charset="0"/>
              </a:rPr>
              <a:t> </a:t>
            </a:r>
            <a:r>
              <a:rPr lang="en-US" sz="2600" b="1" err="1" smtClean="0">
                <a:solidFill>
                  <a:srgbClr val="002060"/>
                </a:solidFill>
                <a:latin typeface="Times New Roman" pitchFamily="18" charset="0"/>
                <a:cs typeface="Times New Roman" pitchFamily="18" charset="0"/>
              </a:rPr>
              <a:t>thống</a:t>
            </a:r>
            <a:r>
              <a:rPr lang="en-US" sz="2600" b="1" smtClean="0">
                <a:solidFill>
                  <a:srgbClr val="002060"/>
                </a:solidFill>
                <a:latin typeface="Times New Roman" pitchFamily="18" charset="0"/>
                <a:cs typeface="Times New Roman" pitchFamily="18" charset="0"/>
              </a:rPr>
              <a:t> Internet </a:t>
            </a:r>
            <a:r>
              <a:rPr lang="en-US" sz="2600" b="1" err="1" smtClean="0">
                <a:solidFill>
                  <a:srgbClr val="002060"/>
                </a:solidFill>
                <a:latin typeface="Times New Roman" pitchFamily="18" charset="0"/>
                <a:cs typeface="Times New Roman" pitchFamily="18" charset="0"/>
              </a:rPr>
              <a:t>dẫn</a:t>
            </a:r>
            <a:r>
              <a:rPr lang="en-US" sz="2600" b="1" smtClean="0">
                <a:solidFill>
                  <a:srgbClr val="002060"/>
                </a:solidFill>
                <a:latin typeface="Times New Roman" pitchFamily="18" charset="0"/>
                <a:cs typeface="Times New Roman" pitchFamily="18" charset="0"/>
              </a:rPr>
              <a:t> </a:t>
            </a:r>
            <a:r>
              <a:rPr lang="en-US" sz="2600" b="1" err="1" smtClean="0">
                <a:solidFill>
                  <a:srgbClr val="002060"/>
                </a:solidFill>
                <a:latin typeface="Times New Roman" pitchFamily="18" charset="0"/>
                <a:cs typeface="Times New Roman" pitchFamily="18" charset="0"/>
              </a:rPr>
              <a:t>đến</a:t>
            </a:r>
            <a:r>
              <a:rPr lang="en-US" sz="2600" b="1" smtClean="0">
                <a:solidFill>
                  <a:srgbClr val="002060"/>
                </a:solidFill>
                <a:latin typeface="Times New Roman" pitchFamily="18" charset="0"/>
                <a:cs typeface="Times New Roman" pitchFamily="18" charset="0"/>
              </a:rPr>
              <a:t> </a:t>
            </a:r>
            <a:r>
              <a:rPr lang="en-US" sz="2600" b="1" err="1" smtClean="0">
                <a:solidFill>
                  <a:srgbClr val="FF0000"/>
                </a:solidFill>
                <a:latin typeface="Times New Roman" pitchFamily="18" charset="0"/>
                <a:cs typeface="Times New Roman" pitchFamily="18" charset="0"/>
              </a:rPr>
              <a:t>sự</a:t>
            </a:r>
            <a:r>
              <a:rPr lang="en-US" sz="2600" b="1" smtClean="0">
                <a:solidFill>
                  <a:srgbClr val="FF0000"/>
                </a:solidFill>
                <a:latin typeface="Times New Roman" pitchFamily="18" charset="0"/>
                <a:cs typeface="Times New Roman" pitchFamily="18" charset="0"/>
              </a:rPr>
              <a:t> </a:t>
            </a:r>
            <a:r>
              <a:rPr lang="en-US" sz="2600" b="1" err="1" smtClean="0">
                <a:solidFill>
                  <a:srgbClr val="FF0000"/>
                </a:solidFill>
                <a:latin typeface="Times New Roman" pitchFamily="18" charset="0"/>
                <a:cs typeface="Times New Roman" pitchFamily="18" charset="0"/>
              </a:rPr>
              <a:t>cạn</a:t>
            </a:r>
            <a:r>
              <a:rPr lang="en-US" sz="2600" b="1" smtClean="0">
                <a:solidFill>
                  <a:srgbClr val="FF0000"/>
                </a:solidFill>
                <a:latin typeface="Times New Roman" pitchFamily="18" charset="0"/>
                <a:cs typeface="Times New Roman" pitchFamily="18" charset="0"/>
              </a:rPr>
              <a:t> </a:t>
            </a:r>
            <a:r>
              <a:rPr lang="en-US" sz="2600" b="1" err="1" smtClean="0">
                <a:solidFill>
                  <a:srgbClr val="FF0000"/>
                </a:solidFill>
                <a:latin typeface="Times New Roman" pitchFamily="18" charset="0"/>
                <a:cs typeface="Times New Roman" pitchFamily="18" charset="0"/>
              </a:rPr>
              <a:t>kiệt</a:t>
            </a:r>
            <a:r>
              <a:rPr lang="en-US" sz="2600" b="1" smtClean="0">
                <a:solidFill>
                  <a:srgbClr val="FF0000"/>
                </a:solidFill>
                <a:latin typeface="Times New Roman" pitchFamily="18" charset="0"/>
                <a:cs typeface="Times New Roman" pitchFamily="18" charset="0"/>
              </a:rPr>
              <a:t> </a:t>
            </a:r>
            <a:r>
              <a:rPr lang="en-US" sz="2600" b="1" err="1" smtClean="0">
                <a:solidFill>
                  <a:srgbClr val="FF0000"/>
                </a:solidFill>
                <a:latin typeface="Times New Roman" pitchFamily="18" charset="0"/>
                <a:cs typeface="Times New Roman" pitchFamily="18" charset="0"/>
              </a:rPr>
              <a:t>về</a:t>
            </a:r>
            <a:r>
              <a:rPr lang="en-US" sz="2600" b="1" smtClean="0">
                <a:solidFill>
                  <a:srgbClr val="FF0000"/>
                </a:solidFill>
                <a:latin typeface="Times New Roman" pitchFamily="18" charset="0"/>
                <a:cs typeface="Times New Roman" pitchFamily="18" charset="0"/>
              </a:rPr>
              <a:t> </a:t>
            </a:r>
            <a:r>
              <a:rPr lang="en-US" sz="2600" b="1" err="1" smtClean="0">
                <a:solidFill>
                  <a:srgbClr val="FF0000"/>
                </a:solidFill>
                <a:latin typeface="Times New Roman" pitchFamily="18" charset="0"/>
                <a:cs typeface="Times New Roman" pitchFamily="18" charset="0"/>
              </a:rPr>
              <a:t>địa</a:t>
            </a:r>
            <a:r>
              <a:rPr lang="en-US" sz="2600" b="1" smtClean="0">
                <a:solidFill>
                  <a:srgbClr val="FF0000"/>
                </a:solidFill>
                <a:latin typeface="Times New Roman" pitchFamily="18" charset="0"/>
                <a:cs typeface="Times New Roman" pitchFamily="18" charset="0"/>
              </a:rPr>
              <a:t> </a:t>
            </a:r>
            <a:r>
              <a:rPr lang="en-US" sz="2600" b="1" err="1" smtClean="0">
                <a:solidFill>
                  <a:srgbClr val="FF0000"/>
                </a:solidFill>
                <a:latin typeface="Times New Roman" pitchFamily="18" charset="0"/>
                <a:cs typeface="Times New Roman" pitchFamily="18" charset="0"/>
              </a:rPr>
              <a:t>chỉ</a:t>
            </a:r>
            <a:r>
              <a:rPr lang="en-US" sz="2600" b="1" smtClean="0">
                <a:solidFill>
                  <a:srgbClr val="FF0000"/>
                </a:solidFill>
                <a:latin typeface="Times New Roman" pitchFamily="18" charset="0"/>
                <a:cs typeface="Times New Roman" pitchFamily="18" charset="0"/>
              </a:rPr>
              <a:t> IPv4</a:t>
            </a:r>
            <a:r>
              <a:rPr lang="en-US" sz="2600" b="1" smtClean="0">
                <a:solidFill>
                  <a:srgbClr val="002060"/>
                </a:solidFill>
                <a:latin typeface="Times New Roman" pitchFamily="18" charset="0"/>
                <a:cs typeface="Times New Roman" pitchFamily="18" charset="0"/>
              </a:rPr>
              <a:t>.</a:t>
            </a:r>
          </a:p>
          <a:p>
            <a:pPr algn="just">
              <a:buFont typeface="Wingdings" pitchFamily="2" charset="2"/>
              <a:buChar char="Ø"/>
            </a:pPr>
            <a:r>
              <a:rPr lang="en-US" sz="2600" b="1" smtClean="0">
                <a:solidFill>
                  <a:srgbClr val="002060"/>
                </a:solidFill>
                <a:latin typeface="Times New Roman" pitchFamily="18" charset="0"/>
                <a:cs typeface="Times New Roman" pitchFamily="18" charset="0"/>
              </a:rPr>
              <a:t> </a:t>
            </a:r>
            <a:r>
              <a:rPr lang="en-US" sz="2600" b="1" smtClean="0">
                <a:solidFill>
                  <a:srgbClr val="FF0000"/>
                </a:solidFill>
                <a:latin typeface="Times New Roman" pitchFamily="18" charset="0"/>
                <a:cs typeface="Times New Roman" pitchFamily="18" charset="0"/>
              </a:rPr>
              <a:t>Sự phát triển của bảng định tuyến </a:t>
            </a:r>
            <a:r>
              <a:rPr lang="en-US" sz="2600" b="1" smtClean="0">
                <a:solidFill>
                  <a:srgbClr val="002060"/>
                </a:solidFill>
                <a:latin typeface="Times New Roman" pitchFamily="18" charset="0"/>
                <a:cs typeface="Times New Roman" pitchFamily="18" charset="0"/>
              </a:rPr>
              <a:t>ngày một lớn.</a:t>
            </a:r>
          </a:p>
          <a:p>
            <a:pPr algn="just">
              <a:buFont typeface="Wingdings" pitchFamily="2" charset="2"/>
              <a:buChar char="Ø"/>
            </a:pPr>
            <a:r>
              <a:rPr lang="en-US" sz="2600" b="1" smtClean="0">
                <a:solidFill>
                  <a:srgbClr val="002060"/>
                </a:solidFill>
                <a:latin typeface="Times New Roman" pitchFamily="18" charset="0"/>
                <a:cs typeface="Times New Roman" pitchFamily="18" charset="0"/>
              </a:rPr>
              <a:t> Nhu cầu về </a:t>
            </a:r>
            <a:r>
              <a:rPr lang="en-US" sz="2600" b="1" smtClean="0">
                <a:solidFill>
                  <a:srgbClr val="FF0000"/>
                </a:solidFill>
                <a:latin typeface="Times New Roman" pitchFamily="18" charset="0"/>
                <a:cs typeface="Times New Roman" pitchFamily="18" charset="0"/>
              </a:rPr>
              <a:t>Security</a:t>
            </a:r>
            <a:r>
              <a:rPr lang="en-US" sz="2600" b="1" smtClean="0">
                <a:solidFill>
                  <a:srgbClr val="002060"/>
                </a:solidFill>
                <a:latin typeface="Times New Roman" pitchFamily="18" charset="0"/>
                <a:cs typeface="Times New Roman" pitchFamily="18" charset="0"/>
              </a:rPr>
              <a:t> ở IP-Level.</a:t>
            </a:r>
          </a:p>
          <a:p>
            <a:pPr algn="just">
              <a:buFont typeface="Wingdings" pitchFamily="2" charset="2"/>
              <a:buChar char="Ø"/>
            </a:pPr>
            <a:r>
              <a:rPr lang="en-US" sz="2600" b="1" smtClean="0">
                <a:solidFill>
                  <a:srgbClr val="002060"/>
                </a:solidFill>
                <a:latin typeface="Times New Roman" pitchFamily="18" charset="0"/>
                <a:cs typeface="Times New Roman" pitchFamily="18" charset="0"/>
              </a:rPr>
              <a:t> </a:t>
            </a:r>
            <a:r>
              <a:rPr lang="en-US" sz="2600" b="1" err="1" smtClean="0">
                <a:solidFill>
                  <a:srgbClr val="002060"/>
                </a:solidFill>
                <a:latin typeface="Times New Roman" pitchFamily="18" charset="0"/>
                <a:cs typeface="Times New Roman" pitchFamily="18" charset="0"/>
              </a:rPr>
              <a:t>Nhu</a:t>
            </a:r>
            <a:r>
              <a:rPr lang="en-US" sz="2600" b="1" smtClean="0">
                <a:solidFill>
                  <a:srgbClr val="002060"/>
                </a:solidFill>
                <a:latin typeface="Times New Roman" pitchFamily="18" charset="0"/>
                <a:cs typeface="Times New Roman" pitchFamily="18" charset="0"/>
              </a:rPr>
              <a:t> </a:t>
            </a:r>
            <a:r>
              <a:rPr lang="en-US" sz="2600" b="1" err="1" smtClean="0">
                <a:solidFill>
                  <a:srgbClr val="002060"/>
                </a:solidFill>
                <a:latin typeface="Times New Roman" pitchFamily="18" charset="0"/>
                <a:cs typeface="Times New Roman" pitchFamily="18" charset="0"/>
              </a:rPr>
              <a:t>cầu</a:t>
            </a:r>
            <a:r>
              <a:rPr lang="en-US" sz="2600" b="1" smtClean="0">
                <a:solidFill>
                  <a:srgbClr val="002060"/>
                </a:solidFill>
                <a:latin typeface="Times New Roman" pitchFamily="18" charset="0"/>
                <a:cs typeface="Times New Roman" pitchFamily="18" charset="0"/>
              </a:rPr>
              <a:t> </a:t>
            </a:r>
            <a:r>
              <a:rPr lang="en-US" sz="2600" b="1" err="1" smtClean="0">
                <a:solidFill>
                  <a:srgbClr val="002060"/>
                </a:solidFill>
                <a:latin typeface="Times New Roman" pitchFamily="18" charset="0"/>
                <a:cs typeface="Times New Roman" pitchFamily="18" charset="0"/>
              </a:rPr>
              <a:t>về</a:t>
            </a:r>
            <a:r>
              <a:rPr lang="en-US" sz="2600" b="1" smtClean="0">
                <a:solidFill>
                  <a:srgbClr val="002060"/>
                </a:solidFill>
                <a:latin typeface="Times New Roman" pitchFamily="18" charset="0"/>
                <a:cs typeface="Times New Roman" pitchFamily="18" charset="0"/>
              </a:rPr>
              <a:t> </a:t>
            </a:r>
            <a:r>
              <a:rPr lang="en-US" sz="2600" b="1" err="1" smtClean="0">
                <a:solidFill>
                  <a:srgbClr val="FF0000"/>
                </a:solidFill>
                <a:latin typeface="Times New Roman" pitchFamily="18" charset="0"/>
                <a:cs typeface="Times New Roman" pitchFamily="18" charset="0"/>
              </a:rPr>
              <a:t>phương</a:t>
            </a:r>
            <a:r>
              <a:rPr lang="en-US" sz="2600" b="1" smtClean="0">
                <a:solidFill>
                  <a:srgbClr val="FF0000"/>
                </a:solidFill>
                <a:latin typeface="Times New Roman" pitchFamily="18" charset="0"/>
                <a:cs typeface="Times New Roman" pitchFamily="18" charset="0"/>
              </a:rPr>
              <a:t> </a:t>
            </a:r>
            <a:r>
              <a:rPr lang="en-US" sz="2600" b="1" err="1" smtClean="0">
                <a:solidFill>
                  <a:srgbClr val="FF0000"/>
                </a:solidFill>
                <a:latin typeface="Times New Roman" pitchFamily="18" charset="0"/>
                <a:cs typeface="Times New Roman" pitchFamily="18" charset="0"/>
              </a:rPr>
              <a:t>thức</a:t>
            </a:r>
            <a:r>
              <a:rPr lang="en-US" sz="2600" b="1" smtClean="0">
                <a:solidFill>
                  <a:srgbClr val="FF0000"/>
                </a:solidFill>
                <a:latin typeface="Times New Roman" pitchFamily="18" charset="0"/>
                <a:cs typeface="Times New Roman" pitchFamily="18" charset="0"/>
              </a:rPr>
              <a:t> </a:t>
            </a:r>
            <a:r>
              <a:rPr lang="en-US" sz="2600" b="1" err="1" smtClean="0">
                <a:solidFill>
                  <a:srgbClr val="FF0000"/>
                </a:solidFill>
                <a:latin typeface="Times New Roman" pitchFamily="18" charset="0"/>
                <a:cs typeface="Times New Roman" pitchFamily="18" charset="0"/>
              </a:rPr>
              <a:t>cấu</a:t>
            </a:r>
            <a:r>
              <a:rPr lang="en-US" sz="2600" b="1" smtClean="0">
                <a:solidFill>
                  <a:srgbClr val="FF0000"/>
                </a:solidFill>
                <a:latin typeface="Times New Roman" pitchFamily="18" charset="0"/>
                <a:cs typeface="Times New Roman" pitchFamily="18" charset="0"/>
              </a:rPr>
              <a:t> </a:t>
            </a:r>
            <a:r>
              <a:rPr lang="en-US" sz="2600" b="1" err="1" smtClean="0">
                <a:solidFill>
                  <a:srgbClr val="FF0000"/>
                </a:solidFill>
                <a:latin typeface="Times New Roman" pitchFamily="18" charset="0"/>
                <a:cs typeface="Times New Roman" pitchFamily="18" charset="0"/>
              </a:rPr>
              <a:t>hình</a:t>
            </a:r>
            <a:r>
              <a:rPr lang="en-US" sz="2600" b="1" smtClean="0">
                <a:solidFill>
                  <a:srgbClr val="002060"/>
                </a:solidFill>
                <a:latin typeface="Times New Roman" pitchFamily="18" charset="0"/>
                <a:cs typeface="Times New Roman" pitchFamily="18" charset="0"/>
              </a:rPr>
              <a:t> </a:t>
            </a:r>
            <a:r>
              <a:rPr lang="en-US" sz="2600" b="1" err="1" smtClean="0">
                <a:solidFill>
                  <a:srgbClr val="002060"/>
                </a:solidFill>
                <a:latin typeface="Times New Roman" pitchFamily="18" charset="0"/>
                <a:cs typeface="Times New Roman" pitchFamily="18" charset="0"/>
              </a:rPr>
              <a:t>một</a:t>
            </a:r>
            <a:r>
              <a:rPr lang="en-US" sz="2600" b="1" smtClean="0">
                <a:solidFill>
                  <a:srgbClr val="002060"/>
                </a:solidFill>
                <a:latin typeface="Times New Roman" pitchFamily="18" charset="0"/>
                <a:cs typeface="Times New Roman" pitchFamily="18" charset="0"/>
              </a:rPr>
              <a:t> </a:t>
            </a:r>
            <a:r>
              <a:rPr lang="en-US" sz="2600" b="1" err="1" smtClean="0">
                <a:solidFill>
                  <a:srgbClr val="002060"/>
                </a:solidFill>
                <a:latin typeface="Times New Roman" pitchFamily="18" charset="0"/>
                <a:cs typeface="Times New Roman" pitchFamily="18" charset="0"/>
              </a:rPr>
              <a:t>cách</a:t>
            </a:r>
            <a:r>
              <a:rPr lang="en-US" sz="2600" b="1" smtClean="0">
                <a:solidFill>
                  <a:srgbClr val="002060"/>
                </a:solidFill>
                <a:latin typeface="Times New Roman" pitchFamily="18" charset="0"/>
                <a:cs typeface="Times New Roman" pitchFamily="18" charset="0"/>
              </a:rPr>
              <a:t> </a:t>
            </a:r>
            <a:r>
              <a:rPr lang="en-US" sz="2600" b="1" err="1" smtClean="0">
                <a:solidFill>
                  <a:srgbClr val="002060"/>
                </a:solidFill>
                <a:latin typeface="Times New Roman" pitchFamily="18" charset="0"/>
                <a:cs typeface="Times New Roman" pitchFamily="18" charset="0"/>
              </a:rPr>
              <a:t>đơn</a:t>
            </a:r>
            <a:r>
              <a:rPr lang="en-US" sz="2600" b="1" smtClean="0">
                <a:solidFill>
                  <a:srgbClr val="002060"/>
                </a:solidFill>
                <a:latin typeface="Times New Roman" pitchFamily="18" charset="0"/>
                <a:cs typeface="Times New Roman" pitchFamily="18" charset="0"/>
              </a:rPr>
              <a:t> </a:t>
            </a:r>
            <a:r>
              <a:rPr lang="en-US" sz="2600" b="1" err="1" smtClean="0">
                <a:solidFill>
                  <a:srgbClr val="002060"/>
                </a:solidFill>
                <a:latin typeface="Times New Roman" pitchFamily="18" charset="0"/>
                <a:cs typeface="Times New Roman" pitchFamily="18" charset="0"/>
              </a:rPr>
              <a:t>giản</a:t>
            </a:r>
            <a:r>
              <a:rPr lang="en-US" sz="2600" b="1" smtClean="0">
                <a:solidFill>
                  <a:srgbClr val="002060"/>
                </a:solidFill>
                <a:latin typeface="Times New Roman" pitchFamily="18" charset="0"/>
                <a:cs typeface="Times New Roman" pitchFamily="18" charset="0"/>
              </a:rPr>
              <a:t>.</a:t>
            </a:r>
          </a:p>
          <a:p>
            <a:pPr algn="just">
              <a:buFont typeface="Wingdings" pitchFamily="2" charset="2"/>
              <a:buChar char="Ø"/>
            </a:pPr>
            <a:r>
              <a:rPr lang="en-US" sz="2600" b="1" smtClean="0">
                <a:solidFill>
                  <a:srgbClr val="002060"/>
                </a:solidFill>
                <a:latin typeface="Times New Roman" pitchFamily="18" charset="0"/>
                <a:cs typeface="Times New Roman" pitchFamily="18" charset="0"/>
              </a:rPr>
              <a:t> Nhu </a:t>
            </a:r>
            <a:r>
              <a:rPr lang="en-US" sz="2600" b="1" err="1" smtClean="0">
                <a:solidFill>
                  <a:srgbClr val="002060"/>
                </a:solidFill>
                <a:latin typeface="Times New Roman" pitchFamily="18" charset="0"/>
                <a:cs typeface="Times New Roman" pitchFamily="18" charset="0"/>
              </a:rPr>
              <a:t>cầu</a:t>
            </a:r>
            <a:r>
              <a:rPr lang="en-US" sz="2600" b="1" smtClean="0">
                <a:solidFill>
                  <a:srgbClr val="002060"/>
                </a:solidFill>
                <a:latin typeface="Times New Roman" pitchFamily="18" charset="0"/>
                <a:cs typeface="Times New Roman" pitchFamily="18" charset="0"/>
              </a:rPr>
              <a:t> </a:t>
            </a:r>
            <a:r>
              <a:rPr lang="en-US" sz="2600" b="1" err="1" smtClean="0">
                <a:solidFill>
                  <a:srgbClr val="002060"/>
                </a:solidFill>
                <a:latin typeface="Times New Roman" pitchFamily="18" charset="0"/>
                <a:cs typeface="Times New Roman" pitchFamily="18" charset="0"/>
              </a:rPr>
              <a:t>hỗ</a:t>
            </a:r>
            <a:r>
              <a:rPr lang="en-US" sz="2600" b="1" smtClean="0">
                <a:solidFill>
                  <a:srgbClr val="002060"/>
                </a:solidFill>
                <a:latin typeface="Times New Roman" pitchFamily="18" charset="0"/>
                <a:cs typeface="Times New Roman" pitchFamily="18" charset="0"/>
              </a:rPr>
              <a:t> </a:t>
            </a:r>
            <a:r>
              <a:rPr lang="en-US" sz="2600" b="1" err="1" smtClean="0">
                <a:solidFill>
                  <a:srgbClr val="002060"/>
                </a:solidFill>
                <a:latin typeface="Times New Roman" pitchFamily="18" charset="0"/>
                <a:cs typeface="Times New Roman" pitchFamily="18" charset="0"/>
              </a:rPr>
              <a:t>trợ</a:t>
            </a:r>
            <a:r>
              <a:rPr lang="en-US" sz="2600" b="1" smtClean="0">
                <a:solidFill>
                  <a:srgbClr val="002060"/>
                </a:solidFill>
                <a:latin typeface="Times New Roman" pitchFamily="18" charset="0"/>
                <a:cs typeface="Times New Roman" pitchFamily="18" charset="0"/>
              </a:rPr>
              <a:t> </a:t>
            </a:r>
            <a:r>
              <a:rPr lang="en-US" sz="2600" b="1" err="1" smtClean="0">
                <a:solidFill>
                  <a:srgbClr val="002060"/>
                </a:solidFill>
                <a:latin typeface="Times New Roman" pitchFamily="18" charset="0"/>
                <a:cs typeface="Times New Roman" pitchFamily="18" charset="0"/>
              </a:rPr>
              <a:t>về</a:t>
            </a:r>
            <a:r>
              <a:rPr lang="en-US" sz="2600" b="1" smtClean="0">
                <a:solidFill>
                  <a:srgbClr val="002060"/>
                </a:solidFill>
                <a:latin typeface="Times New Roman" pitchFamily="18" charset="0"/>
                <a:cs typeface="Times New Roman" pitchFamily="18" charset="0"/>
              </a:rPr>
              <a:t> </a:t>
            </a:r>
            <a:r>
              <a:rPr lang="en-US" sz="2600" b="1" err="1" smtClean="0">
                <a:solidFill>
                  <a:srgbClr val="002060"/>
                </a:solidFill>
                <a:latin typeface="Times New Roman" pitchFamily="18" charset="0"/>
                <a:cs typeface="Times New Roman" pitchFamily="18" charset="0"/>
              </a:rPr>
              <a:t>thông</a:t>
            </a:r>
            <a:r>
              <a:rPr lang="en-US" sz="2600" b="1" smtClean="0">
                <a:solidFill>
                  <a:srgbClr val="002060"/>
                </a:solidFill>
                <a:latin typeface="Times New Roman" pitchFamily="18" charset="0"/>
                <a:cs typeface="Times New Roman" pitchFamily="18" charset="0"/>
              </a:rPr>
              <a:t> tin </a:t>
            </a:r>
            <a:r>
              <a:rPr lang="en-US" sz="2600" b="1" err="1" smtClean="0">
                <a:solidFill>
                  <a:srgbClr val="FF0000"/>
                </a:solidFill>
                <a:latin typeface="Times New Roman" pitchFamily="18" charset="0"/>
                <a:cs typeface="Times New Roman" pitchFamily="18" charset="0"/>
              </a:rPr>
              <a:t>vận</a:t>
            </a:r>
            <a:r>
              <a:rPr lang="en-US" sz="2600" b="1" smtClean="0">
                <a:solidFill>
                  <a:srgbClr val="FF0000"/>
                </a:solidFill>
                <a:latin typeface="Times New Roman" pitchFamily="18" charset="0"/>
                <a:cs typeface="Times New Roman" pitchFamily="18" charset="0"/>
              </a:rPr>
              <a:t> </a:t>
            </a:r>
            <a:r>
              <a:rPr lang="en-US" sz="2600" b="1" err="1" smtClean="0">
                <a:solidFill>
                  <a:srgbClr val="FF0000"/>
                </a:solidFill>
                <a:latin typeface="Times New Roman" pitchFamily="18" charset="0"/>
                <a:cs typeface="Times New Roman" pitchFamily="18" charset="0"/>
              </a:rPr>
              <a:t>chuyển</a:t>
            </a:r>
            <a:r>
              <a:rPr lang="en-US" sz="2600" b="1" smtClean="0">
                <a:solidFill>
                  <a:srgbClr val="FF0000"/>
                </a:solidFill>
                <a:latin typeface="Times New Roman" pitchFamily="18" charset="0"/>
                <a:cs typeface="Times New Roman" pitchFamily="18" charset="0"/>
              </a:rPr>
              <a:t> </a:t>
            </a:r>
            <a:r>
              <a:rPr lang="en-US" sz="2600" b="1" err="1" smtClean="0">
                <a:solidFill>
                  <a:srgbClr val="FF0000"/>
                </a:solidFill>
                <a:latin typeface="Times New Roman" pitchFamily="18" charset="0"/>
                <a:cs typeface="Times New Roman" pitchFamily="18" charset="0"/>
              </a:rPr>
              <a:t>dữ</a:t>
            </a:r>
            <a:r>
              <a:rPr lang="en-US" sz="2600" b="1" smtClean="0">
                <a:solidFill>
                  <a:srgbClr val="FF0000"/>
                </a:solidFill>
                <a:latin typeface="Times New Roman" pitchFamily="18" charset="0"/>
                <a:cs typeface="Times New Roman" pitchFamily="18" charset="0"/>
              </a:rPr>
              <a:t> </a:t>
            </a:r>
            <a:r>
              <a:rPr lang="en-US" sz="2600" b="1" err="1" smtClean="0">
                <a:solidFill>
                  <a:srgbClr val="FF0000"/>
                </a:solidFill>
                <a:latin typeface="Times New Roman" pitchFamily="18" charset="0"/>
                <a:cs typeface="Times New Roman" pitchFamily="18" charset="0"/>
              </a:rPr>
              <a:t>liệu</a:t>
            </a:r>
            <a:r>
              <a:rPr lang="en-US" sz="2600" b="1" smtClean="0">
                <a:solidFill>
                  <a:srgbClr val="FF0000"/>
                </a:solidFill>
                <a:latin typeface="Times New Roman" pitchFamily="18" charset="0"/>
                <a:cs typeface="Times New Roman" pitchFamily="18" charset="0"/>
              </a:rPr>
              <a:t> thời </a:t>
            </a:r>
            <a:r>
              <a:rPr lang="en-US" sz="2600" b="1" err="1" smtClean="0">
                <a:solidFill>
                  <a:srgbClr val="FF0000"/>
                </a:solidFill>
                <a:latin typeface="Times New Roman" pitchFamily="18" charset="0"/>
                <a:cs typeface="Times New Roman" pitchFamily="18" charset="0"/>
              </a:rPr>
              <a:t>gian</a:t>
            </a:r>
            <a:r>
              <a:rPr lang="en-US" sz="2600" b="1" smtClean="0">
                <a:solidFill>
                  <a:srgbClr val="FF0000"/>
                </a:solidFill>
                <a:latin typeface="Times New Roman" pitchFamily="18" charset="0"/>
                <a:cs typeface="Times New Roman" pitchFamily="18" charset="0"/>
              </a:rPr>
              <a:t> </a:t>
            </a:r>
            <a:r>
              <a:rPr lang="en-US" sz="2600" b="1" err="1" smtClean="0">
                <a:solidFill>
                  <a:srgbClr val="FF0000"/>
                </a:solidFill>
                <a:latin typeface="Times New Roman" pitchFamily="18" charset="0"/>
                <a:cs typeface="Times New Roman" pitchFamily="18" charset="0"/>
              </a:rPr>
              <a:t>thực</a:t>
            </a:r>
            <a:r>
              <a:rPr lang="en-US" sz="2600" b="1" smtClean="0">
                <a:solidFill>
                  <a:srgbClr val="002060"/>
                </a:solidFill>
                <a:latin typeface="Times New Roman" pitchFamily="18" charset="0"/>
                <a:cs typeface="Times New Roman" pitchFamily="18" charset="0"/>
              </a:rPr>
              <a:t> (Real time Delivery of Data) </a:t>
            </a:r>
            <a:r>
              <a:rPr lang="en-US" sz="2600" b="1" err="1" smtClean="0">
                <a:solidFill>
                  <a:srgbClr val="002060"/>
                </a:solidFill>
                <a:latin typeface="Times New Roman" pitchFamily="18" charset="0"/>
                <a:cs typeface="Times New Roman" pitchFamily="18" charset="0"/>
              </a:rPr>
              <a:t>còn</a:t>
            </a:r>
            <a:r>
              <a:rPr lang="en-US" sz="2600" b="1" smtClean="0">
                <a:solidFill>
                  <a:srgbClr val="002060"/>
                </a:solidFill>
                <a:latin typeface="Times New Roman" pitchFamily="18" charset="0"/>
                <a:cs typeface="Times New Roman" pitchFamily="18" charset="0"/>
              </a:rPr>
              <a:t> </a:t>
            </a:r>
            <a:r>
              <a:rPr lang="en-US" sz="2600" b="1" err="1" smtClean="0">
                <a:solidFill>
                  <a:srgbClr val="002060"/>
                </a:solidFill>
                <a:latin typeface="Times New Roman" pitchFamily="18" charset="0"/>
                <a:cs typeface="Times New Roman" pitchFamily="18" charset="0"/>
              </a:rPr>
              <a:t>gọi</a:t>
            </a:r>
            <a:r>
              <a:rPr lang="en-US" sz="2600" b="1" smtClean="0">
                <a:solidFill>
                  <a:srgbClr val="002060"/>
                </a:solidFill>
                <a:latin typeface="Times New Roman" pitchFamily="18" charset="0"/>
                <a:cs typeface="Times New Roman" pitchFamily="18" charset="0"/>
              </a:rPr>
              <a:t> </a:t>
            </a:r>
            <a:r>
              <a:rPr lang="en-US" sz="2600" b="1" err="1" smtClean="0">
                <a:solidFill>
                  <a:srgbClr val="002060"/>
                </a:solidFill>
                <a:latin typeface="Times New Roman" pitchFamily="18" charset="0"/>
                <a:cs typeface="Times New Roman" pitchFamily="18" charset="0"/>
              </a:rPr>
              <a:t>là</a:t>
            </a:r>
            <a:r>
              <a:rPr lang="en-US" sz="2600" b="1" smtClean="0">
                <a:solidFill>
                  <a:srgbClr val="002060"/>
                </a:solidFill>
                <a:latin typeface="Times New Roman" pitchFamily="18" charset="0"/>
                <a:cs typeface="Times New Roman" pitchFamily="18" charset="0"/>
              </a:rPr>
              <a:t> Quality of Service (</a:t>
            </a:r>
            <a:r>
              <a:rPr lang="en-US" sz="2600" b="1" err="1" smtClean="0">
                <a:solidFill>
                  <a:srgbClr val="002060"/>
                </a:solidFill>
                <a:latin typeface="Times New Roman" pitchFamily="18" charset="0"/>
                <a:cs typeface="Times New Roman" pitchFamily="18" charset="0"/>
              </a:rPr>
              <a:t>QoS</a:t>
            </a:r>
            <a:r>
              <a:rPr lang="en-US" sz="2600" b="1" smtClean="0">
                <a:solidFill>
                  <a:srgbClr val="002060"/>
                </a:solidFill>
                <a:latin typeface="Times New Roman" pitchFamily="18" charset="0"/>
                <a:cs typeface="Times New Roman" pitchFamily="18" charset="0"/>
              </a:rPr>
              <a:t>)…</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28596" y="1714488"/>
            <a:ext cx="8286808" cy="769441"/>
          </a:xfrm>
          <a:prstGeom prst="rect">
            <a:avLst/>
          </a:prstGeom>
          <a:noFill/>
        </p:spPr>
        <p:txBody>
          <a:bodyPr wrap="square" rtlCol="0">
            <a:spAutoFit/>
          </a:bodyPr>
          <a:lstStyle/>
          <a:p>
            <a:r>
              <a:rPr lang="en-US" sz="4400" b="1" smtClean="0">
                <a:solidFill>
                  <a:srgbClr val="0070C0"/>
                </a:solidFill>
                <a:latin typeface="Times New Roman" pitchFamily="18" charset="0"/>
                <a:cs typeface="Times New Roman" pitchFamily="18" charset="0"/>
              </a:rPr>
              <a:t>Hạn chế của IPv4</a:t>
            </a:r>
            <a:endParaRPr lang="en-US" sz="4400" b="1">
              <a:solidFill>
                <a:srgbClr val="0070C0"/>
              </a:solidFill>
              <a:latin typeface="Times New Roman" pitchFamily="18" charset="0"/>
              <a:cs typeface="Times New Roman" pitchFamily="18" charset="0"/>
            </a:endParaRPr>
          </a:p>
        </p:txBody>
      </p:sp>
      <p:sp>
        <p:nvSpPr>
          <p:cNvPr id="3" name="TextBox 2"/>
          <p:cNvSpPr txBox="1"/>
          <p:nvPr/>
        </p:nvSpPr>
        <p:spPr>
          <a:xfrm>
            <a:off x="214282" y="2428868"/>
            <a:ext cx="8715436" cy="4401205"/>
          </a:xfrm>
          <a:prstGeom prst="rect">
            <a:avLst/>
          </a:prstGeom>
          <a:noFill/>
        </p:spPr>
        <p:txBody>
          <a:bodyPr wrap="square" rtlCol="0">
            <a:spAutoFit/>
          </a:bodyPr>
          <a:lstStyle/>
          <a:p>
            <a:pPr indent="536575" algn="just"/>
            <a:r>
              <a:rPr lang="en-US" sz="2700" b="1" smtClean="0">
                <a:solidFill>
                  <a:srgbClr val="0000FF"/>
                </a:solidFill>
                <a:latin typeface="Times New Roman" pitchFamily="18" charset="0"/>
                <a:cs typeface="Times New Roman" pitchFamily="18" charset="0"/>
              </a:rPr>
              <a:t>Trong những năm 1990, </a:t>
            </a:r>
            <a:r>
              <a:rPr lang="en-US" sz="2700" b="1" smtClean="0">
                <a:solidFill>
                  <a:srgbClr val="FF0000"/>
                </a:solidFill>
                <a:latin typeface="Times New Roman" pitchFamily="18" charset="0"/>
                <a:cs typeface="Times New Roman" pitchFamily="18" charset="0"/>
              </a:rPr>
              <a:t>CIDR</a:t>
            </a:r>
            <a:r>
              <a:rPr lang="en-US" sz="2700" b="1" smtClean="0">
                <a:solidFill>
                  <a:srgbClr val="0000FF"/>
                </a:solidFill>
                <a:latin typeface="Times New Roman" pitchFamily="18" charset="0"/>
                <a:cs typeface="Times New Roman" pitchFamily="18" charset="0"/>
              </a:rPr>
              <a:t> (</a:t>
            </a:r>
            <a:r>
              <a:rPr lang="en-US" sz="2700" b="1" smtClean="0">
                <a:solidFill>
                  <a:srgbClr val="FF0000"/>
                </a:solidFill>
                <a:latin typeface="Times New Roman" pitchFamily="18" charset="0"/>
                <a:cs typeface="Times New Roman" pitchFamily="18" charset="0"/>
              </a:rPr>
              <a:t>C</a:t>
            </a:r>
            <a:r>
              <a:rPr lang="en-US" sz="2700" b="1" smtClean="0">
                <a:solidFill>
                  <a:srgbClr val="0000FF"/>
                </a:solidFill>
                <a:latin typeface="Times New Roman" pitchFamily="18" charset="0"/>
                <a:cs typeface="Times New Roman" pitchFamily="18" charset="0"/>
              </a:rPr>
              <a:t>lassless </a:t>
            </a:r>
            <a:r>
              <a:rPr lang="en-US" sz="2700" b="1" smtClean="0">
                <a:solidFill>
                  <a:srgbClr val="FF0000"/>
                </a:solidFill>
                <a:latin typeface="Times New Roman" pitchFamily="18" charset="0"/>
                <a:cs typeface="Times New Roman" pitchFamily="18" charset="0"/>
              </a:rPr>
              <a:t>I</a:t>
            </a:r>
            <a:r>
              <a:rPr lang="en-US" sz="2700" b="1" smtClean="0">
                <a:solidFill>
                  <a:srgbClr val="0000FF"/>
                </a:solidFill>
                <a:latin typeface="Times New Roman" pitchFamily="18" charset="0"/>
                <a:cs typeface="Times New Roman" pitchFamily="18" charset="0"/>
              </a:rPr>
              <a:t>nter-</a:t>
            </a:r>
            <a:r>
              <a:rPr lang="en-US" sz="2700" b="1" smtClean="0">
                <a:solidFill>
                  <a:srgbClr val="FF0000"/>
                </a:solidFill>
                <a:latin typeface="Times New Roman" pitchFamily="18" charset="0"/>
                <a:cs typeface="Times New Roman" pitchFamily="18" charset="0"/>
              </a:rPr>
              <a:t>D</a:t>
            </a:r>
            <a:r>
              <a:rPr lang="en-US" sz="2700" b="1" smtClean="0">
                <a:solidFill>
                  <a:srgbClr val="0000FF"/>
                </a:solidFill>
                <a:latin typeface="Times New Roman" pitchFamily="18" charset="0"/>
                <a:cs typeface="Times New Roman" pitchFamily="18" charset="0"/>
              </a:rPr>
              <a:t>omain </a:t>
            </a:r>
            <a:r>
              <a:rPr lang="en-US" sz="2700" b="1" smtClean="0">
                <a:solidFill>
                  <a:srgbClr val="FF0000"/>
                </a:solidFill>
                <a:latin typeface="Times New Roman" pitchFamily="18" charset="0"/>
                <a:cs typeface="Times New Roman" pitchFamily="18" charset="0"/>
              </a:rPr>
              <a:t>R</a:t>
            </a:r>
            <a:r>
              <a:rPr lang="en-US" sz="2700" b="1" smtClean="0">
                <a:solidFill>
                  <a:srgbClr val="0000FF"/>
                </a:solidFill>
                <a:latin typeface="Times New Roman" pitchFamily="18" charset="0"/>
                <a:cs typeface="Times New Roman" pitchFamily="18" charset="0"/>
              </a:rPr>
              <a:t>outing) được xây dựng dựa trên khái niệm mặt nạ địa chỉ (address mask) đã tạm thời khắc phục được những vấn đề thiếu hụt địa chỉ, cải tiến khả năng mở rộng của IPv4.</a:t>
            </a:r>
          </a:p>
          <a:p>
            <a:pPr indent="536575" algn="just"/>
            <a:r>
              <a:rPr lang="en-US" sz="2700" b="1" smtClean="0">
                <a:solidFill>
                  <a:srgbClr val="0000FF"/>
                </a:solidFill>
                <a:latin typeface="Times New Roman" pitchFamily="18" charset="0"/>
                <a:cs typeface="Times New Roman" pitchFamily="18" charset="0"/>
              </a:rPr>
              <a:t>Mặc dù có thêm nhiều công cụ khác ra đời như kỹ thuật </a:t>
            </a:r>
            <a:r>
              <a:rPr lang="en-US" sz="2700" b="1" smtClean="0">
                <a:solidFill>
                  <a:srgbClr val="FF0000"/>
                </a:solidFill>
                <a:latin typeface="Times New Roman" pitchFamily="18" charset="0"/>
                <a:cs typeface="Times New Roman" pitchFamily="18" charset="0"/>
              </a:rPr>
              <a:t>Subnetting</a:t>
            </a:r>
            <a:r>
              <a:rPr lang="en-US" sz="2700" b="1" smtClean="0">
                <a:solidFill>
                  <a:srgbClr val="0000FF"/>
                </a:solidFill>
                <a:latin typeface="Times New Roman" pitchFamily="18" charset="0"/>
                <a:cs typeface="Times New Roman" pitchFamily="18" charset="0"/>
              </a:rPr>
              <a:t> (1985), kỹ thuật </a:t>
            </a:r>
            <a:r>
              <a:rPr lang="en-US" sz="2700" b="1" smtClean="0">
                <a:solidFill>
                  <a:srgbClr val="FF0000"/>
                </a:solidFill>
                <a:latin typeface="Times New Roman" pitchFamily="18" charset="0"/>
                <a:cs typeface="Times New Roman" pitchFamily="18" charset="0"/>
              </a:rPr>
              <a:t>VLSM</a:t>
            </a:r>
            <a:r>
              <a:rPr lang="en-US" sz="2700" b="1" smtClean="0">
                <a:solidFill>
                  <a:srgbClr val="0000FF"/>
                </a:solidFill>
                <a:latin typeface="Times New Roman" pitchFamily="18" charset="0"/>
                <a:cs typeface="Times New Roman" pitchFamily="18" charset="0"/>
              </a:rPr>
              <a:t> (</a:t>
            </a:r>
            <a:r>
              <a:rPr lang="en-US" sz="2700" b="1" smtClean="0">
                <a:solidFill>
                  <a:srgbClr val="FF0000"/>
                </a:solidFill>
                <a:latin typeface="Times New Roman" pitchFamily="18" charset="0"/>
                <a:cs typeface="Times New Roman" pitchFamily="18" charset="0"/>
              </a:rPr>
              <a:t>V</a:t>
            </a:r>
            <a:r>
              <a:rPr lang="en-US" sz="2700" b="1" smtClean="0">
                <a:solidFill>
                  <a:srgbClr val="0000FF"/>
                </a:solidFill>
                <a:latin typeface="Times New Roman" pitchFamily="18" charset="0"/>
                <a:cs typeface="Times New Roman" pitchFamily="18" charset="0"/>
              </a:rPr>
              <a:t>ariable </a:t>
            </a:r>
            <a:r>
              <a:rPr lang="en-US" sz="2700" b="1" smtClean="0">
                <a:solidFill>
                  <a:srgbClr val="FF0000"/>
                </a:solidFill>
                <a:latin typeface="Times New Roman" pitchFamily="18" charset="0"/>
                <a:cs typeface="Times New Roman" pitchFamily="18" charset="0"/>
              </a:rPr>
              <a:t>L</a:t>
            </a:r>
            <a:r>
              <a:rPr lang="en-US" sz="2700" b="1" smtClean="0">
                <a:solidFill>
                  <a:srgbClr val="0000FF"/>
                </a:solidFill>
                <a:latin typeface="Times New Roman" pitchFamily="18" charset="0"/>
                <a:cs typeface="Times New Roman" pitchFamily="18" charset="0"/>
              </a:rPr>
              <a:t>ength </a:t>
            </a:r>
            <a:r>
              <a:rPr lang="en-US" sz="2700" b="1" smtClean="0">
                <a:solidFill>
                  <a:srgbClr val="FF0000"/>
                </a:solidFill>
                <a:latin typeface="Times New Roman" pitchFamily="18" charset="0"/>
                <a:cs typeface="Times New Roman" pitchFamily="18" charset="0"/>
              </a:rPr>
              <a:t>S</a:t>
            </a:r>
            <a:r>
              <a:rPr lang="en-US" sz="2700" b="1" smtClean="0">
                <a:solidFill>
                  <a:srgbClr val="0000FF"/>
                </a:solidFill>
                <a:latin typeface="Times New Roman" pitchFamily="18" charset="0"/>
                <a:cs typeface="Times New Roman" pitchFamily="18" charset="0"/>
              </a:rPr>
              <a:t>ubnet </a:t>
            </a:r>
            <a:r>
              <a:rPr lang="en-US" sz="2700" b="1" smtClean="0">
                <a:solidFill>
                  <a:srgbClr val="FF0000"/>
                </a:solidFill>
                <a:latin typeface="Times New Roman" pitchFamily="18" charset="0"/>
                <a:cs typeface="Times New Roman" pitchFamily="18" charset="0"/>
              </a:rPr>
              <a:t>M</a:t>
            </a:r>
            <a:r>
              <a:rPr lang="en-US" sz="2700" b="1" smtClean="0">
                <a:solidFill>
                  <a:srgbClr val="0000FF"/>
                </a:solidFill>
                <a:latin typeface="Times New Roman" pitchFamily="18" charset="0"/>
                <a:cs typeface="Times New Roman" pitchFamily="18" charset="0"/>
              </a:rPr>
              <a:t>asking - 1987) và </a:t>
            </a:r>
            <a:r>
              <a:rPr lang="en-US" sz="2700" b="1" smtClean="0">
                <a:solidFill>
                  <a:srgbClr val="FF0000"/>
                </a:solidFill>
                <a:latin typeface="Times New Roman" pitchFamily="18" charset="0"/>
                <a:cs typeface="Times New Roman" pitchFamily="18" charset="0"/>
              </a:rPr>
              <a:t>CIDR</a:t>
            </a:r>
            <a:r>
              <a:rPr lang="en-US" sz="2700" b="1" smtClean="0">
                <a:solidFill>
                  <a:srgbClr val="0000FF"/>
                </a:solidFill>
                <a:latin typeface="Times New Roman" pitchFamily="18" charset="0"/>
                <a:cs typeface="Times New Roman" pitchFamily="18" charset="0"/>
              </a:rPr>
              <a:t> (1993), các kỹ thuật trên đã không cứu vớt IPv4 ra khỏi một vấn đề đơn giản: </a:t>
            </a:r>
            <a:r>
              <a:rPr lang="en-US" sz="2700" b="1" smtClean="0">
                <a:solidFill>
                  <a:srgbClr val="FF0000"/>
                </a:solidFill>
                <a:latin typeface="Times New Roman" pitchFamily="18" charset="0"/>
                <a:cs typeface="Times New Roman" pitchFamily="18" charset="0"/>
              </a:rPr>
              <a:t>không đủ địa chỉ cho các nhu cầu tương lai</a:t>
            </a:r>
            <a:r>
              <a:rPr lang="en-US" sz="2700" b="1" smtClean="0">
                <a:solidFill>
                  <a:srgbClr val="0000FF"/>
                </a:solidFill>
                <a:latin typeface="Times New Roman" pitchFamily="18" charset="0"/>
                <a:cs typeface="Times New Roman" pitchFamily="18" charset="0"/>
              </a:rPr>
              <a:t>.</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28596" y="1714488"/>
            <a:ext cx="8286808" cy="769441"/>
          </a:xfrm>
          <a:prstGeom prst="rect">
            <a:avLst/>
          </a:prstGeom>
          <a:noFill/>
        </p:spPr>
        <p:txBody>
          <a:bodyPr wrap="square" rtlCol="0">
            <a:spAutoFit/>
          </a:bodyPr>
          <a:lstStyle/>
          <a:p>
            <a:r>
              <a:rPr lang="en-US" sz="4400" b="1" smtClean="0">
                <a:solidFill>
                  <a:srgbClr val="0070C0"/>
                </a:solidFill>
                <a:latin typeface="Times New Roman" pitchFamily="18" charset="0"/>
                <a:cs typeface="Times New Roman" pitchFamily="18" charset="0"/>
              </a:rPr>
              <a:t>Hạn chế của IPv4</a:t>
            </a:r>
            <a:endParaRPr lang="en-US" sz="4400" b="1">
              <a:solidFill>
                <a:srgbClr val="0070C0"/>
              </a:solidFill>
              <a:latin typeface="Times New Roman" pitchFamily="18" charset="0"/>
              <a:cs typeface="Times New Roman" pitchFamily="18" charset="0"/>
            </a:endParaRPr>
          </a:p>
        </p:txBody>
      </p:sp>
      <p:sp>
        <p:nvSpPr>
          <p:cNvPr id="3" name="TextBox 2"/>
          <p:cNvSpPr txBox="1"/>
          <p:nvPr/>
        </p:nvSpPr>
        <p:spPr>
          <a:xfrm>
            <a:off x="214282" y="2428868"/>
            <a:ext cx="8715436" cy="4154984"/>
          </a:xfrm>
          <a:prstGeom prst="rect">
            <a:avLst/>
          </a:prstGeom>
          <a:noFill/>
        </p:spPr>
        <p:txBody>
          <a:bodyPr wrap="square" rtlCol="0">
            <a:spAutoFit/>
          </a:bodyPr>
          <a:lstStyle/>
          <a:p>
            <a:pPr indent="536575" algn="just"/>
            <a:r>
              <a:rPr lang="en-US" sz="2400" b="1" smtClean="0">
                <a:solidFill>
                  <a:srgbClr val="0000FF"/>
                </a:solidFill>
                <a:latin typeface="Times New Roman" pitchFamily="18" charset="0"/>
                <a:cs typeface="Times New Roman" pitchFamily="18" charset="0"/>
              </a:rPr>
              <a:t>Giải pháp cho các vấn đề trên:</a:t>
            </a:r>
          </a:p>
          <a:p>
            <a:pPr algn="just">
              <a:buFont typeface="Wingdings" pitchFamily="2" charset="2"/>
              <a:buChar char="Ø"/>
            </a:pPr>
            <a:r>
              <a:rPr lang="en-US" sz="2400" b="1" smtClean="0">
                <a:solidFill>
                  <a:srgbClr val="002060"/>
                </a:solidFill>
                <a:latin typeface="Times New Roman" pitchFamily="18" charset="0"/>
                <a:cs typeface="Times New Roman" pitchFamily="18" charset="0"/>
              </a:rPr>
              <a:t> </a:t>
            </a:r>
            <a:r>
              <a:rPr lang="en-US" sz="2400" b="1" smtClean="0">
                <a:solidFill>
                  <a:srgbClr val="FF0000"/>
                </a:solidFill>
                <a:latin typeface="Times New Roman" pitchFamily="18" charset="0"/>
                <a:cs typeface="Times New Roman" pitchFamily="18" charset="0"/>
              </a:rPr>
              <a:t>Hạn chế việc gia tăng số lượng</a:t>
            </a:r>
            <a:r>
              <a:rPr lang="en-US" sz="2400" b="1" smtClean="0">
                <a:solidFill>
                  <a:srgbClr val="002060"/>
                </a:solidFill>
                <a:latin typeface="Times New Roman" pitchFamily="18" charset="0"/>
                <a:cs typeface="Times New Roman" pitchFamily="18" charset="0"/>
              </a:rPr>
              <a:t> mạng và các máy tính (điều này không thể thực hiện được).</a:t>
            </a:r>
          </a:p>
          <a:p>
            <a:pPr algn="just">
              <a:buFont typeface="Wingdings" pitchFamily="2" charset="2"/>
              <a:buChar char="Ø"/>
            </a:pPr>
            <a:r>
              <a:rPr lang="en-US" sz="2400" b="1" smtClean="0">
                <a:solidFill>
                  <a:srgbClr val="002060"/>
                </a:solidFill>
                <a:latin typeface="Times New Roman" pitchFamily="18" charset="0"/>
                <a:cs typeface="Times New Roman" pitchFamily="18" charset="0"/>
              </a:rPr>
              <a:t> Giải pháp còn lại là </a:t>
            </a:r>
            <a:r>
              <a:rPr lang="en-US" sz="2400" b="1" smtClean="0">
                <a:solidFill>
                  <a:srgbClr val="FF0000"/>
                </a:solidFill>
                <a:latin typeface="Times New Roman" pitchFamily="18" charset="0"/>
                <a:cs typeface="Times New Roman" pitchFamily="18" charset="0"/>
              </a:rPr>
              <a:t>mở rộng dải địa chỉ</a:t>
            </a:r>
            <a:r>
              <a:rPr lang="en-US" sz="2400" b="1" smtClean="0">
                <a:solidFill>
                  <a:srgbClr val="002060"/>
                </a:solidFill>
                <a:latin typeface="Times New Roman" pitchFamily="18" charset="0"/>
                <a:cs typeface="Times New Roman" pitchFamily="18" charset="0"/>
              </a:rPr>
              <a:t> IP từ </a:t>
            </a:r>
            <a:r>
              <a:rPr lang="en-US" sz="2400" b="1" smtClean="0">
                <a:solidFill>
                  <a:srgbClr val="FF0000"/>
                </a:solidFill>
                <a:latin typeface="Times New Roman" pitchFamily="18" charset="0"/>
                <a:cs typeface="Times New Roman" pitchFamily="18" charset="0"/>
              </a:rPr>
              <a:t>32 bits</a:t>
            </a:r>
            <a:r>
              <a:rPr lang="en-US" sz="2400" b="1" smtClean="0">
                <a:solidFill>
                  <a:srgbClr val="002060"/>
                </a:solidFill>
                <a:latin typeface="Times New Roman" pitchFamily="18" charset="0"/>
                <a:cs typeface="Times New Roman" pitchFamily="18" charset="0"/>
              </a:rPr>
              <a:t> (IPv4) lên </a:t>
            </a:r>
            <a:r>
              <a:rPr lang="en-US" sz="2400" b="1" smtClean="0">
                <a:solidFill>
                  <a:srgbClr val="FF0000"/>
                </a:solidFill>
                <a:latin typeface="Times New Roman" pitchFamily="18" charset="0"/>
                <a:cs typeface="Times New Roman" pitchFamily="18" charset="0"/>
              </a:rPr>
              <a:t>128 bits</a:t>
            </a:r>
            <a:r>
              <a:rPr lang="en-US" sz="2400" b="1" smtClean="0">
                <a:solidFill>
                  <a:srgbClr val="002060"/>
                </a:solidFill>
                <a:latin typeface="Times New Roman" pitchFamily="18" charset="0"/>
                <a:cs typeface="Times New Roman" pitchFamily="18" charset="0"/>
              </a:rPr>
              <a:t> hay còn gọi là </a:t>
            </a:r>
            <a:r>
              <a:rPr lang="en-US" sz="2400" b="1" smtClean="0">
                <a:solidFill>
                  <a:srgbClr val="FF0000"/>
                </a:solidFill>
                <a:latin typeface="Times New Roman" pitchFamily="18" charset="0"/>
                <a:cs typeface="Times New Roman" pitchFamily="18" charset="0"/>
              </a:rPr>
              <a:t>IPv6</a:t>
            </a:r>
            <a:r>
              <a:rPr lang="en-US" sz="2400" b="1" smtClean="0">
                <a:solidFill>
                  <a:srgbClr val="002060"/>
                </a:solidFill>
                <a:latin typeface="Times New Roman" pitchFamily="18" charset="0"/>
                <a:cs typeface="Times New Roman" pitchFamily="18" charset="0"/>
              </a:rPr>
              <a:t>.</a:t>
            </a:r>
            <a:endParaRPr lang="en-US" sz="2400" b="1" smtClean="0">
              <a:solidFill>
                <a:srgbClr val="0070C0"/>
              </a:solidFill>
              <a:latin typeface="Times New Roman" pitchFamily="18" charset="0"/>
              <a:cs typeface="Times New Roman" pitchFamily="18" charset="0"/>
            </a:endParaRPr>
          </a:p>
          <a:p>
            <a:pPr algn="just">
              <a:buFont typeface="Wingdings" pitchFamily="2" charset="2"/>
              <a:buChar char="ü"/>
            </a:pPr>
            <a:r>
              <a:rPr lang="en-US" sz="2400" b="1" smtClean="0">
                <a:solidFill>
                  <a:srgbClr val="0070C0"/>
                </a:solidFill>
                <a:latin typeface="Times New Roman" pitchFamily="18" charset="0"/>
                <a:cs typeface="Times New Roman" pitchFamily="18" charset="0"/>
              </a:rPr>
              <a:t> Như vậy, </a:t>
            </a:r>
            <a:r>
              <a:rPr lang="en-US" sz="2400" b="1" smtClean="0">
                <a:solidFill>
                  <a:srgbClr val="FF0000"/>
                </a:solidFill>
                <a:latin typeface="Times New Roman" pitchFamily="18" charset="0"/>
                <a:cs typeface="Times New Roman" pitchFamily="18" charset="0"/>
              </a:rPr>
              <a:t>IPv6</a:t>
            </a:r>
            <a:r>
              <a:rPr lang="en-US" sz="2400" b="1" smtClean="0">
                <a:solidFill>
                  <a:srgbClr val="0070C0"/>
                </a:solidFill>
                <a:latin typeface="Times New Roman" pitchFamily="18" charset="0"/>
                <a:cs typeface="Times New Roman" pitchFamily="18" charset="0"/>
              </a:rPr>
              <a:t> là một giao thức hoạt động tại tầng mạng ra đời nhằm </a:t>
            </a:r>
            <a:r>
              <a:rPr lang="en-US" sz="2400" b="1" smtClean="0">
                <a:solidFill>
                  <a:srgbClr val="FF0000"/>
                </a:solidFill>
                <a:latin typeface="Times New Roman" pitchFamily="18" charset="0"/>
                <a:cs typeface="Times New Roman" pitchFamily="18" charset="0"/>
              </a:rPr>
              <a:t>giải quyết tình trạng thiếu hụt địa chỉ IP</a:t>
            </a:r>
            <a:r>
              <a:rPr lang="en-US" sz="2400" b="1" smtClean="0">
                <a:solidFill>
                  <a:srgbClr val="0070C0"/>
                </a:solidFill>
                <a:latin typeface="Times New Roman" pitchFamily="18" charset="0"/>
                <a:cs typeface="Times New Roman" pitchFamily="18" charset="0"/>
              </a:rPr>
              <a:t> cấp phát cho các thiết bị mạng  trong tương lai.</a:t>
            </a:r>
          </a:p>
          <a:p>
            <a:pPr algn="just">
              <a:buFont typeface="Wingdings" pitchFamily="2" charset="2"/>
              <a:buChar char="ü"/>
            </a:pPr>
            <a:r>
              <a:rPr lang="en-US" sz="2400" b="1" smtClean="0">
                <a:solidFill>
                  <a:srgbClr val="0070C0"/>
                </a:solidFill>
                <a:latin typeface="Times New Roman" pitchFamily="18" charset="0"/>
                <a:cs typeface="Times New Roman" pitchFamily="18" charset="0"/>
              </a:rPr>
              <a:t> Ngoài việc cung cấp không gian IP rộng lớn, IPv6 còn có nhiều đặc điểm </a:t>
            </a:r>
            <a:r>
              <a:rPr lang="en-US" sz="2400" b="1" smtClean="0">
                <a:solidFill>
                  <a:srgbClr val="FF0000"/>
                </a:solidFill>
                <a:latin typeface="Times New Roman" pitchFamily="18" charset="0"/>
                <a:cs typeface="Times New Roman" pitchFamily="18" charset="0"/>
              </a:rPr>
              <a:t>cải tiến tập trung vào vấn đề định tuyến và bảo mật</a:t>
            </a:r>
            <a:r>
              <a:rPr lang="en-US" sz="2400" b="1" smtClean="0">
                <a:solidFill>
                  <a:srgbClr val="0070C0"/>
                </a:solidFill>
                <a:latin typeface="Times New Roman" pitchFamily="18" charset="0"/>
                <a:cs typeface="Times New Roman" pitchFamily="18" charset="0"/>
              </a:rPr>
              <a:t> nhằm giúp hệ thống thông tin hoạt động hiệu quả và an toàn hơn.</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p:cNvSpPr txBox="1"/>
          <p:nvPr/>
        </p:nvSpPr>
        <p:spPr>
          <a:xfrm>
            <a:off x="428596" y="1714488"/>
            <a:ext cx="8286808" cy="769441"/>
          </a:xfrm>
          <a:prstGeom prst="rect">
            <a:avLst/>
          </a:prstGeom>
          <a:noFill/>
        </p:spPr>
        <p:txBody>
          <a:bodyPr wrap="square" rtlCol="0">
            <a:spAutoFit/>
          </a:bodyPr>
          <a:lstStyle/>
          <a:p>
            <a:r>
              <a:rPr lang="en-US" sz="4400" b="1" smtClean="0">
                <a:solidFill>
                  <a:srgbClr val="0070C0"/>
                </a:solidFill>
                <a:latin typeface="Times New Roman" pitchFamily="18" charset="0"/>
                <a:cs typeface="Times New Roman" pitchFamily="18" charset="0"/>
              </a:rPr>
              <a:t>Tổng quan về IPv6</a:t>
            </a:r>
            <a:endParaRPr lang="en-US" sz="4400" b="1">
              <a:solidFill>
                <a:srgbClr val="0070C0"/>
              </a:solidFill>
              <a:latin typeface="Times New Roman" pitchFamily="18" charset="0"/>
              <a:cs typeface="Times New Roman" pitchFamily="18" charset="0"/>
            </a:endParaRPr>
          </a:p>
        </p:txBody>
      </p:sp>
      <p:sp>
        <p:nvSpPr>
          <p:cNvPr id="17" name="TextBox 16"/>
          <p:cNvSpPr txBox="1"/>
          <p:nvPr/>
        </p:nvSpPr>
        <p:spPr>
          <a:xfrm>
            <a:off x="214282" y="2500306"/>
            <a:ext cx="8715436" cy="4154984"/>
          </a:xfrm>
          <a:prstGeom prst="rect">
            <a:avLst/>
          </a:prstGeom>
          <a:noFill/>
        </p:spPr>
        <p:txBody>
          <a:bodyPr wrap="square" rtlCol="0">
            <a:spAutoFit/>
          </a:bodyPr>
          <a:lstStyle/>
          <a:p>
            <a:pPr indent="536575" algn="just"/>
            <a:r>
              <a:rPr lang="en-US" sz="2400" b="1" smtClean="0">
                <a:solidFill>
                  <a:srgbClr val="0000FF"/>
                </a:solidFill>
                <a:latin typeface="Times New Roman" pitchFamily="18" charset="0"/>
                <a:cs typeface="Times New Roman" pitchFamily="18" charset="0"/>
              </a:rPr>
              <a:t>Hệ thống </a:t>
            </a:r>
            <a:r>
              <a:rPr lang="en-US" sz="2400" b="1" smtClean="0">
                <a:solidFill>
                  <a:srgbClr val="FF0000"/>
                </a:solidFill>
                <a:latin typeface="Times New Roman" pitchFamily="18" charset="0"/>
                <a:cs typeface="Times New Roman" pitchFamily="18" charset="0"/>
              </a:rPr>
              <a:t>IPv6</a:t>
            </a:r>
            <a:r>
              <a:rPr lang="en-US" sz="2400" b="1" smtClean="0">
                <a:solidFill>
                  <a:srgbClr val="0000FF"/>
                </a:solidFill>
                <a:latin typeface="Times New Roman" pitchFamily="18" charset="0"/>
                <a:cs typeface="Times New Roman" pitchFamily="18" charset="0"/>
              </a:rPr>
              <a:t> được xây dựng với các điểm chính như sau:</a:t>
            </a:r>
          </a:p>
          <a:p>
            <a:pPr algn="just">
              <a:buFont typeface="Wingdings" pitchFamily="2" charset="2"/>
              <a:buChar char="Ø"/>
            </a:pPr>
            <a:r>
              <a:rPr lang="en-US" sz="2400" b="1" smtClean="0">
                <a:solidFill>
                  <a:srgbClr val="002060"/>
                </a:solidFill>
                <a:latin typeface="Times New Roman" pitchFamily="18" charset="0"/>
                <a:cs typeface="Times New Roman" pitchFamily="18" charset="0"/>
              </a:rPr>
              <a:t> Định dạng phần Header của các gói tin theo dạng mới.</a:t>
            </a:r>
          </a:p>
          <a:p>
            <a:pPr algn="just">
              <a:buFont typeface="Wingdings" pitchFamily="2" charset="2"/>
              <a:buChar char="Ø"/>
            </a:pPr>
            <a:r>
              <a:rPr lang="en-US" sz="2400" b="1" smtClean="0">
                <a:solidFill>
                  <a:srgbClr val="002060"/>
                </a:solidFill>
                <a:latin typeface="Times New Roman" pitchFamily="18" charset="0"/>
                <a:cs typeface="Times New Roman" pitchFamily="18" charset="0"/>
              </a:rPr>
              <a:t> Cung cấp không gian địa chỉ rộng lớn hơn.</a:t>
            </a:r>
          </a:p>
          <a:p>
            <a:pPr algn="just">
              <a:buFont typeface="Wingdings" pitchFamily="2" charset="2"/>
              <a:buChar char="Ø"/>
            </a:pPr>
            <a:r>
              <a:rPr lang="en-US" sz="2400" b="1" smtClean="0">
                <a:solidFill>
                  <a:srgbClr val="002060"/>
                </a:solidFill>
                <a:latin typeface="Times New Roman" pitchFamily="18" charset="0"/>
                <a:cs typeface="Times New Roman" pitchFamily="18" charset="0"/>
              </a:rPr>
              <a:t> Cung cấp giải pháp định tuyến và định vị địa chỉ hiệu quả hơn.</a:t>
            </a:r>
          </a:p>
          <a:p>
            <a:pPr algn="just">
              <a:buFont typeface="Wingdings" pitchFamily="2" charset="2"/>
              <a:buChar char="Ø"/>
            </a:pPr>
            <a:r>
              <a:rPr lang="en-US" sz="2400" b="1" smtClean="0">
                <a:solidFill>
                  <a:srgbClr val="002060"/>
                </a:solidFill>
                <a:latin typeface="Times New Roman" pitchFamily="18" charset="0"/>
                <a:cs typeface="Times New Roman" pitchFamily="18" charset="0"/>
              </a:rPr>
              <a:t> Cung cấp sẵn thành phần Security (Built-in Security).</a:t>
            </a:r>
          </a:p>
          <a:p>
            <a:pPr algn="just">
              <a:buFont typeface="Wingdings" pitchFamily="2" charset="2"/>
              <a:buChar char="Ø"/>
            </a:pPr>
            <a:r>
              <a:rPr lang="en-US" sz="2400" b="1" smtClean="0">
                <a:solidFill>
                  <a:srgbClr val="002060"/>
                </a:solidFill>
                <a:latin typeface="Times New Roman" pitchFamily="18" charset="0"/>
                <a:cs typeface="Times New Roman" pitchFamily="18" charset="0"/>
              </a:rPr>
              <a:t> Hỗ trợ giải pháp Chuyển giao ưu tiên (Prioritized Delivery) trong Routing.</a:t>
            </a:r>
          </a:p>
          <a:p>
            <a:pPr algn="just">
              <a:buFont typeface="Wingdings" pitchFamily="2" charset="2"/>
              <a:buChar char="Ø"/>
            </a:pPr>
            <a:r>
              <a:rPr lang="en-US" sz="2400" b="1" smtClean="0">
                <a:solidFill>
                  <a:srgbClr val="002060"/>
                </a:solidFill>
                <a:latin typeface="Times New Roman" pitchFamily="18" charset="0"/>
                <a:cs typeface="Times New Roman" pitchFamily="18" charset="0"/>
              </a:rPr>
              <a:t> Cung cấp Protocol mới trong việc tương tác giữa các Điểm kết nối (Nodes).</a:t>
            </a:r>
          </a:p>
          <a:p>
            <a:pPr algn="just">
              <a:buFont typeface="Wingdings" pitchFamily="2" charset="2"/>
              <a:buChar char="Ø"/>
            </a:pPr>
            <a:r>
              <a:rPr lang="en-US" sz="2400" b="1" smtClean="0">
                <a:solidFill>
                  <a:srgbClr val="002060"/>
                </a:solidFill>
                <a:latin typeface="Times New Roman" pitchFamily="18" charset="0"/>
                <a:cs typeface="Times New Roman" pitchFamily="18" charset="0"/>
              </a:rPr>
              <a:t> Có khả năng mở rộng dễ dàng thông qua việc cho phép tạo thêm Header ngay sau IPv6 Packet Header.</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28596" y="1714488"/>
            <a:ext cx="8286808" cy="769441"/>
          </a:xfrm>
          <a:prstGeom prst="rect">
            <a:avLst/>
          </a:prstGeom>
          <a:noFill/>
        </p:spPr>
        <p:txBody>
          <a:bodyPr wrap="square" rtlCol="0">
            <a:spAutoFit/>
          </a:bodyPr>
          <a:lstStyle/>
          <a:p>
            <a:r>
              <a:rPr lang="en-US" sz="4400" b="1" smtClean="0">
                <a:solidFill>
                  <a:srgbClr val="0070C0"/>
                </a:solidFill>
                <a:latin typeface="Times New Roman" pitchFamily="18" charset="0"/>
                <a:cs typeface="Times New Roman" pitchFamily="18" charset="0"/>
              </a:rPr>
              <a:t>Tổng quan về IPv6</a:t>
            </a:r>
            <a:endParaRPr lang="en-US" sz="4400" b="1">
              <a:solidFill>
                <a:srgbClr val="0070C0"/>
              </a:solidFill>
              <a:latin typeface="Times New Roman" pitchFamily="18" charset="0"/>
              <a:cs typeface="Times New Roman" pitchFamily="18" charset="0"/>
            </a:endParaRPr>
          </a:p>
        </p:txBody>
      </p:sp>
      <p:sp>
        <p:nvSpPr>
          <p:cNvPr id="3" name="TextBox 2"/>
          <p:cNvSpPr txBox="1"/>
          <p:nvPr/>
        </p:nvSpPr>
        <p:spPr>
          <a:xfrm>
            <a:off x="214282" y="2500306"/>
            <a:ext cx="8715436" cy="3662541"/>
          </a:xfrm>
          <a:prstGeom prst="rect">
            <a:avLst/>
          </a:prstGeom>
          <a:noFill/>
        </p:spPr>
        <p:txBody>
          <a:bodyPr wrap="square" rtlCol="0">
            <a:spAutoFit/>
          </a:bodyPr>
          <a:lstStyle/>
          <a:p>
            <a:pPr indent="536575" algn="just"/>
            <a:r>
              <a:rPr lang="en-US" sz="3200" b="1" smtClean="0">
                <a:solidFill>
                  <a:srgbClr val="0000FF"/>
                </a:solidFill>
                <a:latin typeface="Times New Roman" pitchFamily="18" charset="0"/>
                <a:cs typeface="Times New Roman" pitchFamily="18" charset="0"/>
              </a:rPr>
              <a:t>Kích thước (không gian) địa chỉ:</a:t>
            </a:r>
          </a:p>
          <a:p>
            <a:pPr indent="536575" algn="just"/>
            <a:r>
              <a:rPr lang="en-US" sz="3200" b="1" smtClean="0">
                <a:solidFill>
                  <a:srgbClr val="002060"/>
                </a:solidFill>
                <a:latin typeface="Times New Roman" pitchFamily="18" charset="0"/>
                <a:cs typeface="Times New Roman" pitchFamily="18" charset="0"/>
              </a:rPr>
              <a:t>Với độ rộng 128 bits, trên lí thuyết IPv6 có:          </a:t>
            </a:r>
            <a:r>
              <a:rPr lang="en-US" sz="2800" b="1" smtClean="0">
                <a:solidFill>
                  <a:srgbClr val="FF0000"/>
                </a:solidFill>
                <a:latin typeface="Times New Roman" pitchFamily="18" charset="0"/>
                <a:cs typeface="Times New Roman" pitchFamily="18" charset="0"/>
              </a:rPr>
              <a:t>2</a:t>
            </a:r>
            <a:r>
              <a:rPr lang="en-US" sz="2800" b="1" baseline="30000" smtClean="0">
                <a:solidFill>
                  <a:srgbClr val="FF0000"/>
                </a:solidFill>
                <a:latin typeface="Times New Roman" pitchFamily="18" charset="0"/>
                <a:cs typeface="Times New Roman" pitchFamily="18" charset="0"/>
              </a:rPr>
              <a:t>128</a:t>
            </a:r>
            <a:r>
              <a:rPr lang="en-US" sz="3600" b="1" smtClean="0">
                <a:solidFill>
                  <a:srgbClr val="FF0000"/>
                </a:solidFill>
                <a:latin typeface="Times New Roman" pitchFamily="18" charset="0"/>
                <a:cs typeface="Times New Roman" pitchFamily="18" charset="0"/>
              </a:rPr>
              <a:t>=</a:t>
            </a:r>
            <a:r>
              <a:rPr lang="en-US" sz="2700" b="1" smtClean="0">
                <a:solidFill>
                  <a:srgbClr val="FF0000"/>
                </a:solidFill>
                <a:latin typeface="Times New Roman" pitchFamily="18" charset="0"/>
                <a:cs typeface="Times New Roman" pitchFamily="18" charset="0"/>
              </a:rPr>
              <a:t>340.282.366.920.938.463.463.374.607.431.768.211.456</a:t>
            </a:r>
            <a:r>
              <a:rPr lang="en-US" sz="3200" b="1" smtClean="0">
                <a:solidFill>
                  <a:srgbClr val="002060"/>
                </a:solidFill>
                <a:latin typeface="Times New Roman" pitchFamily="18" charset="0"/>
                <a:cs typeface="Times New Roman" pitchFamily="18" charset="0"/>
              </a:rPr>
              <a:t> địa chỉ IP cho các thiết bị trên mạng, xấp xỉ </a:t>
            </a:r>
            <a:r>
              <a:rPr lang="en-US" sz="3200" b="1" smtClean="0">
                <a:solidFill>
                  <a:srgbClr val="FF0000"/>
                </a:solidFill>
                <a:latin typeface="Times New Roman" pitchFamily="18" charset="0"/>
                <a:cs typeface="Times New Roman" pitchFamily="18" charset="0"/>
              </a:rPr>
              <a:t>10</a:t>
            </a:r>
            <a:r>
              <a:rPr lang="en-US" sz="3200" b="1" baseline="30000" smtClean="0">
                <a:solidFill>
                  <a:srgbClr val="FF0000"/>
                </a:solidFill>
                <a:latin typeface="Times New Roman" pitchFamily="18" charset="0"/>
                <a:cs typeface="Times New Roman" pitchFamily="18" charset="0"/>
              </a:rPr>
              <a:t>28</a:t>
            </a:r>
            <a:r>
              <a:rPr lang="en-US" sz="3200" b="1" smtClean="0">
                <a:solidFill>
                  <a:srgbClr val="002060"/>
                </a:solidFill>
                <a:latin typeface="Times New Roman" pitchFamily="18" charset="0"/>
                <a:cs typeface="Times New Roman" pitchFamily="18" charset="0"/>
              </a:rPr>
              <a:t> lần không gian địa chỉ của IPv4.</a:t>
            </a:r>
          </a:p>
          <a:p>
            <a:pPr indent="536575" algn="just"/>
            <a:r>
              <a:rPr lang="en-US" sz="3200" b="1" smtClean="0">
                <a:solidFill>
                  <a:srgbClr val="002060"/>
                </a:solidFill>
                <a:latin typeface="Times New Roman" pitchFamily="18" charset="0"/>
                <a:cs typeface="Times New Roman" pitchFamily="18" charset="0"/>
              </a:rPr>
              <a:t>Cách thức đánh địa chỉ của IPv6 cũng khác so với IPv4.</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28596" y="1714488"/>
            <a:ext cx="8286808" cy="769441"/>
          </a:xfrm>
          <a:prstGeom prst="rect">
            <a:avLst/>
          </a:prstGeom>
          <a:noFill/>
        </p:spPr>
        <p:txBody>
          <a:bodyPr wrap="square" rtlCol="0">
            <a:spAutoFit/>
          </a:bodyPr>
          <a:lstStyle/>
          <a:p>
            <a:r>
              <a:rPr lang="en-US" sz="4400" b="1" smtClean="0">
                <a:solidFill>
                  <a:srgbClr val="0070C0"/>
                </a:solidFill>
                <a:latin typeface="Times New Roman" pitchFamily="18" charset="0"/>
                <a:cs typeface="Times New Roman" pitchFamily="18" charset="0"/>
              </a:rPr>
              <a:t>Cơ chế đánh địa chỉ của IPv6</a:t>
            </a:r>
            <a:endParaRPr lang="en-US" sz="4400" b="1">
              <a:solidFill>
                <a:srgbClr val="0070C0"/>
              </a:solidFill>
              <a:latin typeface="Times New Roman" pitchFamily="18" charset="0"/>
              <a:cs typeface="Times New Roman" pitchFamily="18" charset="0"/>
            </a:endParaRPr>
          </a:p>
        </p:txBody>
      </p:sp>
      <p:sp>
        <p:nvSpPr>
          <p:cNvPr id="3" name="TextBox 2"/>
          <p:cNvSpPr txBox="1"/>
          <p:nvPr/>
        </p:nvSpPr>
        <p:spPr>
          <a:xfrm>
            <a:off x="214282" y="2500306"/>
            <a:ext cx="8715436" cy="3539430"/>
          </a:xfrm>
          <a:prstGeom prst="rect">
            <a:avLst/>
          </a:prstGeom>
          <a:noFill/>
        </p:spPr>
        <p:txBody>
          <a:bodyPr wrap="square" rtlCol="0">
            <a:spAutoFit/>
          </a:bodyPr>
          <a:lstStyle/>
          <a:p>
            <a:pPr indent="536575" algn="just"/>
            <a:r>
              <a:rPr lang="en-US" sz="2800" b="1" smtClean="0">
                <a:solidFill>
                  <a:srgbClr val="0000FF"/>
                </a:solidFill>
                <a:latin typeface="Times New Roman" pitchFamily="18" charset="0"/>
                <a:cs typeface="Times New Roman" pitchFamily="18" charset="0"/>
              </a:rPr>
              <a:t>Với độ rộng 128 bit:</a:t>
            </a:r>
          </a:p>
          <a:p>
            <a:pPr indent="536575" algn="just"/>
            <a:r>
              <a:rPr lang="en-US" sz="2800" b="1" smtClean="0">
                <a:solidFill>
                  <a:srgbClr val="002060"/>
                </a:solidFill>
                <a:latin typeface="Times New Roman" pitchFamily="18" charset="0"/>
                <a:cs typeface="Times New Roman" pitchFamily="18" charset="0"/>
              </a:rPr>
              <a:t>IPv6 thường được viết dưới dạng </a:t>
            </a:r>
            <a:r>
              <a:rPr lang="en-US" sz="2800" b="1" smtClean="0">
                <a:solidFill>
                  <a:srgbClr val="FF0000"/>
                </a:solidFill>
                <a:latin typeface="Times New Roman" pitchFamily="18" charset="0"/>
                <a:cs typeface="Times New Roman" pitchFamily="18" charset="0"/>
              </a:rPr>
              <a:t>8 nhóm</a:t>
            </a:r>
            <a:r>
              <a:rPr lang="en-US" sz="2800" b="1" smtClean="0">
                <a:solidFill>
                  <a:srgbClr val="002060"/>
                </a:solidFill>
                <a:latin typeface="Times New Roman" pitchFamily="18" charset="0"/>
                <a:cs typeface="Times New Roman" pitchFamily="18" charset="0"/>
              </a:rPr>
              <a:t>, mỗi nhóm gồm </a:t>
            </a:r>
            <a:r>
              <a:rPr lang="en-US" sz="2800" b="1" smtClean="0">
                <a:solidFill>
                  <a:srgbClr val="FF0000"/>
                </a:solidFill>
                <a:latin typeface="Times New Roman" pitchFamily="18" charset="0"/>
                <a:cs typeface="Times New Roman" pitchFamily="18" charset="0"/>
              </a:rPr>
              <a:t>4 chữ số thập lục phân</a:t>
            </a:r>
            <a:r>
              <a:rPr lang="en-US" sz="2800" b="1" smtClean="0">
                <a:solidFill>
                  <a:srgbClr val="002060"/>
                </a:solidFill>
                <a:latin typeface="Times New Roman" pitchFamily="18" charset="0"/>
                <a:cs typeface="Times New Roman" pitchFamily="18" charset="0"/>
              </a:rPr>
              <a:t> (không phân biệt chữ hoa, chữ thường), mỗi phần cách nhau bởi dấu hai chấm (</a:t>
            </a:r>
            <a:r>
              <a:rPr lang="en-US" sz="2800" b="1" smtClean="0">
                <a:solidFill>
                  <a:srgbClr val="FF0000"/>
                </a:solidFill>
                <a:latin typeface="Times New Roman" pitchFamily="18" charset="0"/>
                <a:cs typeface="Times New Roman" pitchFamily="18" charset="0"/>
              </a:rPr>
              <a:t>:</a:t>
            </a:r>
            <a:r>
              <a:rPr lang="en-US" sz="2800" b="1" smtClean="0">
                <a:solidFill>
                  <a:srgbClr val="002060"/>
                </a:solidFill>
                <a:latin typeface="Times New Roman" pitchFamily="18" charset="0"/>
                <a:cs typeface="Times New Roman" pitchFamily="18" charset="0"/>
              </a:rPr>
              <a:t>).</a:t>
            </a:r>
          </a:p>
          <a:p>
            <a:pPr algn="just"/>
            <a:endParaRPr lang="en-US" sz="2800" b="1" smtClean="0">
              <a:solidFill>
                <a:srgbClr val="0070C0"/>
              </a:solidFill>
              <a:latin typeface="Times New Roman" pitchFamily="18" charset="0"/>
              <a:cs typeface="Times New Roman" pitchFamily="18" charset="0"/>
            </a:endParaRPr>
          </a:p>
          <a:p>
            <a:pPr algn="just"/>
            <a:r>
              <a:rPr lang="en-US" sz="2800" b="1" smtClean="0">
                <a:solidFill>
                  <a:srgbClr val="0070C0"/>
                </a:solidFill>
                <a:latin typeface="Times New Roman" pitchFamily="18" charset="0"/>
                <a:cs typeface="Times New Roman" pitchFamily="18" charset="0"/>
              </a:rPr>
              <a:t>Ví dụ: </a:t>
            </a:r>
            <a:r>
              <a:rPr lang="en-US" sz="2800" b="1" smtClean="0">
                <a:solidFill>
                  <a:schemeClr val="accent2">
                    <a:lumMod val="60000"/>
                    <a:lumOff val="40000"/>
                  </a:schemeClr>
                </a:solidFill>
                <a:latin typeface="Times New Roman" pitchFamily="18" charset="0"/>
                <a:cs typeface="Times New Roman" pitchFamily="18" charset="0"/>
              </a:rPr>
              <a:t>2001</a:t>
            </a:r>
            <a:r>
              <a:rPr lang="en-US" sz="2800" b="1" smtClean="0">
                <a:solidFill>
                  <a:srgbClr val="FF0000"/>
                </a:solidFill>
                <a:latin typeface="Times New Roman" pitchFamily="18" charset="0"/>
                <a:cs typeface="Times New Roman" pitchFamily="18" charset="0"/>
              </a:rPr>
              <a:t>:</a:t>
            </a:r>
            <a:r>
              <a:rPr lang="en-US" sz="2800" b="1" smtClean="0">
                <a:solidFill>
                  <a:schemeClr val="accent2">
                    <a:lumMod val="60000"/>
                    <a:lumOff val="40000"/>
                  </a:schemeClr>
                </a:solidFill>
                <a:latin typeface="Times New Roman" pitchFamily="18" charset="0"/>
                <a:cs typeface="Times New Roman" pitchFamily="18" charset="0"/>
              </a:rPr>
              <a:t>0DB8</a:t>
            </a:r>
            <a:r>
              <a:rPr lang="en-US" sz="2800" b="1" smtClean="0">
                <a:solidFill>
                  <a:srgbClr val="FF0000"/>
                </a:solidFill>
                <a:latin typeface="Times New Roman" pitchFamily="18" charset="0"/>
                <a:cs typeface="Times New Roman" pitchFamily="18" charset="0"/>
              </a:rPr>
              <a:t>:</a:t>
            </a:r>
            <a:r>
              <a:rPr lang="en-US" sz="2800" b="1" smtClean="0">
                <a:solidFill>
                  <a:schemeClr val="accent2">
                    <a:lumMod val="60000"/>
                    <a:lumOff val="40000"/>
                  </a:schemeClr>
                </a:solidFill>
                <a:latin typeface="Times New Roman" pitchFamily="18" charset="0"/>
                <a:cs typeface="Times New Roman" pitchFamily="18" charset="0"/>
              </a:rPr>
              <a:t>0000</a:t>
            </a:r>
            <a:r>
              <a:rPr lang="en-US" sz="2800" b="1" smtClean="0">
                <a:solidFill>
                  <a:srgbClr val="FF0000"/>
                </a:solidFill>
                <a:latin typeface="Times New Roman" pitchFamily="18" charset="0"/>
                <a:cs typeface="Times New Roman" pitchFamily="18" charset="0"/>
              </a:rPr>
              <a:t>:</a:t>
            </a:r>
            <a:r>
              <a:rPr lang="en-US" sz="2800" b="1" smtClean="0">
                <a:solidFill>
                  <a:schemeClr val="accent2">
                    <a:lumMod val="60000"/>
                    <a:lumOff val="40000"/>
                  </a:schemeClr>
                </a:solidFill>
                <a:latin typeface="Times New Roman" pitchFamily="18" charset="0"/>
                <a:cs typeface="Times New Roman" pitchFamily="18" charset="0"/>
              </a:rPr>
              <a:t>2F3B</a:t>
            </a:r>
            <a:r>
              <a:rPr lang="en-US" sz="2800" b="1" smtClean="0">
                <a:solidFill>
                  <a:srgbClr val="FF0000"/>
                </a:solidFill>
                <a:latin typeface="Times New Roman" pitchFamily="18" charset="0"/>
                <a:cs typeface="Times New Roman" pitchFamily="18" charset="0"/>
              </a:rPr>
              <a:t>:</a:t>
            </a:r>
            <a:r>
              <a:rPr lang="en-US" sz="2800" b="1" smtClean="0">
                <a:solidFill>
                  <a:schemeClr val="accent2">
                    <a:lumMod val="60000"/>
                    <a:lumOff val="40000"/>
                  </a:schemeClr>
                </a:solidFill>
                <a:latin typeface="Times New Roman" pitchFamily="18" charset="0"/>
                <a:cs typeface="Times New Roman" pitchFamily="18" charset="0"/>
              </a:rPr>
              <a:t>02AA</a:t>
            </a:r>
            <a:r>
              <a:rPr lang="en-US" sz="2800" b="1" smtClean="0">
                <a:solidFill>
                  <a:srgbClr val="FF0000"/>
                </a:solidFill>
                <a:latin typeface="Times New Roman" pitchFamily="18" charset="0"/>
                <a:cs typeface="Times New Roman" pitchFamily="18" charset="0"/>
              </a:rPr>
              <a:t>:</a:t>
            </a:r>
            <a:r>
              <a:rPr lang="en-US" sz="2800" b="1" smtClean="0">
                <a:solidFill>
                  <a:schemeClr val="accent2">
                    <a:lumMod val="60000"/>
                    <a:lumOff val="40000"/>
                  </a:schemeClr>
                </a:solidFill>
                <a:latin typeface="Times New Roman" pitchFamily="18" charset="0"/>
                <a:cs typeface="Times New Roman" pitchFamily="18" charset="0"/>
              </a:rPr>
              <a:t>00FF</a:t>
            </a:r>
            <a:r>
              <a:rPr lang="en-US" sz="2800" b="1" smtClean="0">
                <a:solidFill>
                  <a:srgbClr val="FF0000"/>
                </a:solidFill>
                <a:latin typeface="Times New Roman" pitchFamily="18" charset="0"/>
                <a:cs typeface="Times New Roman" pitchFamily="18" charset="0"/>
              </a:rPr>
              <a:t>:</a:t>
            </a:r>
            <a:r>
              <a:rPr lang="en-US" sz="2800" b="1" smtClean="0">
                <a:solidFill>
                  <a:schemeClr val="accent2">
                    <a:lumMod val="60000"/>
                    <a:lumOff val="40000"/>
                  </a:schemeClr>
                </a:solidFill>
                <a:latin typeface="Times New Roman" pitchFamily="18" charset="0"/>
                <a:cs typeface="Times New Roman" pitchFamily="18" charset="0"/>
              </a:rPr>
              <a:t>FE28</a:t>
            </a:r>
            <a:r>
              <a:rPr lang="en-US" sz="2800" b="1" smtClean="0">
                <a:solidFill>
                  <a:srgbClr val="FF0000"/>
                </a:solidFill>
                <a:latin typeface="Times New Roman" pitchFamily="18" charset="0"/>
                <a:cs typeface="Times New Roman" pitchFamily="18" charset="0"/>
              </a:rPr>
              <a:t>:</a:t>
            </a:r>
            <a:r>
              <a:rPr lang="en-US" sz="2800" b="1" smtClean="0">
                <a:solidFill>
                  <a:schemeClr val="accent2">
                    <a:lumMod val="60000"/>
                    <a:lumOff val="40000"/>
                  </a:schemeClr>
                </a:solidFill>
                <a:latin typeface="Times New Roman" pitchFamily="18" charset="0"/>
                <a:cs typeface="Times New Roman" pitchFamily="18" charset="0"/>
              </a:rPr>
              <a:t>9C5A</a:t>
            </a:r>
          </a:p>
          <a:p>
            <a:pPr algn="just"/>
            <a:r>
              <a:rPr lang="en-US" sz="2800" b="1" smtClean="0">
                <a:solidFill>
                  <a:schemeClr val="accent2">
                    <a:lumMod val="60000"/>
                    <a:lumOff val="40000"/>
                  </a:schemeClr>
                </a:solidFill>
                <a:latin typeface="Times New Roman" pitchFamily="18" charset="0"/>
                <a:cs typeface="Times New Roman" pitchFamily="18" charset="0"/>
              </a:rPr>
              <a:t>	 </a:t>
            </a:r>
            <a:r>
              <a:rPr lang="en-US" sz="900" b="1" smtClean="0">
                <a:solidFill>
                  <a:schemeClr val="accent2">
                    <a:lumMod val="60000"/>
                    <a:lumOff val="40000"/>
                  </a:schemeClr>
                </a:solidFill>
                <a:latin typeface="Times New Roman" pitchFamily="18" charset="0"/>
                <a:cs typeface="Times New Roman" pitchFamily="18" charset="0"/>
              </a:rPr>
              <a:t> </a:t>
            </a:r>
            <a:r>
              <a:rPr lang="en-US" sz="2800" b="1" smtClean="0">
                <a:solidFill>
                  <a:schemeClr val="accent2">
                    <a:lumMod val="60000"/>
                    <a:lumOff val="40000"/>
                  </a:schemeClr>
                </a:solidFill>
                <a:latin typeface="Times New Roman" pitchFamily="18" charset="0"/>
                <a:cs typeface="Times New Roman" pitchFamily="18" charset="0"/>
              </a:rPr>
              <a:t>2001</a:t>
            </a:r>
            <a:r>
              <a:rPr lang="en-US" sz="2800" b="1" smtClean="0">
                <a:solidFill>
                  <a:srgbClr val="FF0000"/>
                </a:solidFill>
                <a:latin typeface="Times New Roman" pitchFamily="18" charset="0"/>
                <a:cs typeface="Times New Roman" pitchFamily="18" charset="0"/>
              </a:rPr>
              <a:t>:</a:t>
            </a:r>
            <a:r>
              <a:rPr lang="en-US" sz="2800" b="1" smtClean="0">
                <a:solidFill>
                  <a:schemeClr val="accent2">
                    <a:lumMod val="60000"/>
                    <a:lumOff val="40000"/>
                  </a:schemeClr>
                </a:solidFill>
                <a:latin typeface="Times New Roman" pitchFamily="18" charset="0"/>
                <a:cs typeface="Times New Roman" pitchFamily="18" charset="0"/>
              </a:rPr>
              <a:t>0db8</a:t>
            </a:r>
            <a:r>
              <a:rPr lang="en-US" sz="2800" b="1" smtClean="0">
                <a:solidFill>
                  <a:srgbClr val="FF0000"/>
                </a:solidFill>
                <a:latin typeface="Times New Roman" pitchFamily="18" charset="0"/>
                <a:cs typeface="Times New Roman" pitchFamily="18" charset="0"/>
              </a:rPr>
              <a:t>:</a:t>
            </a:r>
            <a:r>
              <a:rPr lang="en-US" sz="2800" b="1" smtClean="0">
                <a:solidFill>
                  <a:schemeClr val="accent2">
                    <a:lumMod val="60000"/>
                    <a:lumOff val="40000"/>
                  </a:schemeClr>
                </a:solidFill>
                <a:latin typeface="Times New Roman" pitchFamily="18" charset="0"/>
                <a:cs typeface="Times New Roman" pitchFamily="18" charset="0"/>
              </a:rPr>
              <a:t>0000</a:t>
            </a:r>
            <a:r>
              <a:rPr lang="en-US" sz="2800" b="1" smtClean="0">
                <a:solidFill>
                  <a:srgbClr val="FF0000"/>
                </a:solidFill>
                <a:latin typeface="Times New Roman" pitchFamily="18" charset="0"/>
                <a:cs typeface="Times New Roman" pitchFamily="18" charset="0"/>
              </a:rPr>
              <a:t>:</a:t>
            </a:r>
            <a:r>
              <a:rPr lang="en-US" sz="2800" b="1" smtClean="0">
                <a:solidFill>
                  <a:schemeClr val="accent2">
                    <a:lumMod val="60000"/>
                    <a:lumOff val="40000"/>
                  </a:schemeClr>
                </a:solidFill>
                <a:latin typeface="Times New Roman" pitchFamily="18" charset="0"/>
                <a:cs typeface="Times New Roman" pitchFamily="18" charset="0"/>
              </a:rPr>
              <a:t>2f3b</a:t>
            </a:r>
            <a:r>
              <a:rPr lang="en-US" sz="2800" b="1" smtClean="0">
                <a:solidFill>
                  <a:srgbClr val="FF0000"/>
                </a:solidFill>
                <a:latin typeface="Times New Roman" pitchFamily="18" charset="0"/>
                <a:cs typeface="Times New Roman" pitchFamily="18" charset="0"/>
              </a:rPr>
              <a:t>:</a:t>
            </a:r>
            <a:r>
              <a:rPr lang="en-US" sz="2800" b="1" smtClean="0">
                <a:solidFill>
                  <a:schemeClr val="accent2">
                    <a:lumMod val="60000"/>
                    <a:lumOff val="40000"/>
                  </a:schemeClr>
                </a:solidFill>
                <a:latin typeface="Times New Roman" pitchFamily="18" charset="0"/>
                <a:cs typeface="Times New Roman" pitchFamily="18" charset="0"/>
              </a:rPr>
              <a:t>02aa</a:t>
            </a:r>
            <a:r>
              <a:rPr lang="en-US" sz="2800" b="1" smtClean="0">
                <a:solidFill>
                  <a:srgbClr val="FF0000"/>
                </a:solidFill>
                <a:latin typeface="Times New Roman" pitchFamily="18" charset="0"/>
                <a:cs typeface="Times New Roman" pitchFamily="18" charset="0"/>
              </a:rPr>
              <a:t>:</a:t>
            </a:r>
            <a:r>
              <a:rPr lang="en-US" sz="2800" b="1" smtClean="0">
                <a:solidFill>
                  <a:schemeClr val="accent2">
                    <a:lumMod val="60000"/>
                    <a:lumOff val="40000"/>
                  </a:schemeClr>
                </a:solidFill>
                <a:latin typeface="Times New Roman" pitchFamily="18" charset="0"/>
                <a:cs typeface="Times New Roman" pitchFamily="18" charset="0"/>
              </a:rPr>
              <a:t>00ff</a:t>
            </a:r>
            <a:r>
              <a:rPr lang="en-US" sz="2800" b="1" smtClean="0">
                <a:solidFill>
                  <a:srgbClr val="FF0000"/>
                </a:solidFill>
                <a:latin typeface="Times New Roman" pitchFamily="18" charset="0"/>
                <a:cs typeface="Times New Roman" pitchFamily="18" charset="0"/>
              </a:rPr>
              <a:t>:</a:t>
            </a:r>
            <a:r>
              <a:rPr lang="en-US" sz="2800" b="1" smtClean="0">
                <a:solidFill>
                  <a:schemeClr val="accent2">
                    <a:lumMod val="60000"/>
                    <a:lumOff val="40000"/>
                  </a:schemeClr>
                </a:solidFill>
                <a:latin typeface="Times New Roman" pitchFamily="18" charset="0"/>
                <a:cs typeface="Times New Roman" pitchFamily="18" charset="0"/>
              </a:rPr>
              <a:t>fe28</a:t>
            </a:r>
            <a:r>
              <a:rPr lang="en-US" sz="2800" b="1" smtClean="0">
                <a:solidFill>
                  <a:srgbClr val="FF0000"/>
                </a:solidFill>
                <a:latin typeface="Times New Roman" pitchFamily="18" charset="0"/>
                <a:cs typeface="Times New Roman" pitchFamily="18" charset="0"/>
              </a:rPr>
              <a:t>:</a:t>
            </a:r>
            <a:r>
              <a:rPr lang="en-US" sz="2800" b="1" smtClean="0">
                <a:solidFill>
                  <a:schemeClr val="accent2">
                    <a:lumMod val="60000"/>
                    <a:lumOff val="40000"/>
                  </a:schemeClr>
                </a:solidFill>
                <a:latin typeface="Times New Roman" pitchFamily="18" charset="0"/>
                <a:cs typeface="Times New Roman" pitchFamily="18" charset="0"/>
              </a:rPr>
              <a:t>9c5a</a:t>
            </a:r>
          </a:p>
          <a:p>
            <a:pPr algn="just"/>
            <a:r>
              <a:rPr lang="en-US" sz="2800" b="1" smtClean="0">
                <a:solidFill>
                  <a:schemeClr val="accent2">
                    <a:lumMod val="60000"/>
                    <a:lumOff val="40000"/>
                  </a:schemeClr>
                </a:solidFill>
                <a:latin typeface="Times New Roman" pitchFamily="18" charset="0"/>
                <a:cs typeface="Times New Roman" pitchFamily="18" charset="0"/>
              </a:rPr>
              <a:t>	 </a:t>
            </a:r>
            <a:r>
              <a:rPr lang="en-US" sz="900" b="1" smtClean="0">
                <a:solidFill>
                  <a:schemeClr val="accent2">
                    <a:lumMod val="60000"/>
                    <a:lumOff val="40000"/>
                  </a:schemeClr>
                </a:solidFill>
                <a:latin typeface="Times New Roman" pitchFamily="18" charset="0"/>
                <a:cs typeface="Times New Roman" pitchFamily="18" charset="0"/>
              </a:rPr>
              <a:t> </a:t>
            </a:r>
            <a:r>
              <a:rPr lang="en-US" sz="2800" b="1" smtClean="0">
                <a:solidFill>
                  <a:schemeClr val="accent2">
                    <a:lumMod val="60000"/>
                    <a:lumOff val="40000"/>
                  </a:schemeClr>
                </a:solidFill>
                <a:latin typeface="Times New Roman" pitchFamily="18" charset="0"/>
                <a:cs typeface="Times New Roman" pitchFamily="18" charset="0"/>
              </a:rPr>
              <a:t>2001</a:t>
            </a:r>
            <a:r>
              <a:rPr lang="en-US" sz="2800" b="1" smtClean="0">
                <a:solidFill>
                  <a:srgbClr val="FF0000"/>
                </a:solidFill>
                <a:latin typeface="Times New Roman" pitchFamily="18" charset="0"/>
                <a:cs typeface="Times New Roman" pitchFamily="18" charset="0"/>
              </a:rPr>
              <a:t>:</a:t>
            </a:r>
            <a:r>
              <a:rPr lang="en-US" sz="2800" b="1" smtClean="0">
                <a:solidFill>
                  <a:schemeClr val="accent2">
                    <a:lumMod val="60000"/>
                    <a:lumOff val="40000"/>
                  </a:schemeClr>
                </a:solidFill>
                <a:latin typeface="Times New Roman" pitchFamily="18" charset="0"/>
                <a:cs typeface="Times New Roman" pitchFamily="18" charset="0"/>
              </a:rPr>
              <a:t>0dB8</a:t>
            </a:r>
            <a:r>
              <a:rPr lang="en-US" sz="2800" b="1" smtClean="0">
                <a:solidFill>
                  <a:srgbClr val="FF0000"/>
                </a:solidFill>
                <a:latin typeface="Times New Roman" pitchFamily="18" charset="0"/>
                <a:cs typeface="Times New Roman" pitchFamily="18" charset="0"/>
              </a:rPr>
              <a:t>:</a:t>
            </a:r>
            <a:r>
              <a:rPr lang="en-US" sz="2800" b="1" smtClean="0">
                <a:solidFill>
                  <a:schemeClr val="accent2">
                    <a:lumMod val="60000"/>
                    <a:lumOff val="40000"/>
                  </a:schemeClr>
                </a:solidFill>
                <a:latin typeface="Times New Roman" pitchFamily="18" charset="0"/>
                <a:cs typeface="Times New Roman" pitchFamily="18" charset="0"/>
              </a:rPr>
              <a:t>0000</a:t>
            </a:r>
            <a:r>
              <a:rPr lang="en-US" sz="2800" b="1" smtClean="0">
                <a:solidFill>
                  <a:srgbClr val="FF0000"/>
                </a:solidFill>
                <a:latin typeface="Times New Roman" pitchFamily="18" charset="0"/>
                <a:cs typeface="Times New Roman" pitchFamily="18" charset="0"/>
              </a:rPr>
              <a:t>:</a:t>
            </a:r>
            <a:r>
              <a:rPr lang="en-US" sz="2800" b="1" smtClean="0">
                <a:solidFill>
                  <a:schemeClr val="accent2">
                    <a:lumMod val="60000"/>
                    <a:lumOff val="40000"/>
                  </a:schemeClr>
                </a:solidFill>
                <a:latin typeface="Times New Roman" pitchFamily="18" charset="0"/>
                <a:cs typeface="Times New Roman" pitchFamily="18" charset="0"/>
              </a:rPr>
              <a:t>2F3b</a:t>
            </a:r>
            <a:r>
              <a:rPr lang="en-US" sz="2800" b="1" smtClean="0">
                <a:solidFill>
                  <a:srgbClr val="FF0000"/>
                </a:solidFill>
                <a:latin typeface="Times New Roman" pitchFamily="18" charset="0"/>
                <a:cs typeface="Times New Roman" pitchFamily="18" charset="0"/>
              </a:rPr>
              <a:t>:</a:t>
            </a:r>
            <a:r>
              <a:rPr lang="en-US" sz="2800" b="1" smtClean="0">
                <a:solidFill>
                  <a:schemeClr val="accent2">
                    <a:lumMod val="60000"/>
                    <a:lumOff val="40000"/>
                  </a:schemeClr>
                </a:solidFill>
                <a:latin typeface="Times New Roman" pitchFamily="18" charset="0"/>
                <a:cs typeface="Times New Roman" pitchFamily="18" charset="0"/>
              </a:rPr>
              <a:t>02aA</a:t>
            </a:r>
            <a:r>
              <a:rPr lang="en-US" sz="2800" b="1" smtClean="0">
                <a:solidFill>
                  <a:srgbClr val="FF0000"/>
                </a:solidFill>
                <a:latin typeface="Times New Roman" pitchFamily="18" charset="0"/>
                <a:cs typeface="Times New Roman" pitchFamily="18" charset="0"/>
              </a:rPr>
              <a:t>:</a:t>
            </a:r>
            <a:r>
              <a:rPr lang="en-US" sz="2800" b="1" smtClean="0">
                <a:solidFill>
                  <a:schemeClr val="accent2">
                    <a:lumMod val="60000"/>
                    <a:lumOff val="40000"/>
                  </a:schemeClr>
                </a:solidFill>
                <a:latin typeface="Times New Roman" pitchFamily="18" charset="0"/>
                <a:cs typeface="Times New Roman" pitchFamily="18" charset="0"/>
              </a:rPr>
              <a:t>00Ff</a:t>
            </a:r>
            <a:r>
              <a:rPr lang="en-US" sz="2800" b="1" smtClean="0">
                <a:solidFill>
                  <a:srgbClr val="FF0000"/>
                </a:solidFill>
                <a:latin typeface="Times New Roman" pitchFamily="18" charset="0"/>
                <a:cs typeface="Times New Roman" pitchFamily="18" charset="0"/>
              </a:rPr>
              <a:t>:</a:t>
            </a:r>
            <a:r>
              <a:rPr lang="en-US" sz="2800" b="1" smtClean="0">
                <a:solidFill>
                  <a:schemeClr val="accent2">
                    <a:lumMod val="60000"/>
                    <a:lumOff val="40000"/>
                  </a:schemeClr>
                </a:solidFill>
                <a:latin typeface="Times New Roman" pitchFamily="18" charset="0"/>
                <a:cs typeface="Times New Roman" pitchFamily="18" charset="0"/>
              </a:rPr>
              <a:t>FE28</a:t>
            </a:r>
            <a:r>
              <a:rPr lang="en-US" sz="2800" b="1" smtClean="0">
                <a:solidFill>
                  <a:srgbClr val="FF0000"/>
                </a:solidFill>
                <a:latin typeface="Times New Roman" pitchFamily="18" charset="0"/>
                <a:cs typeface="Times New Roman" pitchFamily="18" charset="0"/>
              </a:rPr>
              <a:t>:</a:t>
            </a:r>
            <a:r>
              <a:rPr lang="en-US" sz="2800" b="1" smtClean="0">
                <a:solidFill>
                  <a:schemeClr val="accent2">
                    <a:lumMod val="60000"/>
                    <a:lumOff val="40000"/>
                  </a:schemeClr>
                </a:solidFill>
                <a:latin typeface="Times New Roman" pitchFamily="18" charset="0"/>
                <a:cs typeface="Times New Roman" pitchFamily="18" charset="0"/>
              </a:rPr>
              <a:t>9c5a</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28596" y="1714488"/>
            <a:ext cx="8286808" cy="769441"/>
          </a:xfrm>
          <a:prstGeom prst="rect">
            <a:avLst/>
          </a:prstGeom>
          <a:noFill/>
        </p:spPr>
        <p:txBody>
          <a:bodyPr wrap="square" rtlCol="0">
            <a:spAutoFit/>
          </a:bodyPr>
          <a:lstStyle/>
          <a:p>
            <a:r>
              <a:rPr lang="en-US" sz="4400" b="1" smtClean="0">
                <a:solidFill>
                  <a:srgbClr val="0070C0"/>
                </a:solidFill>
                <a:latin typeface="Times New Roman" pitchFamily="18" charset="0"/>
                <a:cs typeface="Times New Roman" pitchFamily="18" charset="0"/>
              </a:rPr>
              <a:t>Cơ chế đánh địa chỉ của IPv6</a:t>
            </a:r>
            <a:endParaRPr lang="en-US" sz="4400" b="1">
              <a:solidFill>
                <a:srgbClr val="0070C0"/>
              </a:solidFill>
              <a:latin typeface="Times New Roman" pitchFamily="18" charset="0"/>
              <a:cs typeface="Times New Roman" pitchFamily="18" charset="0"/>
            </a:endParaRPr>
          </a:p>
        </p:txBody>
      </p:sp>
      <p:sp>
        <p:nvSpPr>
          <p:cNvPr id="3" name="TextBox 2"/>
          <p:cNvSpPr txBox="1"/>
          <p:nvPr/>
        </p:nvSpPr>
        <p:spPr>
          <a:xfrm>
            <a:off x="214282" y="2500306"/>
            <a:ext cx="8715436" cy="3539430"/>
          </a:xfrm>
          <a:prstGeom prst="rect">
            <a:avLst/>
          </a:prstGeom>
          <a:noFill/>
        </p:spPr>
        <p:txBody>
          <a:bodyPr wrap="square" rtlCol="0">
            <a:spAutoFit/>
          </a:bodyPr>
          <a:lstStyle/>
          <a:p>
            <a:pPr indent="536575" algn="just"/>
            <a:r>
              <a:rPr lang="en-US" sz="2800" b="1" smtClean="0">
                <a:solidFill>
                  <a:srgbClr val="0000FF"/>
                </a:solidFill>
                <a:latin typeface="Times New Roman" pitchFamily="18" charset="0"/>
                <a:cs typeface="Times New Roman" pitchFamily="18" charset="0"/>
              </a:rPr>
              <a:t>Có thể đơn giản hóa với quy tắc sau:</a:t>
            </a:r>
            <a:endParaRPr lang="en-US" sz="2800" b="1" smtClean="0">
              <a:solidFill>
                <a:srgbClr val="002060"/>
              </a:solidFill>
              <a:latin typeface="Times New Roman" pitchFamily="18" charset="0"/>
              <a:cs typeface="Times New Roman" pitchFamily="18" charset="0"/>
            </a:endParaRPr>
          </a:p>
          <a:p>
            <a:pPr algn="just">
              <a:buFont typeface="Wingdings" pitchFamily="2" charset="2"/>
              <a:buChar char="Ø"/>
            </a:pPr>
            <a:r>
              <a:rPr lang="en-US" sz="2800" b="1" smtClean="0">
                <a:solidFill>
                  <a:srgbClr val="002060"/>
                </a:solidFill>
                <a:latin typeface="Times New Roman" pitchFamily="18" charset="0"/>
                <a:cs typeface="Times New Roman" pitchFamily="18" charset="0"/>
              </a:rPr>
              <a:t> Cho phép </a:t>
            </a:r>
            <a:r>
              <a:rPr lang="en-US" sz="2800" b="1" smtClean="0">
                <a:solidFill>
                  <a:srgbClr val="FF0000"/>
                </a:solidFill>
                <a:latin typeface="Times New Roman" pitchFamily="18" charset="0"/>
                <a:cs typeface="Times New Roman" pitchFamily="18" charset="0"/>
              </a:rPr>
              <a:t>bỏ các số 0 nằm phía trước trong mỗi nhóm</a:t>
            </a:r>
            <a:r>
              <a:rPr lang="en-US" sz="2800" b="1" smtClean="0">
                <a:solidFill>
                  <a:srgbClr val="002060"/>
                </a:solidFill>
                <a:latin typeface="Times New Roman" pitchFamily="18" charset="0"/>
                <a:cs typeface="Times New Roman" pitchFamily="18" charset="0"/>
              </a:rPr>
              <a:t>.</a:t>
            </a:r>
          </a:p>
          <a:p>
            <a:pPr algn="just">
              <a:buFont typeface="Wingdings" pitchFamily="2" charset="2"/>
              <a:buChar char="Ø"/>
            </a:pPr>
            <a:r>
              <a:rPr lang="en-US" sz="2800" b="1" smtClean="0">
                <a:solidFill>
                  <a:srgbClr val="002060"/>
                </a:solidFill>
                <a:latin typeface="Times New Roman" pitchFamily="18" charset="0"/>
                <a:cs typeface="Times New Roman" pitchFamily="18" charset="0"/>
              </a:rPr>
              <a:t> Nhóm gồm các số 0 được thay bằng một số </a:t>
            </a:r>
            <a:r>
              <a:rPr lang="en-US" sz="2800" b="1" smtClean="0">
                <a:solidFill>
                  <a:srgbClr val="FF0000"/>
                </a:solidFill>
                <a:latin typeface="Times New Roman" pitchFamily="18" charset="0"/>
                <a:cs typeface="Times New Roman" pitchFamily="18" charset="0"/>
              </a:rPr>
              <a:t>0</a:t>
            </a:r>
            <a:r>
              <a:rPr lang="en-US" sz="2800" b="1" smtClean="0">
                <a:solidFill>
                  <a:srgbClr val="002060"/>
                </a:solidFill>
                <a:latin typeface="Times New Roman" pitchFamily="18" charset="0"/>
                <a:cs typeface="Times New Roman" pitchFamily="18" charset="0"/>
              </a:rPr>
              <a:t>.</a:t>
            </a:r>
          </a:p>
          <a:p>
            <a:pPr algn="just">
              <a:buFont typeface="Wingdings" pitchFamily="2" charset="2"/>
              <a:buChar char="Ø"/>
            </a:pPr>
            <a:r>
              <a:rPr lang="en-US" sz="2800" b="1" smtClean="0">
                <a:solidFill>
                  <a:srgbClr val="002060"/>
                </a:solidFill>
                <a:latin typeface="Times New Roman" pitchFamily="18" charset="0"/>
                <a:cs typeface="Times New Roman" pitchFamily="18" charset="0"/>
              </a:rPr>
              <a:t> Thay bằng hai dấu hai chấm (</a:t>
            </a:r>
            <a:r>
              <a:rPr lang="en-US" sz="2800" b="1" smtClean="0">
                <a:solidFill>
                  <a:srgbClr val="FF0000"/>
                </a:solidFill>
                <a:latin typeface="Times New Roman" pitchFamily="18" charset="0"/>
                <a:cs typeface="Times New Roman" pitchFamily="18" charset="0"/>
              </a:rPr>
              <a:t>::</a:t>
            </a:r>
            <a:r>
              <a:rPr lang="en-US" sz="2800" b="1" smtClean="0">
                <a:solidFill>
                  <a:srgbClr val="002060"/>
                </a:solidFill>
                <a:latin typeface="Times New Roman" pitchFamily="18" charset="0"/>
                <a:cs typeface="Times New Roman" pitchFamily="18" charset="0"/>
              </a:rPr>
              <a:t>) cho các nhóm liên tiếp có giá trị bằng không. </a:t>
            </a:r>
          </a:p>
          <a:p>
            <a:pPr indent="354013" algn="just"/>
            <a:r>
              <a:rPr lang="en-US" sz="2800" b="1" i="1" smtClean="0">
                <a:solidFill>
                  <a:srgbClr val="FF0000"/>
                </a:solidFill>
                <a:latin typeface="Times New Roman" pitchFamily="18" charset="0"/>
                <a:cs typeface="Times New Roman" pitchFamily="18" charset="0"/>
              </a:rPr>
              <a:t>Lưu ý:</a:t>
            </a:r>
            <a:r>
              <a:rPr lang="en-US" sz="2800" b="1" smtClean="0">
                <a:solidFill>
                  <a:srgbClr val="002060"/>
                </a:solidFill>
                <a:latin typeface="Times New Roman" pitchFamily="18" charset="0"/>
                <a:cs typeface="Times New Roman" pitchFamily="18" charset="0"/>
              </a:rPr>
              <a:t> Dấu (</a:t>
            </a:r>
            <a:r>
              <a:rPr lang="en-US" sz="2800" b="1" smtClean="0">
                <a:solidFill>
                  <a:srgbClr val="FF0000"/>
                </a:solidFill>
                <a:latin typeface="Times New Roman" pitchFamily="18" charset="0"/>
                <a:cs typeface="Times New Roman" pitchFamily="18" charset="0"/>
              </a:rPr>
              <a:t>::</a:t>
            </a:r>
            <a:r>
              <a:rPr lang="en-US" sz="2800" b="1" smtClean="0">
                <a:latin typeface="Times New Roman" pitchFamily="18" charset="0"/>
                <a:cs typeface="Times New Roman" pitchFamily="18" charset="0"/>
              </a:rPr>
              <a:t>)</a:t>
            </a:r>
            <a:r>
              <a:rPr lang="en-US" sz="2800" b="1" smtClean="0">
                <a:solidFill>
                  <a:srgbClr val="002060"/>
                </a:solidFill>
                <a:latin typeface="Times New Roman" pitchFamily="18" charset="0"/>
                <a:cs typeface="Times New Roman" pitchFamily="18" charset="0"/>
              </a:rPr>
              <a:t> chỉ xuất hiện duy nhất một lần trong địa chỉ.</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28596" y="1714488"/>
            <a:ext cx="8286808" cy="769441"/>
          </a:xfrm>
          <a:prstGeom prst="rect">
            <a:avLst/>
          </a:prstGeom>
          <a:noFill/>
        </p:spPr>
        <p:txBody>
          <a:bodyPr wrap="square" rtlCol="0">
            <a:spAutoFit/>
          </a:bodyPr>
          <a:lstStyle/>
          <a:p>
            <a:r>
              <a:rPr lang="en-US" sz="4400" b="1" smtClean="0">
                <a:solidFill>
                  <a:srgbClr val="0070C0"/>
                </a:solidFill>
                <a:latin typeface="Times New Roman" pitchFamily="18" charset="0"/>
                <a:cs typeface="Times New Roman" pitchFamily="18" charset="0"/>
              </a:rPr>
              <a:t>Cơ chế đánh địa chỉ của IPv6</a:t>
            </a:r>
            <a:endParaRPr lang="en-US" sz="4400" b="1">
              <a:solidFill>
                <a:srgbClr val="0070C0"/>
              </a:solidFill>
              <a:latin typeface="Times New Roman" pitchFamily="18" charset="0"/>
              <a:cs typeface="Times New Roman" pitchFamily="18" charset="0"/>
            </a:endParaRPr>
          </a:p>
        </p:txBody>
      </p:sp>
      <p:sp>
        <p:nvSpPr>
          <p:cNvPr id="3" name="TextBox 2"/>
          <p:cNvSpPr txBox="1"/>
          <p:nvPr/>
        </p:nvSpPr>
        <p:spPr>
          <a:xfrm>
            <a:off x="214282" y="2500306"/>
            <a:ext cx="8715436" cy="3539430"/>
          </a:xfrm>
          <a:prstGeom prst="rect">
            <a:avLst/>
          </a:prstGeom>
          <a:noFill/>
        </p:spPr>
        <p:txBody>
          <a:bodyPr wrap="square" rtlCol="0">
            <a:spAutoFit/>
          </a:bodyPr>
          <a:lstStyle/>
          <a:p>
            <a:pPr indent="536575" algn="just"/>
            <a:r>
              <a:rPr lang="en-US" sz="2800" b="1" smtClean="0">
                <a:solidFill>
                  <a:srgbClr val="0000FF"/>
                </a:solidFill>
                <a:latin typeface="Times New Roman" pitchFamily="18" charset="0"/>
                <a:cs typeface="Times New Roman" pitchFamily="18" charset="0"/>
              </a:rPr>
              <a:t>Ví dụ:</a:t>
            </a:r>
          </a:p>
          <a:p>
            <a:pPr indent="536575"/>
            <a:r>
              <a:rPr lang="en-US" sz="2800" b="1" smtClean="0">
                <a:latin typeface="Times New Roman" pitchFamily="18" charset="0"/>
                <a:cs typeface="Times New Roman" pitchFamily="18" charset="0"/>
              </a:rPr>
              <a:t>2001:0DB8:0000:0000:0000:0000:1428:57AB</a:t>
            </a:r>
          </a:p>
          <a:p>
            <a:pPr indent="536575"/>
            <a:r>
              <a:rPr lang="en-US" sz="2800" b="1" smtClean="0">
                <a:latin typeface="Times New Roman" pitchFamily="18" charset="0"/>
                <a:cs typeface="Times New Roman" pitchFamily="18" charset="0"/>
              </a:rPr>
              <a:t>2001:0DB8:0000:0000:0000::1428:57AB</a:t>
            </a:r>
          </a:p>
          <a:p>
            <a:pPr indent="536575"/>
            <a:r>
              <a:rPr lang="en-US" sz="2800" b="1" smtClean="0">
                <a:latin typeface="Times New Roman" pitchFamily="18" charset="0"/>
                <a:cs typeface="Times New Roman" pitchFamily="18" charset="0"/>
              </a:rPr>
              <a:t>2001:0DB8:0:0:0:0:1428:57AB</a:t>
            </a:r>
          </a:p>
          <a:p>
            <a:pPr indent="536575"/>
            <a:r>
              <a:rPr lang="en-US" sz="2800" b="1" smtClean="0">
                <a:latin typeface="Times New Roman" pitchFamily="18" charset="0"/>
                <a:cs typeface="Times New Roman" pitchFamily="18" charset="0"/>
              </a:rPr>
              <a:t>2001:0DB8:0:0::1428:57AB</a:t>
            </a:r>
          </a:p>
          <a:p>
            <a:pPr indent="536575"/>
            <a:r>
              <a:rPr lang="en-US" sz="2800" b="1" smtClean="0">
                <a:latin typeface="Times New Roman" pitchFamily="18" charset="0"/>
                <a:cs typeface="Times New Roman" pitchFamily="18" charset="0"/>
              </a:rPr>
              <a:t>2001:0DB8::1428:57AB</a:t>
            </a:r>
          </a:p>
          <a:p>
            <a:pPr indent="536575"/>
            <a:r>
              <a:rPr lang="en-US" sz="2800" b="1" smtClean="0">
                <a:latin typeface="Times New Roman" pitchFamily="18" charset="0"/>
                <a:cs typeface="Times New Roman" pitchFamily="18" charset="0"/>
              </a:rPr>
              <a:t>2001:DB8::1428:57AB</a:t>
            </a:r>
          </a:p>
          <a:p>
            <a:pPr indent="536575"/>
            <a:r>
              <a:rPr lang="en-US" sz="2800" b="1" smtClean="0">
                <a:solidFill>
                  <a:srgbClr val="FF0000"/>
                </a:solidFill>
                <a:latin typeface="Times New Roman" pitchFamily="18" charset="0"/>
                <a:cs typeface="Times New Roman" pitchFamily="18" charset="0"/>
              </a:rPr>
              <a:t>Các cách ghi địa chỉ trên đây là tương đương.</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28596" y="1714488"/>
            <a:ext cx="8286808" cy="769441"/>
          </a:xfrm>
          <a:prstGeom prst="rect">
            <a:avLst/>
          </a:prstGeom>
          <a:noFill/>
        </p:spPr>
        <p:txBody>
          <a:bodyPr wrap="square" rtlCol="0">
            <a:spAutoFit/>
          </a:bodyPr>
          <a:lstStyle/>
          <a:p>
            <a:r>
              <a:rPr lang="en-US" sz="4400" b="1" smtClean="0">
                <a:solidFill>
                  <a:srgbClr val="0070C0"/>
                </a:solidFill>
                <a:latin typeface="Times New Roman" pitchFamily="18" charset="0"/>
                <a:cs typeface="Times New Roman" pitchFamily="18" charset="0"/>
              </a:rPr>
              <a:t>Cơ chế đánh địa chỉ của IPv6</a:t>
            </a:r>
            <a:endParaRPr lang="en-US" sz="4400" b="1">
              <a:solidFill>
                <a:srgbClr val="0070C0"/>
              </a:solidFill>
              <a:latin typeface="Times New Roman" pitchFamily="18" charset="0"/>
              <a:cs typeface="Times New Roman" pitchFamily="18" charset="0"/>
            </a:endParaRPr>
          </a:p>
        </p:txBody>
      </p:sp>
      <p:sp>
        <p:nvSpPr>
          <p:cNvPr id="5" name="TextBox 4"/>
          <p:cNvSpPr txBox="1"/>
          <p:nvPr/>
        </p:nvSpPr>
        <p:spPr>
          <a:xfrm>
            <a:off x="214282" y="2500306"/>
            <a:ext cx="8715436" cy="3662541"/>
          </a:xfrm>
          <a:prstGeom prst="rect">
            <a:avLst/>
          </a:prstGeom>
          <a:noFill/>
        </p:spPr>
        <p:txBody>
          <a:bodyPr wrap="square" rtlCol="0">
            <a:spAutoFit/>
          </a:bodyPr>
          <a:lstStyle/>
          <a:p>
            <a:pPr indent="536575" algn="just"/>
            <a:r>
              <a:rPr lang="en-US" sz="2800" b="1" smtClean="0">
                <a:solidFill>
                  <a:srgbClr val="0000FF"/>
                </a:solidFill>
                <a:latin typeface="Times New Roman" pitchFamily="18" charset="0"/>
                <a:cs typeface="Times New Roman" pitchFamily="18" charset="0"/>
              </a:rPr>
              <a:t>Ví dụ:</a:t>
            </a:r>
          </a:p>
          <a:p>
            <a:pPr indent="536575"/>
            <a:r>
              <a:rPr lang="en-US" sz="2800" b="1" smtClean="0">
                <a:latin typeface="Times New Roman" pitchFamily="18" charset="0"/>
                <a:cs typeface="Times New Roman" pitchFamily="18" charset="0"/>
              </a:rPr>
              <a:t>0000:0000:0000:2001:0DB8:1428:0000:0000</a:t>
            </a:r>
          </a:p>
          <a:p>
            <a:pPr indent="536575"/>
            <a:r>
              <a:rPr lang="en-US" sz="2800" b="1" smtClean="0">
                <a:latin typeface="Times New Roman" pitchFamily="18" charset="0"/>
                <a:cs typeface="Times New Roman" pitchFamily="18" charset="0"/>
              </a:rPr>
              <a:t>0:0:0:0:2001:0DB8:1428:0:0</a:t>
            </a:r>
          </a:p>
          <a:p>
            <a:pPr indent="536575"/>
            <a:r>
              <a:rPr lang="en-US" sz="2800" b="1" smtClean="0">
                <a:latin typeface="Times New Roman" pitchFamily="18" charset="0"/>
                <a:cs typeface="Times New Roman" pitchFamily="18" charset="0"/>
              </a:rPr>
              <a:t>::2001:0DB8:1428:0:0</a:t>
            </a:r>
          </a:p>
          <a:p>
            <a:pPr indent="536575"/>
            <a:r>
              <a:rPr lang="en-US" sz="2800" b="1" smtClean="0">
                <a:latin typeface="Times New Roman" pitchFamily="18" charset="0"/>
                <a:cs typeface="Times New Roman" pitchFamily="18" charset="0"/>
              </a:rPr>
              <a:t>0:0:0:2001:0DB8:1428::</a:t>
            </a:r>
          </a:p>
          <a:p>
            <a:pPr indent="536575"/>
            <a:r>
              <a:rPr lang="en-US" sz="2800" b="1" smtClean="0">
                <a:solidFill>
                  <a:srgbClr val="FF0000"/>
                </a:solidFill>
                <a:latin typeface="Times New Roman" pitchFamily="18" charset="0"/>
                <a:cs typeface="Times New Roman" pitchFamily="18" charset="0"/>
              </a:rPr>
              <a:t>Không được viết:</a:t>
            </a:r>
          </a:p>
          <a:p>
            <a:pPr indent="536575"/>
            <a:r>
              <a:rPr lang="en-US" sz="2800" b="1" smtClean="0">
                <a:solidFill>
                  <a:srgbClr val="FF0000"/>
                </a:solidFill>
                <a:latin typeface="Times New Roman" pitchFamily="18" charset="0"/>
                <a:cs typeface="Times New Roman" pitchFamily="18" charset="0"/>
              </a:rPr>
              <a:t>::</a:t>
            </a:r>
            <a:r>
              <a:rPr lang="en-US" sz="2800" b="1" smtClean="0">
                <a:latin typeface="Times New Roman" pitchFamily="18" charset="0"/>
                <a:cs typeface="Times New Roman" pitchFamily="18" charset="0"/>
              </a:rPr>
              <a:t>2001:0DB8:1428</a:t>
            </a:r>
            <a:r>
              <a:rPr lang="en-US" sz="2800" b="1" smtClean="0">
                <a:solidFill>
                  <a:srgbClr val="FF0000"/>
                </a:solidFill>
                <a:latin typeface="Times New Roman" pitchFamily="18" charset="0"/>
                <a:cs typeface="Times New Roman" pitchFamily="18" charset="0"/>
              </a:rPr>
              <a:t>::</a:t>
            </a:r>
          </a:p>
          <a:p>
            <a:pPr indent="536575"/>
            <a:r>
              <a:rPr lang="en-US" sz="3200" b="1" smtClean="0">
                <a:solidFill>
                  <a:srgbClr val="FF0000"/>
                </a:solidFill>
                <a:latin typeface="Times New Roman" pitchFamily="18" charset="0"/>
                <a:cs typeface="Times New Roman" pitchFamily="18" charset="0"/>
                <a:sym typeface="Wingdings 2"/>
              </a:rPr>
              <a:t> </a:t>
            </a:r>
            <a:r>
              <a:rPr lang="en-US" sz="2800" b="1" smtClean="0">
                <a:solidFill>
                  <a:srgbClr val="002060"/>
                </a:solidFill>
                <a:latin typeface="Times New Roman" pitchFamily="18" charset="0"/>
                <a:cs typeface="Times New Roman" pitchFamily="18" charset="0"/>
              </a:rPr>
              <a:t>Gây nhầm lẫn khi dịch ra địa chỉ đầy đủ.</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28596" y="1714488"/>
            <a:ext cx="8286808" cy="769441"/>
          </a:xfrm>
          <a:prstGeom prst="rect">
            <a:avLst/>
          </a:prstGeom>
          <a:noFill/>
        </p:spPr>
        <p:txBody>
          <a:bodyPr wrap="square" rtlCol="0">
            <a:spAutoFit/>
          </a:bodyPr>
          <a:lstStyle/>
          <a:p>
            <a:r>
              <a:rPr lang="en-US" sz="4400" b="1" smtClean="0">
                <a:solidFill>
                  <a:srgbClr val="0070C0"/>
                </a:solidFill>
                <a:latin typeface="Times New Roman" pitchFamily="18" charset="0"/>
                <a:cs typeface="Times New Roman" pitchFamily="18" charset="0"/>
              </a:rPr>
              <a:t>Cơ chế đánh địa chỉ của IPv6</a:t>
            </a:r>
            <a:endParaRPr lang="en-US" sz="4400" b="1">
              <a:solidFill>
                <a:srgbClr val="0070C0"/>
              </a:solidFill>
              <a:latin typeface="Times New Roman" pitchFamily="18" charset="0"/>
              <a:cs typeface="Times New Roman" pitchFamily="18" charset="0"/>
            </a:endParaRPr>
          </a:p>
        </p:txBody>
      </p:sp>
      <p:sp>
        <p:nvSpPr>
          <p:cNvPr id="3" name="TextBox 2"/>
          <p:cNvSpPr txBox="1"/>
          <p:nvPr/>
        </p:nvSpPr>
        <p:spPr>
          <a:xfrm>
            <a:off x="214282" y="2500306"/>
            <a:ext cx="8715436" cy="3970318"/>
          </a:xfrm>
          <a:prstGeom prst="rect">
            <a:avLst/>
          </a:prstGeom>
          <a:noFill/>
        </p:spPr>
        <p:txBody>
          <a:bodyPr wrap="square" rtlCol="0">
            <a:spAutoFit/>
          </a:bodyPr>
          <a:lstStyle/>
          <a:p>
            <a:pPr indent="536575" algn="just"/>
            <a:r>
              <a:rPr lang="en-US" sz="2800" b="1" smtClean="0">
                <a:latin typeface="Times New Roman" pitchFamily="18" charset="0"/>
                <a:cs typeface="Times New Roman" pitchFamily="18" charset="0"/>
              </a:rPr>
              <a:t>Một số địa chỉ IPv6 được hình thành bằng cách </a:t>
            </a:r>
            <a:r>
              <a:rPr lang="en-US" sz="2800" b="1" smtClean="0">
                <a:solidFill>
                  <a:srgbClr val="FF0000"/>
                </a:solidFill>
                <a:latin typeface="Times New Roman" pitchFamily="18" charset="0"/>
                <a:cs typeface="Times New Roman" pitchFamily="18" charset="0"/>
              </a:rPr>
              <a:t>gán</a:t>
            </a:r>
            <a:r>
              <a:rPr lang="en-US" sz="2800" b="1" smtClean="0">
                <a:latin typeface="Times New Roman" pitchFamily="18" charset="0"/>
                <a:cs typeface="Times New Roman" pitchFamily="18" charset="0"/>
              </a:rPr>
              <a:t> </a:t>
            </a:r>
            <a:r>
              <a:rPr lang="en-US" sz="2800" b="1" smtClean="0">
                <a:solidFill>
                  <a:srgbClr val="FF0000"/>
                </a:solidFill>
                <a:latin typeface="Times New Roman" pitchFamily="18" charset="0"/>
                <a:cs typeface="Times New Roman" pitchFamily="18" charset="0"/>
              </a:rPr>
              <a:t>96 bits 0 vào địa chỉ IPv4</a:t>
            </a:r>
            <a:r>
              <a:rPr lang="en-US" sz="2800" b="1" smtClean="0">
                <a:latin typeface="Times New Roman" pitchFamily="18" charset="0"/>
                <a:cs typeface="Times New Roman" pitchFamily="18" charset="0"/>
              </a:rPr>
              <a:t> vì địa chỉ IPv4 chỉ là một tập con của không gian địa chỉ IPv6. Để giảm nguy cơ nhầm lẫn trong chuyển đổi giữa ký hiệu chấm thập phân của IPv4 và dấu hai chấm của IPv6 thì các nhà thiết kế IPv6 cũng đã đưa ra khuôn mẫu đặc biệt cho cách viết những địa chỉ loại này như sau: Thay vì viết theo cách của một địa chỉ IPv6 là: </a:t>
            </a:r>
            <a:r>
              <a:rPr lang="en-US" sz="2800" b="1" smtClean="0">
                <a:solidFill>
                  <a:srgbClr val="FF0000"/>
                </a:solidFill>
                <a:latin typeface="Times New Roman" pitchFamily="18" charset="0"/>
                <a:cs typeface="Times New Roman" pitchFamily="18" charset="0"/>
              </a:rPr>
              <a:t>0:0:0:0:0:0:A00:1</a:t>
            </a:r>
            <a:r>
              <a:rPr lang="en-US" sz="2800" b="1" smtClean="0">
                <a:latin typeface="Times New Roman" pitchFamily="18" charset="0"/>
                <a:cs typeface="Times New Roman" pitchFamily="18" charset="0"/>
              </a:rPr>
              <a:t> ta có thể vẫn để 32 bits cuối theo mẫu chấm thập phân như sau: </a:t>
            </a:r>
            <a:r>
              <a:rPr lang="en-US" sz="2800" b="1" smtClean="0">
                <a:solidFill>
                  <a:srgbClr val="FF0000"/>
                </a:solidFill>
                <a:latin typeface="Times New Roman" pitchFamily="18" charset="0"/>
                <a:cs typeface="Times New Roman" pitchFamily="18" charset="0"/>
              </a:rPr>
              <a:t>::10.0.0.1</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28596" y="1714488"/>
            <a:ext cx="8286808" cy="769441"/>
          </a:xfrm>
          <a:prstGeom prst="rect">
            <a:avLst/>
          </a:prstGeom>
          <a:noFill/>
        </p:spPr>
        <p:txBody>
          <a:bodyPr wrap="square" rtlCol="0">
            <a:spAutoFit/>
          </a:bodyPr>
          <a:lstStyle/>
          <a:p>
            <a:r>
              <a:rPr lang="en-US" sz="4400" b="1" smtClean="0">
                <a:solidFill>
                  <a:srgbClr val="0070C0"/>
                </a:solidFill>
                <a:latin typeface="Times New Roman" pitchFamily="18" charset="0"/>
                <a:cs typeface="Times New Roman" pitchFamily="18" charset="0"/>
              </a:rPr>
              <a:t>Các địa chỉ đặc biệt trong IPv6</a:t>
            </a:r>
          </a:p>
        </p:txBody>
      </p:sp>
      <p:sp>
        <p:nvSpPr>
          <p:cNvPr id="3" name="TextBox 2"/>
          <p:cNvSpPr txBox="1"/>
          <p:nvPr/>
        </p:nvSpPr>
        <p:spPr>
          <a:xfrm>
            <a:off x="214282" y="2500306"/>
            <a:ext cx="8715436" cy="3970318"/>
          </a:xfrm>
          <a:prstGeom prst="rect">
            <a:avLst/>
          </a:prstGeom>
          <a:noFill/>
        </p:spPr>
        <p:txBody>
          <a:bodyPr wrap="square" rtlCol="0">
            <a:spAutoFit/>
          </a:bodyPr>
          <a:lstStyle/>
          <a:p>
            <a:pPr algn="just">
              <a:buFont typeface="Wingdings" pitchFamily="2" charset="2"/>
              <a:buChar char="Ø"/>
            </a:pPr>
            <a:r>
              <a:rPr lang="en-US" sz="2800" b="1" smtClean="0">
                <a:solidFill>
                  <a:srgbClr val="002060"/>
                </a:solidFill>
                <a:latin typeface="Times New Roman" pitchFamily="18" charset="0"/>
                <a:cs typeface="Times New Roman" pitchFamily="18" charset="0"/>
              </a:rPr>
              <a:t> </a:t>
            </a:r>
            <a:r>
              <a:rPr lang="en-US" sz="2800" b="1" smtClean="0">
                <a:solidFill>
                  <a:srgbClr val="FF0000"/>
                </a:solidFill>
                <a:latin typeface="Times New Roman" pitchFamily="18" charset="0"/>
                <a:cs typeface="Times New Roman" pitchFamily="18" charset="0"/>
              </a:rPr>
              <a:t>::/128 </a:t>
            </a:r>
            <a:r>
              <a:rPr lang="en-US" sz="2800" b="1" smtClean="0">
                <a:solidFill>
                  <a:srgbClr val="002060"/>
                </a:solidFill>
                <a:latin typeface="Times New Roman" pitchFamily="18" charset="0"/>
                <a:cs typeface="Times New Roman" pitchFamily="18" charset="0"/>
              </a:rPr>
              <a:t>- địa chỉ gồm </a:t>
            </a:r>
            <a:r>
              <a:rPr lang="en-US" sz="2800" b="1" smtClean="0">
                <a:solidFill>
                  <a:srgbClr val="FF0000"/>
                </a:solidFill>
                <a:latin typeface="Times New Roman" pitchFamily="18" charset="0"/>
                <a:cs typeface="Times New Roman" pitchFamily="18" charset="0"/>
              </a:rPr>
              <a:t>tất cả là các bit 0</a:t>
            </a:r>
            <a:r>
              <a:rPr lang="en-US" sz="2800" b="1" smtClean="0">
                <a:solidFill>
                  <a:srgbClr val="002060"/>
                </a:solidFill>
                <a:latin typeface="Times New Roman" pitchFamily="18" charset="0"/>
                <a:cs typeface="Times New Roman" pitchFamily="18" charset="0"/>
              </a:rPr>
              <a:t> chỉ được dùng trong phần mềm. </a:t>
            </a:r>
          </a:p>
          <a:p>
            <a:pPr algn="just">
              <a:buFont typeface="Wingdings" pitchFamily="2" charset="2"/>
              <a:buChar char="Ø"/>
            </a:pPr>
            <a:r>
              <a:rPr lang="en-US" sz="2800" b="1" smtClean="0">
                <a:solidFill>
                  <a:srgbClr val="002060"/>
                </a:solidFill>
                <a:latin typeface="Times New Roman" pitchFamily="18" charset="0"/>
                <a:cs typeface="Times New Roman" pitchFamily="18" charset="0"/>
              </a:rPr>
              <a:t> </a:t>
            </a:r>
            <a:r>
              <a:rPr lang="en-US" sz="2800" b="1" smtClean="0">
                <a:solidFill>
                  <a:srgbClr val="FF0000"/>
                </a:solidFill>
                <a:latin typeface="Times New Roman" pitchFamily="18" charset="0"/>
                <a:cs typeface="Times New Roman" pitchFamily="18" charset="0"/>
              </a:rPr>
              <a:t>::1/128 </a:t>
            </a:r>
            <a:r>
              <a:rPr lang="en-US" sz="2800" b="1" smtClean="0">
                <a:solidFill>
                  <a:srgbClr val="002060"/>
                </a:solidFill>
                <a:latin typeface="Times New Roman" pitchFamily="18" charset="0"/>
                <a:cs typeface="Times New Roman" pitchFamily="18" charset="0"/>
              </a:rPr>
              <a:t>- đây là địa chỉ loopback.</a:t>
            </a:r>
          </a:p>
          <a:p>
            <a:pPr algn="just">
              <a:buFont typeface="Wingdings" pitchFamily="2" charset="2"/>
              <a:buChar char="Ø"/>
            </a:pPr>
            <a:r>
              <a:rPr lang="en-US" sz="2800" b="1" smtClean="0">
                <a:solidFill>
                  <a:srgbClr val="002060"/>
                </a:solidFill>
                <a:latin typeface="Times New Roman" pitchFamily="18" charset="0"/>
                <a:cs typeface="Times New Roman" pitchFamily="18" charset="0"/>
              </a:rPr>
              <a:t> </a:t>
            </a:r>
            <a:r>
              <a:rPr lang="en-US" sz="2800" b="1" smtClean="0">
                <a:solidFill>
                  <a:srgbClr val="FF0000"/>
                </a:solidFill>
                <a:latin typeface="Times New Roman" pitchFamily="18" charset="0"/>
                <a:cs typeface="Times New Roman" pitchFamily="18" charset="0"/>
              </a:rPr>
              <a:t>::/96 </a:t>
            </a:r>
            <a:r>
              <a:rPr lang="en-US" sz="2800" b="1" smtClean="0">
                <a:solidFill>
                  <a:srgbClr val="002060"/>
                </a:solidFill>
                <a:latin typeface="Times New Roman" pitchFamily="18" charset="0"/>
                <a:cs typeface="Times New Roman" pitchFamily="18" charset="0"/>
              </a:rPr>
              <a:t>- zero prefix được dùng cho </a:t>
            </a:r>
            <a:r>
              <a:rPr lang="en-US" sz="2800" b="1" smtClean="0">
                <a:solidFill>
                  <a:srgbClr val="FF0000"/>
                </a:solidFill>
                <a:latin typeface="Times New Roman" pitchFamily="18" charset="0"/>
                <a:cs typeface="Times New Roman" pitchFamily="18" charset="0"/>
              </a:rPr>
              <a:t>IPv4 compatible</a:t>
            </a:r>
            <a:r>
              <a:rPr lang="en-US" sz="2800" b="1" smtClean="0">
                <a:solidFill>
                  <a:srgbClr val="002060"/>
                </a:solidFill>
                <a:latin typeface="Times New Roman" pitchFamily="18" charset="0"/>
                <a:cs typeface="Times New Roman" pitchFamily="18" charset="0"/>
              </a:rPr>
              <a:t> addresses.</a:t>
            </a:r>
          </a:p>
          <a:p>
            <a:pPr algn="just">
              <a:buFont typeface="Wingdings" pitchFamily="2" charset="2"/>
              <a:buChar char="Ø"/>
            </a:pPr>
            <a:r>
              <a:rPr lang="en-US" sz="2800" b="1" smtClean="0">
                <a:solidFill>
                  <a:srgbClr val="002060"/>
                </a:solidFill>
                <a:latin typeface="Times New Roman" pitchFamily="18" charset="0"/>
                <a:cs typeface="Times New Roman" pitchFamily="18" charset="0"/>
              </a:rPr>
              <a:t> </a:t>
            </a:r>
            <a:r>
              <a:rPr lang="en-US" sz="2800" b="1" smtClean="0">
                <a:solidFill>
                  <a:srgbClr val="FF0000"/>
                </a:solidFill>
                <a:latin typeface="Times New Roman" pitchFamily="18" charset="0"/>
                <a:cs typeface="Times New Roman" pitchFamily="18" charset="0"/>
              </a:rPr>
              <a:t>::ffff:0:0/96 </a:t>
            </a:r>
            <a:r>
              <a:rPr lang="en-US" sz="2800" b="1" smtClean="0">
                <a:solidFill>
                  <a:srgbClr val="002060"/>
                </a:solidFill>
                <a:latin typeface="Times New Roman" pitchFamily="18" charset="0"/>
                <a:cs typeface="Times New Roman" pitchFamily="18" charset="0"/>
              </a:rPr>
              <a:t>- prefix này được dùng cho </a:t>
            </a:r>
            <a:r>
              <a:rPr lang="en-US" sz="2800" b="1" smtClean="0">
                <a:solidFill>
                  <a:srgbClr val="FF0000"/>
                </a:solidFill>
                <a:latin typeface="Times New Roman" pitchFamily="18" charset="0"/>
                <a:cs typeface="Times New Roman" pitchFamily="18" charset="0"/>
              </a:rPr>
              <a:t>IPv4 mapped</a:t>
            </a:r>
            <a:r>
              <a:rPr lang="en-US" sz="2800" b="1" smtClean="0">
                <a:solidFill>
                  <a:srgbClr val="002060"/>
                </a:solidFill>
                <a:latin typeface="Times New Roman" pitchFamily="18" charset="0"/>
                <a:cs typeface="Times New Roman" pitchFamily="18" charset="0"/>
              </a:rPr>
              <a:t> addresses.</a:t>
            </a:r>
          </a:p>
          <a:p>
            <a:pPr algn="just">
              <a:buFont typeface="Wingdings" pitchFamily="2" charset="2"/>
              <a:buChar char="Ø"/>
            </a:pPr>
            <a:r>
              <a:rPr lang="en-US" sz="2800" b="1" smtClean="0">
                <a:solidFill>
                  <a:srgbClr val="002060"/>
                </a:solidFill>
                <a:latin typeface="Times New Roman" pitchFamily="18" charset="0"/>
                <a:cs typeface="Times New Roman" pitchFamily="18" charset="0"/>
              </a:rPr>
              <a:t> </a:t>
            </a:r>
            <a:r>
              <a:rPr lang="en-US" sz="2800" b="1" smtClean="0">
                <a:solidFill>
                  <a:srgbClr val="FF0000"/>
                </a:solidFill>
                <a:latin typeface="Times New Roman" pitchFamily="18" charset="0"/>
                <a:cs typeface="Times New Roman" pitchFamily="18" charset="0"/>
              </a:rPr>
              <a:t>2001:db8::/32 </a:t>
            </a:r>
            <a:r>
              <a:rPr lang="en-US" sz="2800" b="1" smtClean="0">
                <a:solidFill>
                  <a:srgbClr val="002060"/>
                </a:solidFill>
                <a:latin typeface="Times New Roman" pitchFamily="18" charset="0"/>
                <a:cs typeface="Times New Roman" pitchFamily="18" charset="0"/>
              </a:rPr>
              <a:t>– prefix này dùng trong documentation.</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28596" y="1714488"/>
            <a:ext cx="8286808" cy="769441"/>
          </a:xfrm>
          <a:prstGeom prst="rect">
            <a:avLst/>
          </a:prstGeom>
          <a:noFill/>
        </p:spPr>
        <p:txBody>
          <a:bodyPr wrap="square" rtlCol="0">
            <a:spAutoFit/>
          </a:bodyPr>
          <a:lstStyle/>
          <a:p>
            <a:r>
              <a:rPr lang="en-US" sz="4400" b="1" smtClean="0">
                <a:solidFill>
                  <a:srgbClr val="0070C0"/>
                </a:solidFill>
                <a:latin typeface="Times New Roman" pitchFamily="18" charset="0"/>
                <a:cs typeface="Times New Roman" pitchFamily="18" charset="0"/>
              </a:rPr>
              <a:t>Các loại IPv6 Address  </a:t>
            </a:r>
          </a:p>
        </p:txBody>
      </p:sp>
      <p:sp>
        <p:nvSpPr>
          <p:cNvPr id="3" name="TextBox 2"/>
          <p:cNvSpPr txBox="1"/>
          <p:nvPr/>
        </p:nvSpPr>
        <p:spPr>
          <a:xfrm>
            <a:off x="214282" y="2500306"/>
            <a:ext cx="8715436" cy="3046988"/>
          </a:xfrm>
          <a:prstGeom prst="rect">
            <a:avLst/>
          </a:prstGeom>
          <a:noFill/>
        </p:spPr>
        <p:txBody>
          <a:bodyPr wrap="square" rtlCol="0">
            <a:spAutoFit/>
          </a:bodyPr>
          <a:lstStyle/>
          <a:p>
            <a:pPr indent="536575" algn="just"/>
            <a:r>
              <a:rPr lang="en-US" sz="3200" b="1" smtClean="0">
                <a:solidFill>
                  <a:srgbClr val="0000FF"/>
                </a:solidFill>
                <a:latin typeface="Times New Roman" pitchFamily="18" charset="0"/>
                <a:cs typeface="Times New Roman" pitchFamily="18" charset="0"/>
              </a:rPr>
              <a:t>Unicast:</a:t>
            </a:r>
          </a:p>
          <a:p>
            <a:pPr indent="536575" algn="just"/>
            <a:r>
              <a:rPr lang="en-US" sz="3200" b="1" smtClean="0">
                <a:solidFill>
                  <a:srgbClr val="002060"/>
                </a:solidFill>
                <a:latin typeface="Times New Roman" pitchFamily="18" charset="0"/>
                <a:cs typeface="Times New Roman" pitchFamily="18" charset="0"/>
              </a:rPr>
              <a:t>Unicast Address dùng để định vị một Interface trong phạm vi các Unicast Address. Gói tin (Packet) có đích đến là Unicast Address sẽ thông qua Routing để chuyển đến 1 Interface duy nhất.</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28596" y="1714488"/>
            <a:ext cx="8286808" cy="769441"/>
          </a:xfrm>
          <a:prstGeom prst="rect">
            <a:avLst/>
          </a:prstGeom>
          <a:noFill/>
        </p:spPr>
        <p:txBody>
          <a:bodyPr wrap="square" rtlCol="0">
            <a:spAutoFit/>
          </a:bodyPr>
          <a:lstStyle/>
          <a:p>
            <a:r>
              <a:rPr lang="en-US" sz="4400" b="1" smtClean="0">
                <a:solidFill>
                  <a:srgbClr val="0070C0"/>
                </a:solidFill>
                <a:latin typeface="Times New Roman" pitchFamily="18" charset="0"/>
                <a:cs typeface="Times New Roman" pitchFamily="18" charset="0"/>
              </a:rPr>
              <a:t>Các loại IPv6 Address  </a:t>
            </a:r>
          </a:p>
        </p:txBody>
      </p:sp>
      <p:sp>
        <p:nvSpPr>
          <p:cNvPr id="5" name="TextBox 4"/>
          <p:cNvSpPr txBox="1"/>
          <p:nvPr/>
        </p:nvSpPr>
        <p:spPr>
          <a:xfrm>
            <a:off x="214282" y="2500306"/>
            <a:ext cx="8715436" cy="2554545"/>
          </a:xfrm>
          <a:prstGeom prst="rect">
            <a:avLst/>
          </a:prstGeom>
          <a:noFill/>
        </p:spPr>
        <p:txBody>
          <a:bodyPr wrap="square" rtlCol="0">
            <a:spAutoFit/>
          </a:bodyPr>
          <a:lstStyle/>
          <a:p>
            <a:pPr indent="536575" algn="just"/>
            <a:r>
              <a:rPr lang="en-US" sz="3200" b="1" smtClean="0">
                <a:solidFill>
                  <a:srgbClr val="0000FF"/>
                </a:solidFill>
                <a:latin typeface="Times New Roman" pitchFamily="18" charset="0"/>
                <a:cs typeface="Times New Roman" pitchFamily="18" charset="0"/>
              </a:rPr>
              <a:t>Multicast:</a:t>
            </a:r>
          </a:p>
          <a:p>
            <a:pPr indent="536575" algn="just"/>
            <a:r>
              <a:rPr lang="en-US" sz="3200" b="1" smtClean="0">
                <a:solidFill>
                  <a:srgbClr val="002060"/>
                </a:solidFill>
                <a:latin typeface="Times New Roman" pitchFamily="18" charset="0"/>
                <a:cs typeface="Times New Roman" pitchFamily="18" charset="0"/>
              </a:rPr>
              <a:t>Multicast Address dùng để định vị nhiều Interfaces. Packet có đích đến là Multicast Address sẽ thông qua Routing để chuyển đến tất cả các Interfaces có cùng Multicast Address.</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28596" y="1714488"/>
            <a:ext cx="8286808" cy="769441"/>
          </a:xfrm>
          <a:prstGeom prst="rect">
            <a:avLst/>
          </a:prstGeom>
          <a:noFill/>
        </p:spPr>
        <p:txBody>
          <a:bodyPr wrap="square" rtlCol="0">
            <a:spAutoFit/>
          </a:bodyPr>
          <a:lstStyle/>
          <a:p>
            <a:r>
              <a:rPr lang="en-US" sz="4400" b="1" smtClean="0">
                <a:solidFill>
                  <a:srgbClr val="0070C0"/>
                </a:solidFill>
                <a:latin typeface="Times New Roman" pitchFamily="18" charset="0"/>
                <a:cs typeface="Times New Roman" pitchFamily="18" charset="0"/>
              </a:rPr>
              <a:t>Các loại IPv6 Address  </a:t>
            </a:r>
          </a:p>
        </p:txBody>
      </p:sp>
      <p:sp>
        <p:nvSpPr>
          <p:cNvPr id="5" name="TextBox 4"/>
          <p:cNvSpPr txBox="1"/>
          <p:nvPr/>
        </p:nvSpPr>
        <p:spPr>
          <a:xfrm>
            <a:off x="214282" y="2500306"/>
            <a:ext cx="8715436" cy="4031873"/>
          </a:xfrm>
          <a:prstGeom prst="rect">
            <a:avLst/>
          </a:prstGeom>
          <a:noFill/>
        </p:spPr>
        <p:txBody>
          <a:bodyPr wrap="square" rtlCol="0">
            <a:spAutoFit/>
          </a:bodyPr>
          <a:lstStyle/>
          <a:p>
            <a:pPr indent="536575" algn="just"/>
            <a:r>
              <a:rPr lang="en-US" sz="3200" b="1" smtClean="0">
                <a:solidFill>
                  <a:srgbClr val="0000FF"/>
                </a:solidFill>
                <a:latin typeface="Times New Roman" pitchFamily="18" charset="0"/>
                <a:cs typeface="Times New Roman" pitchFamily="18" charset="0"/>
              </a:rPr>
              <a:t>Anycast</a:t>
            </a:r>
            <a:r>
              <a:rPr lang="en-US" sz="3200" smtClean="0"/>
              <a:t> </a:t>
            </a:r>
            <a:r>
              <a:rPr lang="en-US" sz="3200" b="1" smtClean="0">
                <a:solidFill>
                  <a:srgbClr val="0000FF"/>
                </a:solidFill>
                <a:latin typeface="Times New Roman" pitchFamily="18" charset="0"/>
                <a:cs typeface="Times New Roman" pitchFamily="18" charset="0"/>
              </a:rPr>
              <a:t>:</a:t>
            </a:r>
          </a:p>
          <a:p>
            <a:pPr indent="536575" algn="just"/>
            <a:r>
              <a:rPr lang="en-US" sz="3200" b="1" smtClean="0">
                <a:solidFill>
                  <a:srgbClr val="002060"/>
                </a:solidFill>
                <a:latin typeface="Times New Roman" pitchFamily="18" charset="0"/>
                <a:cs typeface="Times New Roman" pitchFamily="18" charset="0"/>
              </a:rPr>
              <a:t>Anycast Address dùng để định vị nhiều Interfaces. Tuy vậy, Packet có đích đến là Anycast Address sẽ thông qua Routing để chuyển đến một Interfaces trong số các Interface có cùng Anycast Address, thông thường là Interface gần nhất (khái niệm Gần ở đây được tính theo khoảng cách Routing).</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28596" y="1714488"/>
            <a:ext cx="8286808" cy="769441"/>
          </a:xfrm>
          <a:prstGeom prst="rect">
            <a:avLst/>
          </a:prstGeom>
          <a:noFill/>
        </p:spPr>
        <p:txBody>
          <a:bodyPr wrap="square" rtlCol="0">
            <a:spAutoFit/>
          </a:bodyPr>
          <a:lstStyle/>
          <a:p>
            <a:r>
              <a:rPr lang="en-US" sz="4400" b="1" smtClean="0">
                <a:solidFill>
                  <a:srgbClr val="0070C0"/>
                </a:solidFill>
                <a:latin typeface="Times New Roman" pitchFamily="18" charset="0"/>
                <a:cs typeface="Times New Roman" pitchFamily="18" charset="0"/>
              </a:rPr>
              <a:t>Các loại IPv6 Address  </a:t>
            </a:r>
          </a:p>
        </p:txBody>
      </p:sp>
      <p:sp>
        <p:nvSpPr>
          <p:cNvPr id="5" name="TextBox 4"/>
          <p:cNvSpPr txBox="1"/>
          <p:nvPr/>
        </p:nvSpPr>
        <p:spPr>
          <a:xfrm>
            <a:off x="214282" y="2500306"/>
            <a:ext cx="8715436" cy="3539430"/>
          </a:xfrm>
          <a:prstGeom prst="rect">
            <a:avLst/>
          </a:prstGeom>
          <a:noFill/>
        </p:spPr>
        <p:txBody>
          <a:bodyPr wrap="square" rtlCol="0">
            <a:spAutoFit/>
          </a:bodyPr>
          <a:lstStyle/>
          <a:p>
            <a:pPr indent="536575" algn="just"/>
            <a:r>
              <a:rPr lang="en-US" sz="3200" b="1" smtClean="0">
                <a:solidFill>
                  <a:srgbClr val="002060"/>
                </a:solidFill>
                <a:latin typeface="Times New Roman" pitchFamily="18" charset="0"/>
                <a:cs typeface="Times New Roman" pitchFamily="18" charset="0"/>
              </a:rPr>
              <a:t>Trong các trường hợp nêu trên, IPv6 Address được cấp cho Interface chứ không phải Node, một Node có thể được định vị bởi một trong số các Interface Address.</a:t>
            </a:r>
          </a:p>
          <a:p>
            <a:pPr indent="536575" algn="just"/>
            <a:r>
              <a:rPr lang="en-US" sz="3200" b="1" smtClean="0">
                <a:solidFill>
                  <a:srgbClr val="002060"/>
                </a:solidFill>
                <a:latin typeface="Times New Roman" pitchFamily="18" charset="0"/>
                <a:cs typeface="Times New Roman" pitchFamily="18" charset="0"/>
              </a:rPr>
              <a:t>IPv6 không có dạng Broadcast, các dạng Broadcast trong IPv4 được xem như tương đương Multicast trong IPv6.</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28596" y="1714488"/>
            <a:ext cx="8286808" cy="769441"/>
          </a:xfrm>
          <a:prstGeom prst="rect">
            <a:avLst/>
          </a:prstGeom>
          <a:noFill/>
        </p:spPr>
        <p:txBody>
          <a:bodyPr wrap="square" rtlCol="0">
            <a:spAutoFit/>
          </a:bodyPr>
          <a:lstStyle/>
          <a:p>
            <a:r>
              <a:rPr lang="en-US" sz="4400" b="1" smtClean="0">
                <a:solidFill>
                  <a:srgbClr val="0070C0"/>
                </a:solidFill>
                <a:latin typeface="Times New Roman" pitchFamily="18" charset="0"/>
                <a:cs typeface="Times New Roman" pitchFamily="18" charset="0"/>
              </a:rPr>
              <a:t>Cấu trúc địa chỉ của IPv6</a:t>
            </a:r>
          </a:p>
        </p:txBody>
      </p:sp>
      <p:sp>
        <p:nvSpPr>
          <p:cNvPr id="3" name="TextBox 2"/>
          <p:cNvSpPr txBox="1"/>
          <p:nvPr/>
        </p:nvSpPr>
        <p:spPr>
          <a:xfrm>
            <a:off x="214282" y="2428868"/>
            <a:ext cx="8715436" cy="4216539"/>
          </a:xfrm>
          <a:prstGeom prst="rect">
            <a:avLst/>
          </a:prstGeom>
          <a:noFill/>
        </p:spPr>
        <p:txBody>
          <a:bodyPr wrap="square" rtlCol="0">
            <a:spAutoFit/>
          </a:bodyPr>
          <a:lstStyle/>
          <a:p>
            <a:pPr indent="530225" algn="just"/>
            <a:r>
              <a:rPr lang="en-US" sz="2400" b="1" smtClean="0">
                <a:solidFill>
                  <a:srgbClr val="0000FF"/>
                </a:solidFill>
                <a:latin typeface="Times New Roman" pitchFamily="18" charset="0"/>
                <a:cs typeface="Times New Roman" pitchFamily="18" charset="0"/>
              </a:rPr>
              <a:t> </a:t>
            </a:r>
            <a:r>
              <a:rPr lang="en-US" sz="2800" b="1" smtClean="0">
                <a:solidFill>
                  <a:srgbClr val="0000FF"/>
                </a:solidFill>
                <a:latin typeface="Times New Roman" pitchFamily="18" charset="0"/>
                <a:cs typeface="Times New Roman" pitchFamily="18" charset="0"/>
              </a:rPr>
              <a:t>Global Unicast</a:t>
            </a:r>
            <a:endParaRPr lang="en-US" sz="2400" b="1" smtClean="0">
              <a:solidFill>
                <a:srgbClr val="0000FF"/>
              </a:solidFill>
              <a:latin typeface="Times New Roman" pitchFamily="18" charset="0"/>
              <a:cs typeface="Times New Roman" pitchFamily="18" charset="0"/>
            </a:endParaRPr>
          </a:p>
          <a:p>
            <a:pPr algn="just">
              <a:buFont typeface="Wingdings" pitchFamily="2" charset="2"/>
              <a:buChar char="Ø"/>
            </a:pPr>
            <a:r>
              <a:rPr lang="en-US" sz="2400" b="1" smtClean="0">
                <a:solidFill>
                  <a:srgbClr val="002060"/>
                </a:solidFill>
                <a:latin typeface="Times New Roman" pitchFamily="18" charset="0"/>
                <a:cs typeface="Times New Roman" pitchFamily="18" charset="0"/>
              </a:rPr>
              <a:t> Vùng tiền tố </a:t>
            </a:r>
            <a:r>
              <a:rPr lang="en-US" sz="2400" b="1" smtClean="0">
                <a:solidFill>
                  <a:srgbClr val="FF0000"/>
                </a:solidFill>
                <a:latin typeface="Times New Roman" pitchFamily="18" charset="0"/>
                <a:cs typeface="Times New Roman" pitchFamily="18" charset="0"/>
              </a:rPr>
              <a:t>FP</a:t>
            </a:r>
            <a:r>
              <a:rPr lang="en-US" sz="2400" b="1" smtClean="0">
                <a:solidFill>
                  <a:srgbClr val="002060"/>
                </a:solidFill>
                <a:latin typeface="Times New Roman" pitchFamily="18" charset="0"/>
                <a:cs typeface="Times New Roman" pitchFamily="18" charset="0"/>
              </a:rPr>
              <a:t> (</a:t>
            </a:r>
            <a:r>
              <a:rPr lang="en-US" sz="2400" b="1" smtClean="0">
                <a:solidFill>
                  <a:srgbClr val="FF0000"/>
                </a:solidFill>
                <a:latin typeface="Times New Roman" pitchFamily="18" charset="0"/>
                <a:cs typeface="Times New Roman" pitchFamily="18" charset="0"/>
              </a:rPr>
              <a:t>F</a:t>
            </a:r>
            <a:r>
              <a:rPr lang="en-US" sz="2400" b="1" smtClean="0">
                <a:solidFill>
                  <a:srgbClr val="002060"/>
                </a:solidFill>
                <a:latin typeface="Times New Roman" pitchFamily="18" charset="0"/>
                <a:cs typeface="Times New Roman" pitchFamily="18" charset="0"/>
              </a:rPr>
              <a:t>ormat </a:t>
            </a:r>
            <a:r>
              <a:rPr lang="en-US" sz="2400" b="1" smtClean="0">
                <a:solidFill>
                  <a:srgbClr val="FF0000"/>
                </a:solidFill>
                <a:latin typeface="Times New Roman" pitchFamily="18" charset="0"/>
                <a:cs typeface="Times New Roman" pitchFamily="18" charset="0"/>
              </a:rPr>
              <a:t>P</a:t>
            </a:r>
            <a:r>
              <a:rPr lang="en-US" sz="2400" b="1" smtClean="0">
                <a:solidFill>
                  <a:srgbClr val="002060"/>
                </a:solidFill>
                <a:latin typeface="Times New Roman" pitchFamily="18" charset="0"/>
                <a:cs typeface="Times New Roman" pitchFamily="18" charset="0"/>
              </a:rPr>
              <a:t>refix): 3 bit của FP sẽ được dùng để chỉ ra kiểu của địa chỉ (là unicast, multicast…). Giá trị 001 chỉ ra đây là địa chỉ toàn cục.</a:t>
            </a:r>
          </a:p>
          <a:p>
            <a:pPr algn="just">
              <a:buFont typeface="Wingdings" pitchFamily="2" charset="2"/>
              <a:buChar char="Ø"/>
            </a:pPr>
            <a:r>
              <a:rPr lang="en-US" sz="2400" b="1" smtClean="0">
                <a:solidFill>
                  <a:srgbClr val="002060"/>
                </a:solidFill>
                <a:latin typeface="Times New Roman" pitchFamily="18" charset="0"/>
                <a:cs typeface="Times New Roman" pitchFamily="18" charset="0"/>
              </a:rPr>
              <a:t> Vùng </a:t>
            </a:r>
            <a:r>
              <a:rPr lang="en-US" sz="2400" b="1" smtClean="0">
                <a:solidFill>
                  <a:srgbClr val="FF0000"/>
                </a:solidFill>
                <a:latin typeface="Times New Roman" pitchFamily="18" charset="0"/>
                <a:cs typeface="Times New Roman" pitchFamily="18" charset="0"/>
              </a:rPr>
              <a:t>TLA ID </a:t>
            </a:r>
            <a:r>
              <a:rPr lang="en-US" sz="2400" b="1" smtClean="0">
                <a:solidFill>
                  <a:srgbClr val="002060"/>
                </a:solidFill>
                <a:latin typeface="Times New Roman" pitchFamily="18" charset="0"/>
                <a:cs typeface="Times New Roman" pitchFamily="18" charset="0"/>
              </a:rPr>
              <a:t>(</a:t>
            </a:r>
            <a:r>
              <a:rPr lang="en-US" sz="2400" b="1" smtClean="0">
                <a:solidFill>
                  <a:srgbClr val="FF0000"/>
                </a:solidFill>
                <a:latin typeface="Times New Roman" pitchFamily="18" charset="0"/>
                <a:cs typeface="Times New Roman" pitchFamily="18" charset="0"/>
              </a:rPr>
              <a:t>T</a:t>
            </a:r>
            <a:r>
              <a:rPr lang="en-US" sz="2400" b="1" smtClean="0">
                <a:solidFill>
                  <a:srgbClr val="002060"/>
                </a:solidFill>
                <a:latin typeface="Times New Roman" pitchFamily="18" charset="0"/>
                <a:cs typeface="Times New Roman" pitchFamily="18" charset="0"/>
              </a:rPr>
              <a:t>op </a:t>
            </a:r>
            <a:r>
              <a:rPr lang="en-US" sz="2400" b="1" smtClean="0">
                <a:solidFill>
                  <a:srgbClr val="FF0000"/>
                </a:solidFill>
                <a:latin typeface="Times New Roman" pitchFamily="18" charset="0"/>
                <a:cs typeface="Times New Roman" pitchFamily="18" charset="0"/>
              </a:rPr>
              <a:t>L</a:t>
            </a:r>
            <a:r>
              <a:rPr lang="en-US" sz="2400" b="1" smtClean="0">
                <a:solidFill>
                  <a:srgbClr val="002060"/>
                </a:solidFill>
                <a:latin typeface="Times New Roman" pitchFamily="18" charset="0"/>
                <a:cs typeface="Times New Roman" pitchFamily="18" charset="0"/>
              </a:rPr>
              <a:t>evel </a:t>
            </a:r>
            <a:r>
              <a:rPr lang="en-US" sz="2400" b="1" smtClean="0">
                <a:solidFill>
                  <a:srgbClr val="FF0000"/>
                </a:solidFill>
                <a:latin typeface="Times New Roman" pitchFamily="18" charset="0"/>
                <a:cs typeface="Times New Roman" pitchFamily="18" charset="0"/>
              </a:rPr>
              <a:t>A</a:t>
            </a:r>
            <a:r>
              <a:rPr lang="en-US" sz="2400" b="1" smtClean="0">
                <a:solidFill>
                  <a:srgbClr val="002060"/>
                </a:solidFill>
                <a:latin typeface="Times New Roman" pitchFamily="18" charset="0"/>
                <a:cs typeface="Times New Roman" pitchFamily="18" charset="0"/>
              </a:rPr>
              <a:t>ggregation) được dùng để chỉ ra mức thẩm quyền cho địa chỉ này. Các Internet Router sẽ duy trì các bảng cần thiết cho tất cả các giá trị TLA. Với 13-bit, vùng này có thể có đến 8,192 TLAs.</a:t>
            </a:r>
          </a:p>
          <a:p>
            <a:pPr algn="just">
              <a:buFont typeface="Wingdings" pitchFamily="2" charset="2"/>
              <a:buChar char="Ø"/>
            </a:pPr>
            <a:r>
              <a:rPr lang="en-US" sz="2400" b="1" smtClean="0">
                <a:solidFill>
                  <a:srgbClr val="002060"/>
                </a:solidFill>
                <a:latin typeface="Times New Roman" pitchFamily="18" charset="0"/>
                <a:cs typeface="Times New Roman" pitchFamily="18" charset="0"/>
              </a:rPr>
              <a:t> </a:t>
            </a:r>
            <a:r>
              <a:rPr lang="en-US" sz="2400" b="1" smtClean="0">
                <a:solidFill>
                  <a:srgbClr val="FF0000"/>
                </a:solidFill>
                <a:latin typeface="Times New Roman" pitchFamily="18" charset="0"/>
                <a:cs typeface="Times New Roman" pitchFamily="18" charset="0"/>
              </a:rPr>
              <a:t>RES field </a:t>
            </a:r>
            <a:r>
              <a:rPr lang="en-US" sz="2400" b="1" smtClean="0">
                <a:solidFill>
                  <a:srgbClr val="002060"/>
                </a:solidFill>
                <a:latin typeface="Times New Roman" pitchFamily="18" charset="0"/>
                <a:cs typeface="Times New Roman" pitchFamily="18" charset="0"/>
              </a:rPr>
              <a:t>(8 bits): kiến trúc của IPv6 định nghĩa vùng dành riêng sao cho các giá trị TLA hoặc NLA có thể mở rộng. Hiện tại, giá trị này bằng zero.</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8596" y="1714488"/>
            <a:ext cx="8286808" cy="769441"/>
          </a:xfrm>
          <a:prstGeom prst="rect">
            <a:avLst/>
          </a:prstGeom>
          <a:noFill/>
        </p:spPr>
        <p:txBody>
          <a:bodyPr wrap="square" rtlCol="0">
            <a:spAutoFit/>
          </a:bodyPr>
          <a:lstStyle/>
          <a:p>
            <a:r>
              <a:rPr lang="en-US" sz="4400" b="1" smtClean="0">
                <a:solidFill>
                  <a:srgbClr val="0070C0"/>
                </a:solidFill>
                <a:latin typeface="Times New Roman" pitchFamily="18" charset="0"/>
                <a:cs typeface="Times New Roman" pitchFamily="18" charset="0"/>
              </a:rPr>
              <a:t>Cấu trúc địa chỉ của IPv6</a:t>
            </a:r>
          </a:p>
        </p:txBody>
      </p:sp>
      <p:sp>
        <p:nvSpPr>
          <p:cNvPr id="4" name="TextBox 3"/>
          <p:cNvSpPr txBox="1"/>
          <p:nvPr/>
        </p:nvSpPr>
        <p:spPr>
          <a:xfrm>
            <a:off x="214282" y="2500306"/>
            <a:ext cx="8715436" cy="3293209"/>
          </a:xfrm>
          <a:prstGeom prst="rect">
            <a:avLst/>
          </a:prstGeom>
          <a:noFill/>
        </p:spPr>
        <p:txBody>
          <a:bodyPr wrap="square" rtlCol="0">
            <a:spAutoFit/>
          </a:bodyPr>
          <a:lstStyle/>
          <a:p>
            <a:pPr algn="just">
              <a:buFont typeface="Wingdings" pitchFamily="2" charset="2"/>
              <a:buChar char="Ø"/>
            </a:pPr>
            <a:r>
              <a:rPr lang="en-US" sz="2600" b="1" smtClean="0">
                <a:solidFill>
                  <a:srgbClr val="002060"/>
                </a:solidFill>
                <a:latin typeface="Times New Roman" pitchFamily="18" charset="0"/>
                <a:cs typeface="Times New Roman" pitchFamily="18" charset="0"/>
              </a:rPr>
              <a:t> </a:t>
            </a:r>
            <a:r>
              <a:rPr lang="en-US" sz="2600" b="1" smtClean="0">
                <a:solidFill>
                  <a:srgbClr val="FF0000"/>
                </a:solidFill>
                <a:latin typeface="Times New Roman" pitchFamily="18" charset="0"/>
                <a:cs typeface="Times New Roman" pitchFamily="18" charset="0"/>
              </a:rPr>
              <a:t>NLA ID</a:t>
            </a:r>
            <a:r>
              <a:rPr lang="en-US" sz="2600" b="1" smtClean="0">
                <a:solidFill>
                  <a:srgbClr val="002060"/>
                </a:solidFill>
                <a:latin typeface="Times New Roman" pitchFamily="18" charset="0"/>
                <a:cs typeface="Times New Roman" pitchFamily="18" charset="0"/>
              </a:rPr>
              <a:t> (</a:t>
            </a:r>
            <a:r>
              <a:rPr lang="en-US" sz="2600" b="1" smtClean="0">
                <a:solidFill>
                  <a:srgbClr val="FF0000"/>
                </a:solidFill>
                <a:latin typeface="Times New Roman" pitchFamily="18" charset="0"/>
                <a:cs typeface="Times New Roman" pitchFamily="18" charset="0"/>
              </a:rPr>
              <a:t>N</a:t>
            </a:r>
            <a:r>
              <a:rPr lang="en-US" sz="2600" b="1" smtClean="0">
                <a:solidFill>
                  <a:srgbClr val="002060"/>
                </a:solidFill>
                <a:latin typeface="Times New Roman" pitchFamily="18" charset="0"/>
                <a:cs typeface="Times New Roman" pitchFamily="18" charset="0"/>
              </a:rPr>
              <a:t>ext </a:t>
            </a:r>
            <a:r>
              <a:rPr lang="en-US" sz="2600" b="1" smtClean="0">
                <a:solidFill>
                  <a:srgbClr val="FF0000"/>
                </a:solidFill>
                <a:latin typeface="Times New Roman" pitchFamily="18" charset="0"/>
                <a:cs typeface="Times New Roman" pitchFamily="18" charset="0"/>
              </a:rPr>
              <a:t>L</a:t>
            </a:r>
            <a:r>
              <a:rPr lang="en-US" sz="2600" b="1" smtClean="0">
                <a:solidFill>
                  <a:srgbClr val="002060"/>
                </a:solidFill>
                <a:latin typeface="Times New Roman" pitchFamily="18" charset="0"/>
                <a:cs typeface="Times New Roman" pitchFamily="18" charset="0"/>
              </a:rPr>
              <a:t>evel </a:t>
            </a:r>
            <a:r>
              <a:rPr lang="en-US" sz="2600" b="1" smtClean="0">
                <a:solidFill>
                  <a:srgbClr val="FF0000"/>
                </a:solidFill>
                <a:latin typeface="Times New Roman" pitchFamily="18" charset="0"/>
                <a:cs typeface="Times New Roman" pitchFamily="18" charset="0"/>
              </a:rPr>
              <a:t>A</a:t>
            </a:r>
            <a:r>
              <a:rPr lang="en-US" sz="2600" b="1" smtClean="0">
                <a:solidFill>
                  <a:srgbClr val="002060"/>
                </a:solidFill>
                <a:latin typeface="Times New Roman" pitchFamily="18" charset="0"/>
                <a:cs typeface="Times New Roman" pitchFamily="18" charset="0"/>
              </a:rPr>
              <a:t>ggregation): vùng này có 24 bits được dùng để chỉ ra ISP. Vùng này có thể được sắp xếp để phản ánh mối quan hệ giữa các ISP.</a:t>
            </a:r>
          </a:p>
          <a:p>
            <a:pPr algn="just">
              <a:buFont typeface="Wingdings" pitchFamily="2" charset="2"/>
              <a:buChar char="Ø"/>
            </a:pPr>
            <a:r>
              <a:rPr lang="en-US" sz="2600" b="1" smtClean="0">
                <a:solidFill>
                  <a:srgbClr val="002060"/>
                </a:solidFill>
                <a:latin typeface="Times New Roman" pitchFamily="18" charset="0"/>
                <a:cs typeface="Times New Roman" pitchFamily="18" charset="0"/>
              </a:rPr>
              <a:t> </a:t>
            </a:r>
            <a:r>
              <a:rPr lang="en-US" sz="2600" b="1" smtClean="0">
                <a:solidFill>
                  <a:srgbClr val="FF0000"/>
                </a:solidFill>
                <a:latin typeface="Times New Roman" pitchFamily="18" charset="0"/>
                <a:cs typeface="Times New Roman" pitchFamily="18" charset="0"/>
              </a:rPr>
              <a:t>LSA ID </a:t>
            </a:r>
            <a:r>
              <a:rPr lang="en-US" sz="2600" b="1" smtClean="0">
                <a:solidFill>
                  <a:srgbClr val="002060"/>
                </a:solidFill>
                <a:latin typeface="Times New Roman" pitchFamily="18" charset="0"/>
                <a:cs typeface="Times New Roman" pitchFamily="18" charset="0"/>
              </a:rPr>
              <a:t>(</a:t>
            </a:r>
            <a:r>
              <a:rPr lang="en-US" sz="2600" b="1" smtClean="0">
                <a:solidFill>
                  <a:srgbClr val="FF0000"/>
                </a:solidFill>
                <a:latin typeface="Times New Roman" pitchFamily="18" charset="0"/>
                <a:cs typeface="Times New Roman" pitchFamily="18" charset="0"/>
              </a:rPr>
              <a:t>S</a:t>
            </a:r>
            <a:r>
              <a:rPr lang="en-US" sz="2600" b="1" smtClean="0">
                <a:solidFill>
                  <a:srgbClr val="002060"/>
                </a:solidFill>
                <a:latin typeface="Times New Roman" pitchFamily="18" charset="0"/>
                <a:cs typeface="Times New Roman" pitchFamily="18" charset="0"/>
              </a:rPr>
              <a:t>ite </a:t>
            </a:r>
            <a:r>
              <a:rPr lang="en-US" sz="2600" b="1" smtClean="0">
                <a:solidFill>
                  <a:srgbClr val="FF0000"/>
                </a:solidFill>
                <a:latin typeface="Times New Roman" pitchFamily="18" charset="0"/>
                <a:cs typeface="Times New Roman" pitchFamily="18" charset="0"/>
              </a:rPr>
              <a:t>L</a:t>
            </a:r>
            <a:r>
              <a:rPr lang="en-US" sz="2600" b="1" smtClean="0">
                <a:solidFill>
                  <a:srgbClr val="002060"/>
                </a:solidFill>
                <a:latin typeface="Times New Roman" pitchFamily="18" charset="0"/>
                <a:cs typeface="Times New Roman" pitchFamily="18" charset="0"/>
              </a:rPr>
              <a:t>evel </a:t>
            </a:r>
            <a:r>
              <a:rPr lang="en-US" sz="2600" b="1" smtClean="0">
                <a:solidFill>
                  <a:srgbClr val="FF0000"/>
                </a:solidFill>
                <a:latin typeface="Times New Roman" pitchFamily="18" charset="0"/>
                <a:cs typeface="Times New Roman" pitchFamily="18" charset="0"/>
              </a:rPr>
              <a:t>A</a:t>
            </a:r>
            <a:r>
              <a:rPr lang="en-US" sz="2600" b="1" smtClean="0">
                <a:solidFill>
                  <a:srgbClr val="002060"/>
                </a:solidFill>
                <a:latin typeface="Times New Roman" pitchFamily="18" charset="0"/>
                <a:cs typeface="Times New Roman" pitchFamily="18" charset="0"/>
              </a:rPr>
              <a:t>ggregation): vùng này có 16 bits được dùng bởi các tổ chức để tạo ra các kiến trúc địa chỉ bên trong của nó và để chỉ ra các mạng con.</a:t>
            </a:r>
          </a:p>
          <a:p>
            <a:pPr algn="just">
              <a:buFont typeface="Wingdings" pitchFamily="2" charset="2"/>
              <a:buChar char="Ø"/>
            </a:pPr>
            <a:r>
              <a:rPr lang="en-US" sz="2600" b="1" smtClean="0">
                <a:solidFill>
                  <a:srgbClr val="002060"/>
                </a:solidFill>
                <a:latin typeface="Times New Roman" pitchFamily="18" charset="0"/>
                <a:cs typeface="Times New Roman" pitchFamily="18" charset="0"/>
              </a:rPr>
              <a:t> </a:t>
            </a:r>
            <a:r>
              <a:rPr lang="en-US" sz="2600" b="1" smtClean="0">
                <a:solidFill>
                  <a:srgbClr val="FF0000"/>
                </a:solidFill>
                <a:latin typeface="Times New Roman" pitchFamily="18" charset="0"/>
                <a:cs typeface="Times New Roman" pitchFamily="18" charset="0"/>
              </a:rPr>
              <a:t>Interface ID</a:t>
            </a:r>
            <a:r>
              <a:rPr lang="en-US" sz="2600" b="1" smtClean="0">
                <a:solidFill>
                  <a:srgbClr val="002060"/>
                </a:solidFill>
                <a:latin typeface="Times New Roman" pitchFamily="18" charset="0"/>
                <a:cs typeface="Times New Roman" pitchFamily="18" charset="0"/>
              </a:rPr>
              <a:t> (64 bits): chỉ ra các cổng giao tiếp riêng lẽ trên một kết nối.</a:t>
            </a:r>
          </a:p>
        </p:txBody>
      </p:sp>
      <p:pic>
        <p:nvPicPr>
          <p:cNvPr id="2050" name="Picture 2"/>
          <p:cNvPicPr>
            <a:picLocks noChangeAspect="1" noChangeArrowheads="1"/>
          </p:cNvPicPr>
          <p:nvPr/>
        </p:nvPicPr>
        <p:blipFill>
          <a:blip r:embed="rId3"/>
          <a:srcRect/>
          <a:stretch>
            <a:fillRect/>
          </a:stretch>
        </p:blipFill>
        <p:spPr bwMode="auto">
          <a:xfrm>
            <a:off x="142844" y="5715016"/>
            <a:ext cx="8858312" cy="92868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28596" y="1714488"/>
            <a:ext cx="8286808" cy="769441"/>
          </a:xfrm>
          <a:prstGeom prst="rect">
            <a:avLst/>
          </a:prstGeom>
          <a:noFill/>
        </p:spPr>
        <p:txBody>
          <a:bodyPr wrap="square" rtlCol="0">
            <a:spAutoFit/>
          </a:bodyPr>
          <a:lstStyle/>
          <a:p>
            <a:r>
              <a:rPr lang="en-US" sz="4400" b="1" smtClean="0">
                <a:solidFill>
                  <a:srgbClr val="0070C0"/>
                </a:solidFill>
                <a:latin typeface="Times New Roman" pitchFamily="18" charset="0"/>
                <a:cs typeface="Times New Roman" pitchFamily="18" charset="0"/>
              </a:rPr>
              <a:t>Cấu trúc địa chỉ của IPv6</a:t>
            </a:r>
          </a:p>
        </p:txBody>
      </p:sp>
      <p:sp>
        <p:nvSpPr>
          <p:cNvPr id="3" name="TextBox 2"/>
          <p:cNvSpPr txBox="1"/>
          <p:nvPr/>
        </p:nvSpPr>
        <p:spPr>
          <a:xfrm>
            <a:off x="214282" y="2428868"/>
            <a:ext cx="8715436" cy="4247317"/>
          </a:xfrm>
          <a:prstGeom prst="rect">
            <a:avLst/>
          </a:prstGeom>
          <a:noFill/>
        </p:spPr>
        <p:txBody>
          <a:bodyPr wrap="square" rtlCol="0">
            <a:spAutoFit/>
          </a:bodyPr>
          <a:lstStyle/>
          <a:p>
            <a:pPr indent="530225" algn="just"/>
            <a:r>
              <a:rPr lang="en-US" sz="3600" b="1" smtClean="0">
                <a:solidFill>
                  <a:srgbClr val="0000FF"/>
                </a:solidFill>
                <a:latin typeface="Times New Roman" pitchFamily="18" charset="0"/>
                <a:cs typeface="Times New Roman" pitchFamily="18" charset="0"/>
              </a:rPr>
              <a:t>Local Unicast</a:t>
            </a:r>
            <a:endParaRPr lang="en-US" sz="3200" b="1" smtClean="0">
              <a:solidFill>
                <a:srgbClr val="002060"/>
              </a:solidFill>
              <a:latin typeface="Times New Roman" pitchFamily="18" charset="0"/>
              <a:cs typeface="Times New Roman" pitchFamily="18" charset="0"/>
            </a:endParaRPr>
          </a:p>
          <a:p>
            <a:pPr indent="354013" algn="just"/>
            <a:r>
              <a:rPr lang="en-US" sz="2600" b="1" smtClean="0">
                <a:solidFill>
                  <a:srgbClr val="002060"/>
                </a:solidFill>
                <a:latin typeface="Times New Roman" pitchFamily="18" charset="0"/>
                <a:cs typeface="Times New Roman" pitchFamily="18" charset="0"/>
              </a:rPr>
              <a:t>Đối với IPv6 có hai loại địa chỉ Unicast hỗ trợ các liên kết cục bộ trong cùng một mạng, đó là địa chỉ Site-local và địa chỉ Link-local.</a:t>
            </a:r>
          </a:p>
          <a:p>
            <a:pPr algn="just">
              <a:buFont typeface="Wingdings" pitchFamily="2" charset="2"/>
              <a:buChar char="Ø"/>
            </a:pPr>
            <a:r>
              <a:rPr lang="en-US" sz="2600" b="1" smtClean="0">
                <a:solidFill>
                  <a:srgbClr val="002060"/>
                </a:solidFill>
                <a:latin typeface="Times New Roman" pitchFamily="18" charset="0"/>
                <a:cs typeface="Times New Roman" pitchFamily="18" charset="0"/>
              </a:rPr>
              <a:t> Địa chỉ </a:t>
            </a:r>
            <a:r>
              <a:rPr lang="en-US" sz="2600" b="1" smtClean="0">
                <a:solidFill>
                  <a:srgbClr val="FF0000"/>
                </a:solidFill>
                <a:latin typeface="Times New Roman" pitchFamily="18" charset="0"/>
                <a:cs typeface="Times New Roman" pitchFamily="18" charset="0"/>
              </a:rPr>
              <a:t>Site-local Unicast</a:t>
            </a:r>
            <a:r>
              <a:rPr lang="en-US" sz="2600" b="1" smtClean="0">
                <a:solidFill>
                  <a:srgbClr val="002060"/>
                </a:solidFill>
                <a:latin typeface="Times New Roman" pitchFamily="18" charset="0"/>
                <a:cs typeface="Times New Roman" pitchFamily="18" charset="0"/>
              </a:rPr>
              <a:t>:</a:t>
            </a:r>
            <a:r>
              <a:rPr lang="en-US" sz="2600" b="1" smtClean="0">
                <a:solidFill>
                  <a:srgbClr val="FF0000"/>
                </a:solidFill>
                <a:latin typeface="Times New Roman" pitchFamily="18" charset="0"/>
                <a:cs typeface="Times New Roman" pitchFamily="18" charset="0"/>
              </a:rPr>
              <a:t> </a:t>
            </a:r>
            <a:r>
              <a:rPr lang="en-US" sz="2600" b="1" smtClean="0">
                <a:solidFill>
                  <a:srgbClr val="002060"/>
                </a:solidFill>
                <a:latin typeface="Times New Roman" pitchFamily="18" charset="0"/>
                <a:cs typeface="Times New Roman" pitchFamily="18" charset="0"/>
              </a:rPr>
              <a:t>dùng để liên kết các Node trong cùng một Site mà không xung đột với các địa chỉ Global. Các gói tin mang loại địa chỉ này trong IP Header, Router sẽ không chuyển ra mạng ngoài.</a:t>
            </a:r>
          </a:p>
          <a:p>
            <a:pPr algn="just">
              <a:buFont typeface="Wingdings" pitchFamily="2" charset="2"/>
              <a:buChar char="Ø"/>
            </a:pPr>
            <a:r>
              <a:rPr lang="en-US" sz="2600" b="1" smtClean="0">
                <a:solidFill>
                  <a:srgbClr val="002060"/>
                </a:solidFill>
                <a:latin typeface="Times New Roman" pitchFamily="18" charset="0"/>
                <a:cs typeface="Times New Roman" pitchFamily="18" charset="0"/>
              </a:rPr>
              <a:t> Địa chỉ </a:t>
            </a:r>
            <a:r>
              <a:rPr lang="en-US" sz="2600" b="1" smtClean="0">
                <a:solidFill>
                  <a:srgbClr val="FF0000"/>
                </a:solidFill>
                <a:latin typeface="Times New Roman" pitchFamily="18" charset="0"/>
                <a:cs typeface="Times New Roman" pitchFamily="18" charset="0"/>
              </a:rPr>
              <a:t>Link-local Unicast</a:t>
            </a:r>
            <a:r>
              <a:rPr lang="en-US" sz="2600" b="1" smtClean="0">
                <a:solidFill>
                  <a:srgbClr val="002060"/>
                </a:solidFill>
                <a:latin typeface="Times New Roman" pitchFamily="18" charset="0"/>
                <a:cs typeface="Times New Roman" pitchFamily="18" charset="0"/>
              </a:rPr>
              <a:t>: dùng để các Node là neighbor giao tiếp với nhau trên cùng một liên kết.</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28596" y="1714488"/>
            <a:ext cx="8286808" cy="769441"/>
          </a:xfrm>
          <a:prstGeom prst="rect">
            <a:avLst/>
          </a:prstGeom>
          <a:noFill/>
        </p:spPr>
        <p:txBody>
          <a:bodyPr wrap="square" rtlCol="0">
            <a:spAutoFit/>
          </a:bodyPr>
          <a:lstStyle/>
          <a:p>
            <a:r>
              <a:rPr lang="en-US" sz="4400" b="1" smtClean="0">
                <a:solidFill>
                  <a:srgbClr val="0070C0"/>
                </a:solidFill>
                <a:latin typeface="Times New Roman" pitchFamily="18" charset="0"/>
                <a:cs typeface="Times New Roman" pitchFamily="18" charset="0"/>
              </a:rPr>
              <a:t>Cấu trúc địa chỉ của IPv6</a:t>
            </a:r>
          </a:p>
        </p:txBody>
      </p:sp>
      <p:sp>
        <p:nvSpPr>
          <p:cNvPr id="3" name="TextBox 2"/>
          <p:cNvSpPr txBox="1"/>
          <p:nvPr/>
        </p:nvSpPr>
        <p:spPr>
          <a:xfrm>
            <a:off x="214282" y="2428868"/>
            <a:ext cx="8715436" cy="3786214"/>
          </a:xfrm>
          <a:prstGeom prst="rect">
            <a:avLst/>
          </a:prstGeom>
          <a:noFill/>
        </p:spPr>
        <p:txBody>
          <a:bodyPr wrap="square" rtlCol="0">
            <a:spAutoFit/>
          </a:bodyPr>
          <a:lstStyle/>
          <a:p>
            <a:pPr indent="530225" algn="just"/>
            <a:r>
              <a:rPr lang="en-US" sz="3200" b="1" smtClean="0">
                <a:solidFill>
                  <a:srgbClr val="0000FF"/>
                </a:solidFill>
                <a:latin typeface="Times New Roman" pitchFamily="18" charset="0"/>
                <a:cs typeface="Times New Roman" pitchFamily="18" charset="0"/>
              </a:rPr>
              <a:t>Site-local Unicast</a:t>
            </a:r>
          </a:p>
          <a:p>
            <a:pPr indent="354013" algn="just"/>
            <a:r>
              <a:rPr lang="en-US" sz="2300" b="1" smtClean="0">
                <a:solidFill>
                  <a:srgbClr val="002060"/>
                </a:solidFill>
                <a:latin typeface="Times New Roman" pitchFamily="18" charset="0"/>
                <a:cs typeface="Times New Roman" pitchFamily="18" charset="0"/>
              </a:rPr>
              <a:t>Địa chỉ Site-local Unicast bắt đầu bởi Prefix </a:t>
            </a:r>
            <a:r>
              <a:rPr lang="en-US" sz="2300" b="1" smtClean="0">
                <a:solidFill>
                  <a:srgbClr val="FF0000"/>
                </a:solidFill>
                <a:latin typeface="Times New Roman" pitchFamily="18" charset="0"/>
                <a:cs typeface="Times New Roman" pitchFamily="18" charset="0"/>
              </a:rPr>
              <a:t>FEC0::/48 </a:t>
            </a:r>
            <a:r>
              <a:rPr lang="en-US" sz="2300" b="1" smtClean="0">
                <a:solidFill>
                  <a:srgbClr val="002060"/>
                </a:solidFill>
                <a:latin typeface="Times New Roman" pitchFamily="18" charset="0"/>
                <a:cs typeface="Times New Roman" pitchFamily="18" charset="0"/>
              </a:rPr>
              <a:t>theo sau là </a:t>
            </a:r>
            <a:r>
              <a:rPr lang="en-US" sz="2300" b="1" smtClean="0">
                <a:solidFill>
                  <a:srgbClr val="FF0000"/>
                </a:solidFill>
                <a:latin typeface="Times New Roman" pitchFamily="18" charset="0"/>
                <a:cs typeface="Times New Roman" pitchFamily="18" charset="0"/>
              </a:rPr>
              <a:t>16 bit Subnet ID</a:t>
            </a:r>
            <a:r>
              <a:rPr lang="en-US" sz="2300" b="1" smtClean="0">
                <a:solidFill>
                  <a:srgbClr val="002060"/>
                </a:solidFill>
                <a:latin typeface="Times New Roman" pitchFamily="18" charset="0"/>
                <a:cs typeface="Times New Roman" pitchFamily="18" charset="0"/>
              </a:rPr>
              <a:t>, người dùng có thể dùng 16 bit này để phân cấp hệ thống mạng của mình. Cuối cùng là </a:t>
            </a:r>
            <a:r>
              <a:rPr lang="en-US" sz="2300" b="1" smtClean="0">
                <a:solidFill>
                  <a:srgbClr val="FF0000"/>
                </a:solidFill>
                <a:latin typeface="Times New Roman" pitchFamily="18" charset="0"/>
                <a:cs typeface="Times New Roman" pitchFamily="18" charset="0"/>
              </a:rPr>
              <a:t>64 bit Interface ID</a:t>
            </a:r>
            <a:r>
              <a:rPr lang="en-US" sz="2300" b="1" smtClean="0">
                <a:solidFill>
                  <a:srgbClr val="002060"/>
                </a:solidFill>
                <a:latin typeface="Times New Roman" pitchFamily="18" charset="0"/>
                <a:cs typeface="Times New Roman" pitchFamily="18" charset="0"/>
              </a:rPr>
              <a:t> dùng để phân biệt các Host trong một Subnet.</a:t>
            </a:r>
          </a:p>
          <a:p>
            <a:pPr indent="354013" algn="just"/>
            <a:r>
              <a:rPr lang="en-US" sz="2300" b="1" smtClean="0">
                <a:solidFill>
                  <a:srgbClr val="002060"/>
                </a:solidFill>
                <a:latin typeface="Times New Roman" pitchFamily="18" charset="0"/>
                <a:cs typeface="Times New Roman" pitchFamily="18" charset="0"/>
              </a:rPr>
              <a:t>Quy tắc định tuyến đối với dạng địa chỉ Site-local:</a:t>
            </a:r>
          </a:p>
          <a:p>
            <a:pPr algn="just">
              <a:buFont typeface="Wingdings" pitchFamily="2" charset="2"/>
              <a:buChar char="Ø"/>
            </a:pPr>
            <a:r>
              <a:rPr lang="en-US" sz="2300" b="1" smtClean="0">
                <a:solidFill>
                  <a:srgbClr val="002060"/>
                </a:solidFill>
                <a:latin typeface="Times New Roman" pitchFamily="18" charset="0"/>
                <a:cs typeface="Times New Roman" pitchFamily="18" charset="0"/>
              </a:rPr>
              <a:t> Router không thể chuyển các gói tin có địa chỉ nguồn hoặc đích là địa chỉ Site-local Unicast ra ngoài mạng đó.</a:t>
            </a:r>
          </a:p>
          <a:p>
            <a:pPr algn="just">
              <a:buFont typeface="Wingdings" pitchFamily="2" charset="2"/>
              <a:buChar char="Ø"/>
            </a:pPr>
            <a:r>
              <a:rPr lang="en-US" sz="2200" b="1" smtClean="0">
                <a:solidFill>
                  <a:srgbClr val="002060"/>
                </a:solidFill>
                <a:latin typeface="Times New Roman" pitchFamily="18" charset="0"/>
                <a:cs typeface="Times New Roman" pitchFamily="18" charset="0"/>
              </a:rPr>
              <a:t> Các địa chỉ Site-local không thể được định tuyến trên Internet. Chỉ dùng trao đổi dữ liệu giữa các Host trong Site đó.</a:t>
            </a:r>
          </a:p>
        </p:txBody>
      </p:sp>
      <p:pic>
        <p:nvPicPr>
          <p:cNvPr id="3074" name="Picture 2"/>
          <p:cNvPicPr>
            <a:picLocks noChangeAspect="1" noChangeArrowheads="1"/>
          </p:cNvPicPr>
          <p:nvPr/>
        </p:nvPicPr>
        <p:blipFill>
          <a:blip r:embed="rId3"/>
          <a:srcRect/>
          <a:stretch>
            <a:fillRect/>
          </a:stretch>
        </p:blipFill>
        <p:spPr bwMode="auto">
          <a:xfrm>
            <a:off x="285720" y="6143644"/>
            <a:ext cx="8643998" cy="57150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28596" y="1714488"/>
            <a:ext cx="8286808" cy="769441"/>
          </a:xfrm>
          <a:prstGeom prst="rect">
            <a:avLst/>
          </a:prstGeom>
          <a:noFill/>
        </p:spPr>
        <p:txBody>
          <a:bodyPr wrap="square" rtlCol="0">
            <a:spAutoFit/>
          </a:bodyPr>
          <a:lstStyle/>
          <a:p>
            <a:r>
              <a:rPr lang="en-US" sz="4400" b="1" smtClean="0">
                <a:solidFill>
                  <a:srgbClr val="0070C0"/>
                </a:solidFill>
                <a:latin typeface="Times New Roman" pitchFamily="18" charset="0"/>
                <a:cs typeface="Times New Roman" pitchFamily="18" charset="0"/>
              </a:rPr>
              <a:t>Cấu trúc địa chỉ của IPv6</a:t>
            </a:r>
          </a:p>
        </p:txBody>
      </p:sp>
      <p:sp>
        <p:nvSpPr>
          <p:cNvPr id="3" name="TextBox 2"/>
          <p:cNvSpPr txBox="1"/>
          <p:nvPr/>
        </p:nvSpPr>
        <p:spPr>
          <a:xfrm>
            <a:off x="214282" y="2428868"/>
            <a:ext cx="8715436" cy="3600986"/>
          </a:xfrm>
          <a:prstGeom prst="rect">
            <a:avLst/>
          </a:prstGeom>
          <a:noFill/>
        </p:spPr>
        <p:txBody>
          <a:bodyPr wrap="square" rtlCol="0">
            <a:spAutoFit/>
          </a:bodyPr>
          <a:lstStyle/>
          <a:p>
            <a:pPr indent="530225" algn="just"/>
            <a:r>
              <a:rPr lang="en-US" sz="3200" b="1" smtClean="0">
                <a:solidFill>
                  <a:srgbClr val="0000FF"/>
                </a:solidFill>
                <a:latin typeface="Times New Roman" pitchFamily="18" charset="0"/>
                <a:cs typeface="Times New Roman" pitchFamily="18" charset="0"/>
              </a:rPr>
              <a:t>Link-local Unicast</a:t>
            </a:r>
          </a:p>
          <a:p>
            <a:pPr indent="354013" algn="just"/>
            <a:r>
              <a:rPr lang="en-US" sz="2800" b="1" smtClean="0">
                <a:solidFill>
                  <a:srgbClr val="002060"/>
                </a:solidFill>
                <a:latin typeface="Times New Roman" pitchFamily="18" charset="0"/>
                <a:cs typeface="Times New Roman" pitchFamily="18" charset="0"/>
              </a:rPr>
              <a:t>Địa chỉ Link-local Unicast luôn bắt đầu bởi Prefix </a:t>
            </a:r>
            <a:r>
              <a:rPr lang="en-US" sz="2800" b="1" smtClean="0">
                <a:solidFill>
                  <a:srgbClr val="FF0000"/>
                </a:solidFill>
                <a:latin typeface="Times New Roman" pitchFamily="18" charset="0"/>
                <a:cs typeface="Times New Roman" pitchFamily="18" charset="0"/>
              </a:rPr>
              <a:t>FE80::/64</a:t>
            </a:r>
            <a:r>
              <a:rPr lang="en-US" sz="2800" b="1" smtClean="0">
                <a:solidFill>
                  <a:srgbClr val="002060"/>
                </a:solidFill>
                <a:latin typeface="Times New Roman" pitchFamily="18" charset="0"/>
                <a:cs typeface="Times New Roman" pitchFamily="18" charset="0"/>
              </a:rPr>
              <a:t>, kết thúc là </a:t>
            </a:r>
            <a:r>
              <a:rPr lang="en-US" sz="2800" b="1" smtClean="0">
                <a:solidFill>
                  <a:srgbClr val="FF0000"/>
                </a:solidFill>
                <a:latin typeface="Times New Roman" pitchFamily="18" charset="0"/>
                <a:cs typeface="Times New Roman" pitchFamily="18" charset="0"/>
              </a:rPr>
              <a:t>64 bit Interface ID </a:t>
            </a:r>
            <a:r>
              <a:rPr lang="en-US" sz="2800" b="1" smtClean="0">
                <a:solidFill>
                  <a:srgbClr val="002060"/>
                </a:solidFill>
                <a:latin typeface="Times New Roman" pitchFamily="18" charset="0"/>
                <a:cs typeface="Times New Roman" pitchFamily="18" charset="0"/>
              </a:rPr>
              <a:t>dùng để phân biệt các Host trong một Subnet (như đã mô tả ở phần trên). Những địa chỉ này chỉ được định nghĩa trong phạm vi kết nối Point-to-point. Quy tắc định tuyến đối với loại địa chỉ này cũng giống như đối với Site-local Unicast.</a:t>
            </a:r>
          </a:p>
        </p:txBody>
      </p:sp>
      <p:pic>
        <p:nvPicPr>
          <p:cNvPr id="2050" name="Picture 2"/>
          <p:cNvPicPr>
            <a:picLocks noChangeAspect="1" noChangeArrowheads="1"/>
          </p:cNvPicPr>
          <p:nvPr/>
        </p:nvPicPr>
        <p:blipFill>
          <a:blip r:embed="rId3"/>
          <a:srcRect/>
          <a:stretch>
            <a:fillRect/>
          </a:stretch>
        </p:blipFill>
        <p:spPr bwMode="auto">
          <a:xfrm>
            <a:off x="285720" y="6000768"/>
            <a:ext cx="8643998" cy="65722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28596" y="1714488"/>
            <a:ext cx="8286808" cy="769441"/>
          </a:xfrm>
          <a:prstGeom prst="rect">
            <a:avLst/>
          </a:prstGeom>
          <a:noFill/>
        </p:spPr>
        <p:txBody>
          <a:bodyPr wrap="square" rtlCol="0">
            <a:spAutoFit/>
          </a:bodyPr>
          <a:lstStyle/>
          <a:p>
            <a:r>
              <a:rPr lang="en-US" sz="4400" b="1" smtClean="0">
                <a:solidFill>
                  <a:srgbClr val="0070C0"/>
                </a:solidFill>
                <a:latin typeface="Times New Roman" pitchFamily="18" charset="0"/>
                <a:cs typeface="Times New Roman" pitchFamily="18" charset="0"/>
              </a:rPr>
              <a:t>Cấu trúc địa chỉ của IPv6</a:t>
            </a:r>
          </a:p>
        </p:txBody>
      </p:sp>
      <p:sp>
        <p:nvSpPr>
          <p:cNvPr id="3" name="TextBox 2"/>
          <p:cNvSpPr txBox="1"/>
          <p:nvPr/>
        </p:nvSpPr>
        <p:spPr>
          <a:xfrm>
            <a:off x="214282" y="2428868"/>
            <a:ext cx="8715436" cy="3662541"/>
          </a:xfrm>
          <a:prstGeom prst="rect">
            <a:avLst/>
          </a:prstGeom>
          <a:noFill/>
        </p:spPr>
        <p:txBody>
          <a:bodyPr wrap="square" rtlCol="0">
            <a:spAutoFit/>
          </a:bodyPr>
          <a:lstStyle/>
          <a:p>
            <a:pPr indent="530225" algn="just"/>
            <a:r>
              <a:rPr lang="en-US" sz="3200" b="1" smtClean="0">
                <a:solidFill>
                  <a:srgbClr val="0000FF"/>
                </a:solidFill>
                <a:latin typeface="Times New Roman" pitchFamily="18" charset="0"/>
                <a:cs typeface="Times New Roman" pitchFamily="18" charset="0"/>
              </a:rPr>
              <a:t>Anycast</a:t>
            </a:r>
            <a:endParaRPr lang="en-US" sz="2800" b="1" smtClean="0">
              <a:solidFill>
                <a:srgbClr val="0000FF"/>
              </a:solidFill>
              <a:latin typeface="Times New Roman" pitchFamily="18" charset="0"/>
              <a:cs typeface="Times New Roman" pitchFamily="18" charset="0"/>
            </a:endParaRPr>
          </a:p>
          <a:p>
            <a:pPr indent="354013" algn="just"/>
            <a:r>
              <a:rPr lang="en-US" sz="2500" b="1" smtClean="0">
                <a:solidFill>
                  <a:srgbClr val="002060"/>
                </a:solidFill>
                <a:latin typeface="Times New Roman" pitchFamily="18" charset="0"/>
                <a:cs typeface="Times New Roman" pitchFamily="18" charset="0"/>
              </a:rPr>
              <a:t>Trong IPv6, địa chỉ Anycast không có cấu trúc đặc biệt. Các địa chỉ Anycast chiếm một phần trong không gian địa chỉ Unicast. Do đó, </a:t>
            </a:r>
            <a:r>
              <a:rPr lang="en-US" sz="2500" b="1" smtClean="0">
                <a:solidFill>
                  <a:srgbClr val="FF0000"/>
                </a:solidFill>
                <a:latin typeface="Times New Roman" pitchFamily="18" charset="0"/>
                <a:cs typeface="Times New Roman" pitchFamily="18" charset="0"/>
              </a:rPr>
              <a:t>về mặt cấu trúc, địa chỉ Anycast không thể phân biệt với địa chỉ Unicast</a:t>
            </a:r>
            <a:r>
              <a:rPr lang="en-US" sz="2500" b="1" smtClean="0">
                <a:solidFill>
                  <a:srgbClr val="002060"/>
                </a:solidFill>
                <a:latin typeface="Times New Roman" pitchFamily="18" charset="0"/>
                <a:cs typeface="Times New Roman" pitchFamily="18" charset="0"/>
              </a:rPr>
              <a:t>. Khi những địa chỉ Unicast được gán nhiều hơn một Interface, nó trở thành địa chỉ Anycast. Trong cấu trúc của bất kỳ một địa chỉ Anycast nào cũng có một Prefix P dài nhất để xác định vùng mà địa chỉ Anycast đó gán cho các Interface.</a:t>
            </a:r>
          </a:p>
        </p:txBody>
      </p:sp>
      <p:pic>
        <p:nvPicPr>
          <p:cNvPr id="4098" name="Picture 2"/>
          <p:cNvPicPr>
            <a:picLocks noChangeAspect="1" noChangeArrowheads="1"/>
          </p:cNvPicPr>
          <p:nvPr/>
        </p:nvPicPr>
        <p:blipFill>
          <a:blip r:embed="rId3"/>
          <a:srcRect/>
          <a:stretch>
            <a:fillRect/>
          </a:stretch>
        </p:blipFill>
        <p:spPr bwMode="auto">
          <a:xfrm>
            <a:off x="214282" y="6000768"/>
            <a:ext cx="8715436" cy="704851"/>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28596" y="1714488"/>
            <a:ext cx="8286808" cy="769441"/>
          </a:xfrm>
          <a:prstGeom prst="rect">
            <a:avLst/>
          </a:prstGeom>
          <a:noFill/>
        </p:spPr>
        <p:txBody>
          <a:bodyPr wrap="square" rtlCol="0">
            <a:spAutoFit/>
          </a:bodyPr>
          <a:lstStyle/>
          <a:p>
            <a:r>
              <a:rPr lang="en-US" sz="4400" b="1" smtClean="0">
                <a:solidFill>
                  <a:srgbClr val="0070C0"/>
                </a:solidFill>
                <a:latin typeface="Times New Roman" pitchFamily="18" charset="0"/>
                <a:cs typeface="Times New Roman" pitchFamily="18" charset="0"/>
              </a:rPr>
              <a:t>Cấu trúc địa chỉ của IPv6</a:t>
            </a:r>
          </a:p>
        </p:txBody>
      </p:sp>
      <p:sp>
        <p:nvSpPr>
          <p:cNvPr id="3" name="TextBox 2"/>
          <p:cNvSpPr txBox="1"/>
          <p:nvPr/>
        </p:nvSpPr>
        <p:spPr>
          <a:xfrm>
            <a:off x="214282" y="2428868"/>
            <a:ext cx="8715436" cy="3539430"/>
          </a:xfrm>
          <a:prstGeom prst="rect">
            <a:avLst/>
          </a:prstGeom>
          <a:noFill/>
        </p:spPr>
        <p:txBody>
          <a:bodyPr wrap="square" rtlCol="0">
            <a:spAutoFit/>
          </a:bodyPr>
          <a:lstStyle/>
          <a:p>
            <a:pPr indent="530225" algn="just"/>
            <a:r>
              <a:rPr lang="en-US" sz="3200" b="1" smtClean="0">
                <a:solidFill>
                  <a:srgbClr val="0000FF"/>
                </a:solidFill>
                <a:latin typeface="Times New Roman" pitchFamily="18" charset="0"/>
                <a:cs typeface="Times New Roman" pitchFamily="18" charset="0"/>
              </a:rPr>
              <a:t>Anycast</a:t>
            </a:r>
          </a:p>
          <a:p>
            <a:pPr indent="354013" algn="just"/>
            <a:r>
              <a:rPr lang="en-US" sz="3200" b="1" smtClean="0">
                <a:solidFill>
                  <a:srgbClr val="002060"/>
                </a:solidFill>
                <a:latin typeface="Times New Roman" pitchFamily="18" charset="0"/>
                <a:cs typeface="Times New Roman" pitchFamily="18" charset="0"/>
              </a:rPr>
              <a:t>Sử dụng địa chỉ Anycast có một số hạn chế:</a:t>
            </a:r>
          </a:p>
          <a:p>
            <a:pPr indent="354013" algn="just">
              <a:buFont typeface="Wingdings" pitchFamily="2" charset="2"/>
              <a:buChar char="Ø"/>
            </a:pPr>
            <a:r>
              <a:rPr lang="en-US" sz="3200" b="1" smtClean="0">
                <a:solidFill>
                  <a:srgbClr val="002060"/>
                </a:solidFill>
                <a:latin typeface="Times New Roman" pitchFamily="18" charset="0"/>
                <a:cs typeface="Times New Roman" pitchFamily="18" charset="0"/>
              </a:rPr>
              <a:t> Địa chỉ IPv6 Anycast không được sử dụng làm địa chỉ nguồn của các gói tin IPv6.</a:t>
            </a:r>
          </a:p>
          <a:p>
            <a:pPr indent="354013" algn="just">
              <a:buFont typeface="Wingdings" pitchFamily="2" charset="2"/>
              <a:buChar char="Ø"/>
            </a:pPr>
            <a:r>
              <a:rPr lang="en-US" sz="3200" b="1" smtClean="0">
                <a:solidFill>
                  <a:srgbClr val="002060"/>
                </a:solidFill>
                <a:latin typeface="Times New Roman" pitchFamily="18" charset="0"/>
                <a:cs typeface="Times New Roman" pitchFamily="18" charset="0"/>
              </a:rPr>
              <a:t> Một địa chỉ Anycast không được phép gán cho một Host IPv6, do vậy nó chỉ được gán cho Router IPv6.</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28596" y="1714488"/>
            <a:ext cx="8286808" cy="769441"/>
          </a:xfrm>
          <a:prstGeom prst="rect">
            <a:avLst/>
          </a:prstGeom>
          <a:noFill/>
        </p:spPr>
        <p:txBody>
          <a:bodyPr wrap="square" rtlCol="0">
            <a:spAutoFit/>
          </a:bodyPr>
          <a:lstStyle/>
          <a:p>
            <a:r>
              <a:rPr lang="en-US" sz="4400" b="1" smtClean="0">
                <a:solidFill>
                  <a:srgbClr val="0070C0"/>
                </a:solidFill>
                <a:latin typeface="Times New Roman" pitchFamily="18" charset="0"/>
                <a:cs typeface="Times New Roman" pitchFamily="18" charset="0"/>
              </a:rPr>
              <a:t>Cấu trúc địa chỉ của IPv6</a:t>
            </a:r>
          </a:p>
        </p:txBody>
      </p:sp>
      <p:sp>
        <p:nvSpPr>
          <p:cNvPr id="3" name="TextBox 2"/>
          <p:cNvSpPr txBox="1"/>
          <p:nvPr/>
        </p:nvSpPr>
        <p:spPr>
          <a:xfrm>
            <a:off x="214282" y="2428868"/>
            <a:ext cx="8715436" cy="3785652"/>
          </a:xfrm>
          <a:prstGeom prst="rect">
            <a:avLst/>
          </a:prstGeom>
          <a:noFill/>
        </p:spPr>
        <p:txBody>
          <a:bodyPr wrap="square" rtlCol="0">
            <a:spAutoFit/>
          </a:bodyPr>
          <a:lstStyle/>
          <a:p>
            <a:pPr indent="530225" algn="just"/>
            <a:r>
              <a:rPr lang="en-US" sz="3200" b="1" smtClean="0">
                <a:solidFill>
                  <a:srgbClr val="0000FF"/>
                </a:solidFill>
                <a:latin typeface="Times New Roman" pitchFamily="18" charset="0"/>
                <a:cs typeface="Times New Roman" pitchFamily="18" charset="0"/>
              </a:rPr>
              <a:t>Multicast</a:t>
            </a:r>
          </a:p>
          <a:p>
            <a:pPr indent="354013" algn="just"/>
            <a:r>
              <a:rPr lang="en-US" sz="2500" b="1" smtClean="0">
                <a:solidFill>
                  <a:srgbClr val="002060"/>
                </a:solidFill>
                <a:latin typeface="Times New Roman" pitchFamily="18" charset="0"/>
                <a:cs typeface="Times New Roman" pitchFamily="18" charset="0"/>
              </a:rPr>
              <a:t>Địa chỉ Multicast bắt đầu bởi Prefix 8 bit “</a:t>
            </a:r>
            <a:r>
              <a:rPr lang="en-US" sz="2500" b="1" smtClean="0">
                <a:solidFill>
                  <a:srgbClr val="FF0000"/>
                </a:solidFill>
                <a:latin typeface="Times New Roman" pitchFamily="18" charset="0"/>
                <a:cs typeface="Times New Roman" pitchFamily="18" charset="0"/>
              </a:rPr>
              <a:t>1111 1111</a:t>
            </a:r>
            <a:r>
              <a:rPr lang="en-US" sz="2500" b="1" smtClean="0">
                <a:solidFill>
                  <a:srgbClr val="002060"/>
                </a:solidFill>
                <a:latin typeface="Times New Roman" pitchFamily="18" charset="0"/>
                <a:cs typeface="Times New Roman" pitchFamily="18" charset="0"/>
              </a:rPr>
              <a:t>”. Cấu trúc: </a:t>
            </a:r>
            <a:r>
              <a:rPr lang="en-US" sz="2500" b="1" smtClean="0">
                <a:solidFill>
                  <a:srgbClr val="FF0000"/>
                </a:solidFill>
                <a:latin typeface="Times New Roman" pitchFamily="18" charset="0"/>
                <a:cs typeface="Times New Roman" pitchFamily="18" charset="0"/>
              </a:rPr>
              <a:t>11111111 </a:t>
            </a:r>
            <a:r>
              <a:rPr lang="en-US" sz="2500" b="1" smtClean="0">
                <a:solidFill>
                  <a:srgbClr val="0000FF"/>
                </a:solidFill>
                <a:latin typeface="Times New Roman" pitchFamily="18" charset="0"/>
                <a:cs typeface="Times New Roman" pitchFamily="18" charset="0"/>
              </a:rPr>
              <a:t>(8) </a:t>
            </a:r>
            <a:r>
              <a:rPr lang="en-US" sz="2500" b="1" smtClean="0">
                <a:solidFill>
                  <a:srgbClr val="FF0000"/>
                </a:solidFill>
                <a:latin typeface="Times New Roman" pitchFamily="18" charset="0"/>
                <a:cs typeface="Times New Roman" pitchFamily="18" charset="0"/>
              </a:rPr>
              <a:t>flag </a:t>
            </a:r>
            <a:r>
              <a:rPr lang="en-US" sz="2500" b="1" smtClean="0">
                <a:solidFill>
                  <a:srgbClr val="0000FF"/>
                </a:solidFill>
                <a:latin typeface="Times New Roman" pitchFamily="18" charset="0"/>
                <a:cs typeface="Times New Roman" pitchFamily="18" charset="0"/>
              </a:rPr>
              <a:t>(4) </a:t>
            </a:r>
            <a:r>
              <a:rPr lang="en-US" sz="2500" b="1" smtClean="0">
                <a:solidFill>
                  <a:srgbClr val="FF0000"/>
                </a:solidFill>
                <a:latin typeface="Times New Roman" pitchFamily="18" charset="0"/>
                <a:cs typeface="Times New Roman" pitchFamily="18" charset="0"/>
              </a:rPr>
              <a:t>scope </a:t>
            </a:r>
            <a:r>
              <a:rPr lang="en-US" sz="2500" b="1" smtClean="0">
                <a:solidFill>
                  <a:srgbClr val="0000FF"/>
                </a:solidFill>
                <a:latin typeface="Times New Roman" pitchFamily="18" charset="0"/>
                <a:cs typeface="Times New Roman" pitchFamily="18" charset="0"/>
              </a:rPr>
              <a:t>(4) </a:t>
            </a:r>
            <a:r>
              <a:rPr lang="en-US" sz="2500" b="1" smtClean="0">
                <a:solidFill>
                  <a:srgbClr val="FF0000"/>
                </a:solidFill>
                <a:latin typeface="Times New Roman" pitchFamily="18" charset="0"/>
                <a:cs typeface="Times New Roman" pitchFamily="18" charset="0"/>
              </a:rPr>
              <a:t>groupID </a:t>
            </a:r>
            <a:r>
              <a:rPr lang="en-US" sz="2500" b="1" smtClean="0">
                <a:solidFill>
                  <a:srgbClr val="0000FF"/>
                </a:solidFill>
                <a:latin typeface="Times New Roman" pitchFamily="18" charset="0"/>
                <a:cs typeface="Times New Roman" pitchFamily="18" charset="0"/>
              </a:rPr>
              <a:t>(112)</a:t>
            </a:r>
            <a:r>
              <a:rPr lang="en-US" sz="2500" b="1" smtClean="0">
                <a:solidFill>
                  <a:srgbClr val="002060"/>
                </a:solidFill>
                <a:latin typeface="Times New Roman" pitchFamily="18" charset="0"/>
                <a:cs typeface="Times New Roman" pitchFamily="18" charset="0"/>
              </a:rPr>
              <a:t>.</a:t>
            </a:r>
          </a:p>
          <a:p>
            <a:pPr indent="354013" algn="just">
              <a:buFont typeface="Wingdings" pitchFamily="2" charset="2"/>
              <a:buChar char="Ø"/>
            </a:pPr>
            <a:r>
              <a:rPr lang="en-US" sz="2500" b="1" smtClean="0">
                <a:solidFill>
                  <a:srgbClr val="002060"/>
                </a:solidFill>
                <a:latin typeface="Times New Roman" pitchFamily="18" charset="0"/>
                <a:cs typeface="Times New Roman" pitchFamily="18" charset="0"/>
              </a:rPr>
              <a:t> </a:t>
            </a:r>
            <a:r>
              <a:rPr lang="en-US" sz="2500" b="1" smtClean="0">
                <a:solidFill>
                  <a:srgbClr val="FF0000"/>
                </a:solidFill>
                <a:latin typeface="Times New Roman" pitchFamily="18" charset="0"/>
                <a:cs typeface="Times New Roman" pitchFamily="18" charset="0"/>
              </a:rPr>
              <a:t>Flag</a:t>
            </a:r>
            <a:r>
              <a:rPr lang="en-US" sz="2500" b="1" smtClean="0">
                <a:solidFill>
                  <a:srgbClr val="002060"/>
                </a:solidFill>
                <a:latin typeface="Times New Roman" pitchFamily="18" charset="0"/>
                <a:cs typeface="Times New Roman" pitchFamily="18" charset="0"/>
              </a:rPr>
              <a:t>: là trường 4 bits, trong đó chỉ sử dụng bit thứ tư (ba bit đầu không sử dụng) để xác định xem đây là địa chỉ thường được sử dụng (permanent) hay không.</a:t>
            </a:r>
          </a:p>
          <a:p>
            <a:pPr indent="354013" algn="just">
              <a:buFont typeface="Wingdings" pitchFamily="2" charset="2"/>
              <a:buChar char="Ø"/>
            </a:pPr>
            <a:r>
              <a:rPr lang="en-US" sz="2500" b="1" smtClean="0">
                <a:solidFill>
                  <a:srgbClr val="002060"/>
                </a:solidFill>
                <a:latin typeface="Times New Roman" pitchFamily="18" charset="0"/>
                <a:cs typeface="Times New Roman" pitchFamily="18" charset="0"/>
              </a:rPr>
              <a:t> </a:t>
            </a:r>
            <a:r>
              <a:rPr lang="en-US" sz="2500" b="1" smtClean="0">
                <a:solidFill>
                  <a:srgbClr val="FF0000"/>
                </a:solidFill>
                <a:latin typeface="Times New Roman" pitchFamily="18" charset="0"/>
                <a:cs typeface="Times New Roman" pitchFamily="18" charset="0"/>
              </a:rPr>
              <a:t>Scope</a:t>
            </a:r>
            <a:r>
              <a:rPr lang="en-US" sz="2500" b="1" smtClean="0">
                <a:solidFill>
                  <a:srgbClr val="002060"/>
                </a:solidFill>
                <a:latin typeface="Times New Roman" pitchFamily="18" charset="0"/>
                <a:cs typeface="Times New Roman" pitchFamily="18" charset="0"/>
              </a:rPr>
              <a:t>: là trường 4 bits, được sử dụng để xác định phạm vi của group.</a:t>
            </a:r>
          </a:p>
          <a:p>
            <a:pPr indent="354013" algn="just">
              <a:buFont typeface="Wingdings" pitchFamily="2" charset="2"/>
              <a:buChar char="Ø"/>
            </a:pPr>
            <a:r>
              <a:rPr lang="en-US" sz="2500" b="1" smtClean="0">
                <a:solidFill>
                  <a:srgbClr val="002060"/>
                </a:solidFill>
                <a:latin typeface="Times New Roman" pitchFamily="18" charset="0"/>
                <a:cs typeface="Times New Roman" pitchFamily="18" charset="0"/>
              </a:rPr>
              <a:t> </a:t>
            </a:r>
            <a:r>
              <a:rPr lang="en-US" sz="2500" b="1" smtClean="0">
                <a:solidFill>
                  <a:srgbClr val="FF0000"/>
                </a:solidFill>
                <a:latin typeface="Times New Roman" pitchFamily="18" charset="0"/>
                <a:cs typeface="Times New Roman" pitchFamily="18" charset="0"/>
              </a:rPr>
              <a:t>GroupID</a:t>
            </a:r>
            <a:r>
              <a:rPr lang="en-US" sz="2500" b="1" smtClean="0">
                <a:solidFill>
                  <a:srgbClr val="002060"/>
                </a:solidFill>
                <a:latin typeface="Times New Roman" pitchFamily="18" charset="0"/>
                <a:cs typeface="Times New Roman" pitchFamily="18" charset="0"/>
              </a:rPr>
              <a:t>: là trường 112 bits, xác định ID của group.</a:t>
            </a:r>
          </a:p>
        </p:txBody>
      </p:sp>
      <p:pic>
        <p:nvPicPr>
          <p:cNvPr id="5122" name="Picture 2"/>
          <p:cNvPicPr>
            <a:picLocks noChangeAspect="1" noChangeArrowheads="1"/>
          </p:cNvPicPr>
          <p:nvPr/>
        </p:nvPicPr>
        <p:blipFill>
          <a:blip r:embed="rId3"/>
          <a:srcRect/>
          <a:stretch>
            <a:fillRect/>
          </a:stretch>
        </p:blipFill>
        <p:spPr bwMode="auto">
          <a:xfrm>
            <a:off x="285720" y="6048397"/>
            <a:ext cx="8643998" cy="666751"/>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28596" y="1714488"/>
            <a:ext cx="8286808" cy="769441"/>
          </a:xfrm>
          <a:prstGeom prst="rect">
            <a:avLst/>
          </a:prstGeom>
          <a:noFill/>
        </p:spPr>
        <p:txBody>
          <a:bodyPr wrap="square" rtlCol="0">
            <a:spAutoFit/>
          </a:bodyPr>
          <a:lstStyle/>
          <a:p>
            <a:r>
              <a:rPr lang="en-US" sz="4400" b="1" smtClean="0">
                <a:solidFill>
                  <a:srgbClr val="0070C0"/>
                </a:solidFill>
                <a:latin typeface="Times New Roman" pitchFamily="18" charset="0"/>
                <a:cs typeface="Times New Roman" pitchFamily="18" charset="0"/>
              </a:rPr>
              <a:t>Cấu trúc gói tin của IPv6</a:t>
            </a:r>
          </a:p>
        </p:txBody>
      </p:sp>
      <p:pic>
        <p:nvPicPr>
          <p:cNvPr id="1026" name="Picture 2" descr="The structure of an IPv6 packet header."/>
          <p:cNvPicPr>
            <a:picLocks noChangeAspect="1" noChangeArrowheads="1"/>
          </p:cNvPicPr>
          <p:nvPr/>
        </p:nvPicPr>
        <p:blipFill>
          <a:blip r:embed="rId3"/>
          <a:srcRect/>
          <a:stretch>
            <a:fillRect/>
          </a:stretch>
        </p:blipFill>
        <p:spPr bwMode="auto">
          <a:xfrm>
            <a:off x="214314" y="2500306"/>
            <a:ext cx="8715404" cy="414340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28596" y="1714488"/>
            <a:ext cx="8286808" cy="769441"/>
          </a:xfrm>
          <a:prstGeom prst="rect">
            <a:avLst/>
          </a:prstGeom>
          <a:noFill/>
        </p:spPr>
        <p:txBody>
          <a:bodyPr wrap="square" rtlCol="0">
            <a:spAutoFit/>
          </a:bodyPr>
          <a:lstStyle/>
          <a:p>
            <a:r>
              <a:rPr lang="en-US" sz="4400" b="1" smtClean="0">
                <a:solidFill>
                  <a:srgbClr val="0070C0"/>
                </a:solidFill>
                <a:latin typeface="Times New Roman" pitchFamily="18" charset="0"/>
                <a:cs typeface="Times New Roman" pitchFamily="18" charset="0"/>
              </a:rPr>
              <a:t>Cấu trúc gói tin của IPv6</a:t>
            </a:r>
          </a:p>
        </p:txBody>
      </p:sp>
      <p:sp>
        <p:nvSpPr>
          <p:cNvPr id="3" name="TextBox 2"/>
          <p:cNvSpPr txBox="1"/>
          <p:nvPr/>
        </p:nvSpPr>
        <p:spPr>
          <a:xfrm>
            <a:off x="214282" y="2428868"/>
            <a:ext cx="8786874" cy="4154984"/>
          </a:xfrm>
          <a:prstGeom prst="rect">
            <a:avLst/>
          </a:prstGeom>
          <a:noFill/>
        </p:spPr>
        <p:txBody>
          <a:bodyPr wrap="square" rtlCol="0">
            <a:spAutoFit/>
          </a:bodyPr>
          <a:lstStyle/>
          <a:p>
            <a:pPr algn="just">
              <a:buFont typeface="Wingdings" pitchFamily="2" charset="2"/>
              <a:buChar char="Ø"/>
            </a:pPr>
            <a:r>
              <a:rPr lang="en-US" sz="2400" b="1" smtClean="0">
                <a:solidFill>
                  <a:srgbClr val="002060"/>
                </a:solidFill>
                <a:latin typeface="Times New Roman" pitchFamily="18" charset="0"/>
                <a:cs typeface="Times New Roman" pitchFamily="18" charset="0"/>
              </a:rPr>
              <a:t> </a:t>
            </a:r>
            <a:r>
              <a:rPr lang="en-US" sz="2400" b="1" smtClean="0">
                <a:solidFill>
                  <a:srgbClr val="FF0000"/>
                </a:solidFill>
                <a:latin typeface="Times New Roman" pitchFamily="18" charset="0"/>
                <a:cs typeface="Times New Roman" pitchFamily="18" charset="0"/>
              </a:rPr>
              <a:t>Version</a:t>
            </a:r>
            <a:r>
              <a:rPr lang="en-US" sz="2400" b="1" smtClean="0">
                <a:solidFill>
                  <a:srgbClr val="002060"/>
                </a:solidFill>
                <a:latin typeface="Times New Roman" pitchFamily="18" charset="0"/>
                <a:cs typeface="Times New Roman" pitchFamily="18" charset="0"/>
              </a:rPr>
              <a:t>: 4 bits giúp xác định phiên bản giao thức (có giá trị 6).</a:t>
            </a:r>
          </a:p>
          <a:p>
            <a:pPr algn="just">
              <a:buFont typeface="Wingdings" pitchFamily="2" charset="2"/>
              <a:buChar char="Ø"/>
            </a:pPr>
            <a:r>
              <a:rPr lang="en-US" sz="2400" b="1" smtClean="0">
                <a:solidFill>
                  <a:srgbClr val="002060"/>
                </a:solidFill>
                <a:latin typeface="Times New Roman" pitchFamily="18" charset="0"/>
                <a:cs typeface="Times New Roman" pitchFamily="18" charset="0"/>
              </a:rPr>
              <a:t> </a:t>
            </a:r>
            <a:r>
              <a:rPr lang="en-US" sz="2400" b="1" smtClean="0">
                <a:solidFill>
                  <a:srgbClr val="FF0000"/>
                </a:solidFill>
                <a:latin typeface="Times New Roman" pitchFamily="18" charset="0"/>
                <a:cs typeface="Times New Roman" pitchFamily="18" charset="0"/>
              </a:rPr>
              <a:t>Class</a:t>
            </a:r>
            <a:r>
              <a:rPr lang="en-US" sz="2400" b="1" smtClean="0">
                <a:solidFill>
                  <a:srgbClr val="002060"/>
                </a:solidFill>
                <a:latin typeface="Times New Roman" pitchFamily="18" charset="0"/>
                <a:cs typeface="Times New Roman" pitchFamily="18" charset="0"/>
              </a:rPr>
              <a:t>: 8 bits giúp xác định loại lưu lượng.</a:t>
            </a:r>
          </a:p>
          <a:p>
            <a:pPr algn="just">
              <a:buFont typeface="Wingdings" pitchFamily="2" charset="2"/>
              <a:buChar char="Ø"/>
            </a:pPr>
            <a:r>
              <a:rPr lang="en-US" sz="2400" b="1" smtClean="0">
                <a:solidFill>
                  <a:srgbClr val="002060"/>
                </a:solidFill>
                <a:latin typeface="Times New Roman" pitchFamily="18" charset="0"/>
                <a:cs typeface="Times New Roman" pitchFamily="18" charset="0"/>
              </a:rPr>
              <a:t> </a:t>
            </a:r>
            <a:r>
              <a:rPr lang="en-US" sz="2400" b="1" smtClean="0">
                <a:solidFill>
                  <a:srgbClr val="FF0000"/>
                </a:solidFill>
                <a:latin typeface="Times New Roman" pitchFamily="18" charset="0"/>
                <a:cs typeface="Times New Roman" pitchFamily="18" charset="0"/>
              </a:rPr>
              <a:t>Flow Label</a:t>
            </a:r>
            <a:r>
              <a:rPr lang="en-US" sz="2400" b="1" smtClean="0">
                <a:solidFill>
                  <a:srgbClr val="002060"/>
                </a:solidFill>
                <a:latin typeface="Times New Roman" pitchFamily="18" charset="0"/>
                <a:cs typeface="Times New Roman" pitchFamily="18" charset="0"/>
              </a:rPr>
              <a:t>: 20 bits giá mỗi luồng dữ liệu.</a:t>
            </a:r>
          </a:p>
          <a:p>
            <a:pPr algn="just">
              <a:buFont typeface="Wingdings" pitchFamily="2" charset="2"/>
              <a:buChar char="Ø"/>
            </a:pPr>
            <a:r>
              <a:rPr lang="en-US" sz="2400" b="1" smtClean="0">
                <a:solidFill>
                  <a:srgbClr val="002060"/>
                </a:solidFill>
                <a:latin typeface="Times New Roman" pitchFamily="18" charset="0"/>
                <a:cs typeface="Times New Roman" pitchFamily="18" charset="0"/>
              </a:rPr>
              <a:t> </a:t>
            </a:r>
            <a:r>
              <a:rPr lang="en-US" sz="2400" b="1" smtClean="0">
                <a:solidFill>
                  <a:srgbClr val="FF0000"/>
                </a:solidFill>
                <a:latin typeface="Times New Roman" pitchFamily="18" charset="0"/>
                <a:cs typeface="Times New Roman" pitchFamily="18" charset="0"/>
              </a:rPr>
              <a:t>Payload Length</a:t>
            </a:r>
            <a:r>
              <a:rPr lang="en-US" sz="2400" b="1" smtClean="0">
                <a:solidFill>
                  <a:srgbClr val="002060"/>
                </a:solidFill>
                <a:latin typeface="Times New Roman" pitchFamily="18" charset="0"/>
                <a:cs typeface="Times New Roman" pitchFamily="18" charset="0"/>
              </a:rPr>
              <a:t>: 16 bits unsigned integer, giúp xác định kích thước phần tải theo sau IPv6 Header.</a:t>
            </a:r>
          </a:p>
          <a:p>
            <a:pPr algn="just">
              <a:buFont typeface="Wingdings" pitchFamily="2" charset="2"/>
              <a:buChar char="Ø"/>
            </a:pPr>
            <a:r>
              <a:rPr lang="en-US" sz="2400" b="1" smtClean="0">
                <a:solidFill>
                  <a:srgbClr val="002060"/>
                </a:solidFill>
                <a:latin typeface="Times New Roman" pitchFamily="18" charset="0"/>
                <a:cs typeface="Times New Roman" pitchFamily="18" charset="0"/>
              </a:rPr>
              <a:t> </a:t>
            </a:r>
            <a:r>
              <a:rPr lang="en-US" sz="2400" b="1" smtClean="0">
                <a:solidFill>
                  <a:srgbClr val="FF0000"/>
                </a:solidFill>
                <a:latin typeface="Times New Roman" pitchFamily="18" charset="0"/>
                <a:cs typeface="Times New Roman" pitchFamily="18" charset="0"/>
              </a:rPr>
              <a:t>Next Header</a:t>
            </a:r>
            <a:r>
              <a:rPr lang="en-US" sz="2400" b="1" smtClean="0">
                <a:solidFill>
                  <a:srgbClr val="002060"/>
                </a:solidFill>
                <a:latin typeface="Times New Roman" pitchFamily="18" charset="0"/>
                <a:cs typeface="Times New Roman" pitchFamily="18" charset="0"/>
              </a:rPr>
              <a:t>: 8 bits xác định Header tiếp theo trong gói tin.</a:t>
            </a:r>
          </a:p>
          <a:p>
            <a:pPr algn="just">
              <a:buFont typeface="Wingdings" pitchFamily="2" charset="2"/>
              <a:buChar char="Ø"/>
            </a:pPr>
            <a:r>
              <a:rPr lang="en-US" sz="2400" b="1" smtClean="0">
                <a:solidFill>
                  <a:srgbClr val="002060"/>
                </a:solidFill>
                <a:latin typeface="Times New Roman" pitchFamily="18" charset="0"/>
                <a:cs typeface="Times New Roman" pitchFamily="18" charset="0"/>
              </a:rPr>
              <a:t> </a:t>
            </a:r>
            <a:r>
              <a:rPr lang="en-US" sz="2400" b="1" smtClean="0">
                <a:solidFill>
                  <a:srgbClr val="FF0000"/>
                </a:solidFill>
                <a:latin typeface="Times New Roman" pitchFamily="18" charset="0"/>
                <a:cs typeface="Times New Roman" pitchFamily="18" charset="0"/>
              </a:rPr>
              <a:t>Hop Limit</a:t>
            </a:r>
            <a:r>
              <a:rPr lang="en-US" sz="2400" b="1" smtClean="0">
                <a:solidFill>
                  <a:srgbClr val="002060"/>
                </a:solidFill>
                <a:latin typeface="Times New Roman" pitchFamily="18" charset="0"/>
                <a:cs typeface="Times New Roman" pitchFamily="18" charset="0"/>
              </a:rPr>
              <a:t>: 8 bits unsigned integer. Qua mỗi Node, giá trị này giảm 1 đơn vị (giảm đến 0 thì gói bị loại bỏ).</a:t>
            </a:r>
          </a:p>
          <a:p>
            <a:pPr algn="just">
              <a:buFont typeface="Wingdings" pitchFamily="2" charset="2"/>
              <a:buChar char="Ø"/>
            </a:pPr>
            <a:r>
              <a:rPr lang="en-US" sz="2400" b="1" smtClean="0">
                <a:solidFill>
                  <a:srgbClr val="002060"/>
                </a:solidFill>
                <a:latin typeface="Times New Roman" pitchFamily="18" charset="0"/>
                <a:cs typeface="Times New Roman" pitchFamily="18" charset="0"/>
              </a:rPr>
              <a:t> </a:t>
            </a:r>
            <a:r>
              <a:rPr lang="en-US" sz="2400" b="1" smtClean="0">
                <a:solidFill>
                  <a:srgbClr val="FF0000"/>
                </a:solidFill>
                <a:latin typeface="Times New Roman" pitchFamily="18" charset="0"/>
                <a:cs typeface="Times New Roman" pitchFamily="18" charset="0"/>
              </a:rPr>
              <a:t>Source Address</a:t>
            </a:r>
            <a:r>
              <a:rPr lang="en-US" sz="2400" b="1" smtClean="0">
                <a:solidFill>
                  <a:srgbClr val="002060"/>
                </a:solidFill>
                <a:latin typeface="Times New Roman" pitchFamily="18" charset="0"/>
                <a:cs typeface="Times New Roman" pitchFamily="18" charset="0"/>
              </a:rPr>
              <a:t>: 128 bits mang địa chỉ IPv6 nguồn của gói tin.</a:t>
            </a:r>
          </a:p>
          <a:p>
            <a:pPr algn="just">
              <a:buFont typeface="Wingdings" pitchFamily="2" charset="2"/>
              <a:buChar char="Ø"/>
            </a:pPr>
            <a:r>
              <a:rPr lang="en-US" sz="2400" b="1" smtClean="0">
                <a:solidFill>
                  <a:srgbClr val="002060"/>
                </a:solidFill>
                <a:latin typeface="Times New Roman" pitchFamily="18" charset="0"/>
                <a:cs typeface="Times New Roman" pitchFamily="18" charset="0"/>
              </a:rPr>
              <a:t> </a:t>
            </a:r>
            <a:r>
              <a:rPr lang="en-US" sz="2400" b="1" smtClean="0">
                <a:solidFill>
                  <a:srgbClr val="FF0000"/>
                </a:solidFill>
                <a:latin typeface="Times New Roman" pitchFamily="18" charset="0"/>
                <a:cs typeface="Times New Roman" pitchFamily="18" charset="0"/>
              </a:rPr>
              <a:t>Destination Address</a:t>
            </a:r>
            <a:r>
              <a:rPr lang="en-US" sz="2400" b="1" smtClean="0">
                <a:solidFill>
                  <a:srgbClr val="002060"/>
                </a:solidFill>
                <a:latin typeface="Times New Roman" pitchFamily="18" charset="0"/>
                <a:cs typeface="Times New Roman" pitchFamily="18" charset="0"/>
              </a:rPr>
              <a:t>: 128 bits mang địa chỉ IPv6 đích của gói tin.</a:t>
            </a:r>
            <a:endParaRPr lang="en-US" sz="2400" b="1">
              <a:solidFill>
                <a:srgbClr val="002060"/>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ncode_imageresizer_container_4" descr="%3cmage018">
            <a:hlinkClick r:id="rId3"/>
          </p:cNvPr>
          <p:cNvPicPr>
            <a:picLocks noChangeAspect="1" noChangeArrowheads="1"/>
          </p:cNvPicPr>
          <p:nvPr/>
        </p:nvPicPr>
        <p:blipFill>
          <a:blip r:embed="rId4"/>
          <a:srcRect/>
          <a:stretch>
            <a:fillRect/>
          </a:stretch>
        </p:blipFill>
        <p:spPr bwMode="auto">
          <a:xfrm>
            <a:off x="214282" y="1500174"/>
            <a:ext cx="8715436" cy="514353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Pv6 Ready.png"/>
          <p:cNvPicPr>
            <a:picLocks noChangeAspect="1"/>
          </p:cNvPicPr>
          <p:nvPr/>
        </p:nvPicPr>
        <p:blipFill>
          <a:blip r:embed="rId3"/>
          <a:stretch>
            <a:fillRect/>
          </a:stretch>
        </p:blipFill>
        <p:spPr>
          <a:xfrm>
            <a:off x="357158" y="1714488"/>
            <a:ext cx="8487683" cy="4786346"/>
          </a:xfrm>
          <a:prstGeom prst="rect">
            <a:avLst/>
          </a:prstGeom>
        </p:spPr>
      </p:pic>
    </p:spTree>
  </p:cSld>
  <p:clrMapOvr>
    <a:masterClrMapping/>
  </p:clrMapOvr>
  <p:transition advTm="5000"/>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1132</TotalTime>
  <Words>2354</Words>
  <Application>Microsoft Office PowerPoint</Application>
  <PresentationFormat>On-screen Show (4:3)</PresentationFormat>
  <Paragraphs>170</Paragraphs>
  <Slides>30</Slides>
  <Notes>30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30</vt:i4>
      </vt:variant>
    </vt:vector>
  </HeadingPairs>
  <TitlesOfParts>
    <vt:vector size="37" baseType="lpstr">
      <vt:lpstr>Calibri</vt:lpstr>
      <vt:lpstr>Franklin Gothic Book</vt:lpstr>
      <vt:lpstr>Perpetua</vt:lpstr>
      <vt:lpstr>Times New Roman</vt:lpstr>
      <vt:lpstr>Wingdings</vt:lpstr>
      <vt:lpstr>Wingdings 2</vt:lpstr>
      <vt:lpstr>Equity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Hoang Anh Corporation</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Tim hieu IPv6</dc:title>
  <dc:subject>0934889151</dc:subject>
  <dc:creator>Nguyen Hoang Anh</dc:creator>
  <cp:lastModifiedBy>Admin</cp:lastModifiedBy>
  <cp:revision>95</cp:revision>
  <dcterms:created xsi:type="dcterms:W3CDTF">2009-11-24T09:51:21Z</dcterms:created>
  <dcterms:modified xsi:type="dcterms:W3CDTF">2023-03-31T07:15:37Z</dcterms:modified>
</cp:coreProperties>
</file>