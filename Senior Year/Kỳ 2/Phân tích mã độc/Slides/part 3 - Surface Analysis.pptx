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61" r:id="rId3"/>
    <p:sldId id="257" r:id="rId4"/>
    <p:sldId id="262" r:id="rId5"/>
    <p:sldId id="263" r:id="rId6"/>
    <p:sldId id="264" r:id="rId7"/>
    <p:sldId id="265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508" y="-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78310-9C12-4806-A4A7-3996535BAA2B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1A155-B1D5-470F-8611-21213EC2A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8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96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9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562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2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9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82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35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98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21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6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49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8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1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3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58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83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885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59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55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501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278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8553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783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934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91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57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21/10/2022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25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revious-versions/ms809762(v=msdn.10)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quangngoc430/PeFile-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56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Surface Analysis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Scanning</a:t>
            </a:r>
          </a:p>
          <a:p>
            <a:pPr lvl="1"/>
            <a:r>
              <a:rPr lang="en-GB" dirty="0" smtClean="0">
                <a:latin typeface="Agency FB" panose="020B0503020202020204" pitchFamily="34" charset="0"/>
              </a:rPr>
              <a:t>www.virustotal.com</a:t>
            </a:r>
          </a:p>
          <a:p>
            <a:r>
              <a:rPr lang="en-GB" dirty="0" smtClean="0"/>
              <a:t>Packed or Obfuscated</a:t>
            </a:r>
          </a:p>
          <a:p>
            <a:pPr lvl="1"/>
            <a:r>
              <a:rPr lang="en-GB" dirty="0" err="1" smtClean="0">
                <a:latin typeface="Agency FB" panose="020B0503020202020204" pitchFamily="34" charset="0"/>
              </a:rPr>
              <a:t>PEiD</a:t>
            </a:r>
            <a:endParaRPr lang="en-GB" dirty="0" smtClean="0">
              <a:latin typeface="Agency FB" panose="020B0503020202020204" pitchFamily="34" charset="0"/>
            </a:endParaRPr>
          </a:p>
          <a:p>
            <a:r>
              <a:rPr lang="en-GB" dirty="0" smtClean="0"/>
              <a:t>String contained</a:t>
            </a:r>
          </a:p>
          <a:p>
            <a:pPr lvl="1"/>
            <a:r>
              <a:rPr lang="en-GB" dirty="0" smtClean="0">
                <a:latin typeface="Agency FB" panose="020B0503020202020204" pitchFamily="34" charset="0"/>
              </a:rPr>
              <a:t>Strings</a:t>
            </a:r>
          </a:p>
          <a:p>
            <a:r>
              <a:rPr lang="en-GB" dirty="0"/>
              <a:t>Hashing check</a:t>
            </a:r>
          </a:p>
          <a:p>
            <a:pPr lvl="1"/>
            <a:r>
              <a:rPr lang="en-GB" dirty="0" smtClean="0">
                <a:latin typeface="Agency FB" panose="020B0503020202020204" pitchFamily="34" charset="0"/>
              </a:rPr>
              <a:t>md5deep /</a:t>
            </a:r>
            <a:r>
              <a:rPr lang="en-GB" dirty="0" err="1" smtClean="0">
                <a:latin typeface="Agency FB" panose="020B0503020202020204" pitchFamily="34" charset="0"/>
              </a:rPr>
              <a:t>HashCal</a:t>
            </a:r>
            <a:endParaRPr lang="en-GB" dirty="0" smtClean="0">
              <a:latin typeface="Agency FB" panose="020B0503020202020204" pitchFamily="34" charset="0"/>
            </a:endParaRPr>
          </a:p>
          <a:p>
            <a:r>
              <a:rPr lang="en-GB" dirty="0"/>
              <a:t>PE header </a:t>
            </a:r>
            <a:r>
              <a:rPr lang="en-GB" dirty="0" smtClean="0"/>
              <a:t>analysis</a:t>
            </a:r>
            <a:endParaRPr lang="en-GB" dirty="0"/>
          </a:p>
          <a:p>
            <a:pPr lvl="1"/>
            <a:r>
              <a:rPr lang="en-GB" dirty="0" err="1" smtClean="0">
                <a:latin typeface="Agency FB" panose="020B0503020202020204" pitchFamily="34" charset="0"/>
              </a:rPr>
              <a:t>PEView</a:t>
            </a:r>
            <a:endParaRPr lang="en-GB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224088"/>
            <a:ext cx="45910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6660232" y="2420888"/>
            <a:ext cx="792088" cy="2880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85638" y="2159568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 File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26442" y="2780928"/>
            <a:ext cx="825878" cy="2880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76093" y="2592651"/>
            <a:ext cx="139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Section View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626442" y="3068960"/>
            <a:ext cx="825878" cy="2880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85638" y="2884294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 Disassembler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6626442" y="3342131"/>
            <a:ext cx="825878" cy="2880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85638" y="3172326"/>
            <a:ext cx="1105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 Details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021614" y="4293096"/>
            <a:ext cx="0" cy="72008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68834" y="5013176"/>
            <a:ext cx="1229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Scan folder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643337" y="4149080"/>
            <a:ext cx="825878" cy="28803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85638" y="396441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Plug-in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2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HashCalc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99" y="1196975"/>
            <a:ext cx="4733602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887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2"/>
            <a:ext cx="6767164" cy="4063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479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92" y="1665731"/>
            <a:ext cx="7744964" cy="411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87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Practice 1 [Surface Analysis]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47260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File: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Lab01-01.exe, Lab01-01.dll; Lab01-04.exe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Tools</a:t>
            </a:r>
          </a:p>
          <a:p>
            <a:pPr lvl="1">
              <a:buFont typeface="Calibri" panose="020F0502020204030204" pitchFamily="34" charset="0"/>
              <a:buChar char="–"/>
            </a:pPr>
            <a:r>
              <a:rPr lang="en-GB" dirty="0" err="1" smtClean="0"/>
              <a:t>VirusTotal</a:t>
            </a:r>
            <a:endParaRPr lang="en-GB" dirty="0" smtClean="0"/>
          </a:p>
          <a:p>
            <a:pPr lvl="1"/>
            <a:r>
              <a:rPr lang="en-GB" dirty="0" err="1" smtClean="0"/>
              <a:t>PEview</a:t>
            </a:r>
            <a:endParaRPr lang="en-GB" dirty="0" smtClean="0"/>
          </a:p>
          <a:p>
            <a:pPr lvl="1"/>
            <a:r>
              <a:rPr lang="en-GB" dirty="0" err="1" smtClean="0"/>
              <a:t>PeiD</a:t>
            </a:r>
            <a:endParaRPr lang="en-GB" dirty="0" smtClean="0"/>
          </a:p>
          <a:p>
            <a:pPr lvl="1"/>
            <a:r>
              <a:rPr lang="en-GB" dirty="0" smtClean="0"/>
              <a:t>String</a:t>
            </a:r>
          </a:p>
          <a:p>
            <a:pPr lvl="1"/>
            <a:r>
              <a:rPr lang="en-GB" dirty="0" err="1" smtClean="0"/>
              <a:t>HashCal</a:t>
            </a:r>
            <a:endParaRPr lang="en-GB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Questions</a:t>
            </a:r>
          </a:p>
          <a:p>
            <a:pPr lvl="1"/>
            <a:r>
              <a:rPr lang="en-GB" dirty="0"/>
              <a:t>Packed or obfuscated?</a:t>
            </a:r>
          </a:p>
          <a:p>
            <a:pPr lvl="1"/>
            <a:r>
              <a:rPr lang="en-GB" dirty="0" smtClean="0"/>
              <a:t>Check it on </a:t>
            </a:r>
            <a:r>
              <a:rPr lang="en-GB" dirty="0" err="1" smtClean="0"/>
              <a:t>Virustotal</a:t>
            </a:r>
            <a:r>
              <a:rPr lang="en-GB" dirty="0"/>
              <a:t>: match any existing antivirus signatures?</a:t>
            </a:r>
            <a:endParaRPr lang="en-GB" dirty="0" smtClean="0"/>
          </a:p>
          <a:p>
            <a:pPr lvl="1"/>
            <a:r>
              <a:rPr lang="en-GB" dirty="0" smtClean="0"/>
              <a:t>When was it compiled? </a:t>
            </a:r>
          </a:p>
          <a:p>
            <a:pPr lvl="1"/>
            <a:r>
              <a:rPr lang="en-GB" dirty="0" smtClean="0"/>
              <a:t>Imports</a:t>
            </a:r>
          </a:p>
          <a:p>
            <a:pPr lvl="1"/>
            <a:r>
              <a:rPr lang="en-GB" dirty="0" smtClean="0"/>
              <a:t>Strings</a:t>
            </a:r>
          </a:p>
          <a:p>
            <a:pPr lvl="1"/>
            <a:r>
              <a:rPr lang="en-GB" dirty="0" smtClean="0"/>
              <a:t>Hash No.?</a:t>
            </a:r>
            <a:endParaRPr lang="en-GB" dirty="0" smtClean="0"/>
          </a:p>
          <a:p>
            <a:pPr lvl="1"/>
            <a:r>
              <a:rPr lang="en-GB" dirty="0" smtClean="0"/>
              <a:t>Host-based indicators &amp; </a:t>
            </a:r>
          </a:p>
          <a:p>
            <a:pPr lvl="1"/>
            <a:r>
              <a:rPr lang="en-GB" dirty="0" smtClean="0"/>
              <a:t>Network-based indicators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endParaRPr lang="en-GB" dirty="0"/>
          </a:p>
        </p:txBody>
      </p:sp>
      <p:sp>
        <p:nvSpPr>
          <p:cNvPr id="4" name="Right Brace 3"/>
          <p:cNvSpPr/>
          <p:nvPr/>
        </p:nvSpPr>
        <p:spPr>
          <a:xfrm>
            <a:off x="6588224" y="4293096"/>
            <a:ext cx="1080120" cy="19442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51147" y="5085184"/>
            <a:ext cx="1992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Guess the purpose </a:t>
            </a:r>
          </a:p>
          <a:p>
            <a:r>
              <a:rPr lang="en-GB" dirty="0">
                <a:solidFill>
                  <a:prstClr val="black"/>
                </a:solidFill>
              </a:rPr>
              <a:t>of the PE file</a:t>
            </a:r>
          </a:p>
        </p:txBody>
      </p:sp>
    </p:spTree>
    <p:extLst>
      <p:ext uri="{BB962C8B-B14F-4D97-AF65-F5344CB8AC3E}">
        <p14:creationId xmlns:p14="http://schemas.microsoft.com/office/powerpoint/2010/main" val="15315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Practice 2 [Pack &amp; Unpack]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Wingdings" panose="05000000000000000000" pitchFamily="2" charset="2"/>
              <a:buChar char="q"/>
            </a:pPr>
            <a:r>
              <a:rPr lang="en-GB" b="1" dirty="0" smtClean="0"/>
              <a:t>PE File</a:t>
            </a:r>
            <a:r>
              <a:rPr lang="en-GB" dirty="0" smtClean="0"/>
              <a:t>: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Lab01-02.exe; Lab01-03.exe</a:t>
            </a:r>
            <a:endParaRPr lang="en-GB" i="1" dirty="0" smtClean="0"/>
          </a:p>
          <a:p>
            <a:pPr marL="742950" lvl="2" indent="-342900"/>
            <a:endParaRPr lang="en-GB" dirty="0"/>
          </a:p>
          <a:p>
            <a:pPr marL="457200" lvl="1" indent="-457200">
              <a:buFont typeface="Wingdings" panose="05000000000000000000" pitchFamily="2" charset="2"/>
              <a:buChar char="q"/>
            </a:pPr>
            <a:r>
              <a:rPr lang="en-GB" b="1" dirty="0" smtClean="0"/>
              <a:t>Questions</a:t>
            </a:r>
          </a:p>
          <a:p>
            <a:pPr marL="742950" lvl="2" indent="-342900"/>
            <a:r>
              <a:rPr lang="en-GB" dirty="0" smtClean="0"/>
              <a:t>Check it on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VirusTotal.com</a:t>
            </a:r>
            <a:r>
              <a:rPr lang="en-GB" dirty="0" smtClean="0"/>
              <a:t>: match or not?</a:t>
            </a:r>
          </a:p>
          <a:p>
            <a:pPr marL="742950" lvl="2" indent="-342900"/>
            <a:r>
              <a:rPr lang="en-GB" dirty="0" smtClean="0"/>
              <a:t>Compare the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</a:t>
            </a:r>
            <a:r>
              <a:rPr lang="en-GB" dirty="0" smtClean="0"/>
              <a:t> differences before/after unpacking?</a:t>
            </a:r>
          </a:p>
          <a:p>
            <a:pPr marL="742950" lvl="2" indent="-342900"/>
            <a:r>
              <a:rPr lang="en-GB" dirty="0" smtClean="0"/>
              <a:t>Check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Imports</a:t>
            </a:r>
            <a:r>
              <a:rPr lang="en-GB" dirty="0" smtClean="0"/>
              <a:t>?</a:t>
            </a:r>
          </a:p>
          <a:p>
            <a:pPr marL="742950" lvl="2" indent="-342900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Host-based</a:t>
            </a:r>
            <a:r>
              <a:rPr lang="en-GB" dirty="0" smtClean="0"/>
              <a:t> indicators?</a:t>
            </a:r>
          </a:p>
          <a:p>
            <a:pPr marL="742950" lvl="2" indent="-342900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Network-based</a:t>
            </a:r>
            <a:r>
              <a:rPr lang="en-GB" dirty="0" smtClean="0"/>
              <a:t> indicators?</a:t>
            </a:r>
          </a:p>
          <a:p>
            <a:pPr marL="742950" lvl="2" indent="-342900"/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32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idea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Write a piece of code to detect and display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</a:t>
            </a:r>
            <a:r>
              <a:rPr lang="en-GB" dirty="0" smtClean="0"/>
              <a:t> of a PE file.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Write a piece of code to generate a hash code (MD-5, SHA-x) for a:</a:t>
            </a:r>
          </a:p>
          <a:p>
            <a:pPr lvl="1"/>
            <a:r>
              <a:rPr lang="en-GB" dirty="0" smtClean="0">
                <a:solidFill>
                  <a:srgbClr val="002060"/>
                </a:solidFill>
              </a:rPr>
              <a:t>Word/String/Sentence/File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Write a simple </a:t>
            </a:r>
            <a:r>
              <a:rPr lang="en-GB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PEView</a:t>
            </a:r>
            <a:r>
              <a:rPr lang="en-GB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program</a:t>
            </a:r>
          </a:p>
          <a:p>
            <a:pPr lvl="1"/>
            <a:r>
              <a:rPr lang="en-GB" dirty="0" smtClean="0">
                <a:solidFill>
                  <a:srgbClr val="002060"/>
                </a:solidFill>
              </a:rPr>
              <a:t> </a:t>
            </a:r>
            <a:r>
              <a:rPr lang="en-GB" dirty="0">
                <a:solidFill>
                  <a:srgbClr val="002060"/>
                </a:solidFill>
                <a:hlinkClick r:id="rId3"/>
              </a:rPr>
              <a:t>https://docs.microsoft.com/en-us/previous-versions/ms809762(v=msdn.10</a:t>
            </a:r>
            <a:r>
              <a:rPr lang="en-GB" dirty="0" smtClean="0">
                <a:solidFill>
                  <a:srgbClr val="002060"/>
                </a:solidFill>
                <a:hlinkClick r:id="rId3"/>
              </a:rPr>
              <a:t>)</a:t>
            </a:r>
            <a:endParaRPr lang="en-GB" dirty="0" smtClean="0">
              <a:solidFill>
                <a:srgbClr val="002060"/>
              </a:solidFill>
            </a:endParaRPr>
          </a:p>
          <a:p>
            <a:pPr lvl="1"/>
            <a:r>
              <a:rPr lang="en-GB" dirty="0">
                <a:solidFill>
                  <a:srgbClr val="002060"/>
                </a:solidFill>
                <a:hlinkClick r:id="rId4"/>
              </a:rPr>
              <a:t>https://</a:t>
            </a:r>
            <a:r>
              <a:rPr lang="en-GB" dirty="0" smtClean="0">
                <a:solidFill>
                  <a:srgbClr val="002060"/>
                </a:solidFill>
                <a:hlinkClick r:id="rId4"/>
              </a:rPr>
              <a:t>github.com/quangngoc430/PeFile-View</a:t>
            </a:r>
            <a:endParaRPr lang="en-GB" dirty="0" smtClean="0">
              <a:solidFill>
                <a:srgbClr val="00206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499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195</Words>
  <Application>Microsoft Office PowerPoint</Application>
  <PresentationFormat>On-screen Show (4:3)</PresentationFormat>
  <Paragraphs>64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1_Office Theme</vt:lpstr>
      <vt:lpstr>2_Office Theme</vt:lpstr>
      <vt:lpstr>Malware Analysis</vt:lpstr>
      <vt:lpstr>Surface Analysis </vt:lpstr>
      <vt:lpstr>PEiD</vt:lpstr>
      <vt:lpstr>HashCalc</vt:lpstr>
      <vt:lpstr>Strings</vt:lpstr>
      <vt:lpstr>PE View</vt:lpstr>
      <vt:lpstr>Practice 1 [Surface Analysis]</vt:lpstr>
      <vt:lpstr>Practice 2 [Pack &amp; Unpack]</vt:lpstr>
      <vt:lpstr>Project idea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Analysis</dc:title>
  <dc:creator>tran the son</dc:creator>
  <cp:lastModifiedBy>tran the son</cp:lastModifiedBy>
  <cp:revision>11</cp:revision>
  <dcterms:created xsi:type="dcterms:W3CDTF">2022-10-14T03:12:00Z</dcterms:created>
  <dcterms:modified xsi:type="dcterms:W3CDTF">2022-10-21T04:24:24Z</dcterms:modified>
</cp:coreProperties>
</file>