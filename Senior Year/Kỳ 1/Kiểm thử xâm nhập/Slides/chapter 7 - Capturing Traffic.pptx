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008" autoAdjust="0"/>
  </p:normalViewPr>
  <p:slideViewPr>
    <p:cSldViewPr>
      <p:cViewPr varScale="1">
        <p:scale>
          <a:sx n="88" d="100"/>
          <a:sy n="88" d="100"/>
        </p:scale>
        <p:origin x="-1670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9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956"/>
    </p:cViewPr>
  </p:sorterViewPr>
  <p:notesViewPr>
    <p:cSldViewPr>
      <p:cViewPr>
        <p:scale>
          <a:sx n="150" d="100"/>
          <a:sy n="150" d="100"/>
        </p:scale>
        <p:origin x="-810" y="29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B0644-BD0B-40B8-AF7A-8CD10AC08897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3A334-FE4D-4C3E-A61B-575B8EC3A5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19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91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1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62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3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76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09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8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86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0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8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21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/>
              <a:t>30/07/2023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4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 smtClean="0"/>
              <a:t>Penetration </a:t>
            </a:r>
            <a:r>
              <a:rPr lang="en-GB" sz="2800" dirty="0"/>
              <a:t>Testing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Capturing Traffic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1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Wireshark</a:t>
            </a:r>
          </a:p>
          <a:p>
            <a:r>
              <a:rPr lang="en-US" dirty="0" smtClean="0"/>
              <a:t>ARP Caching Poisoning</a:t>
            </a:r>
          </a:p>
          <a:p>
            <a:r>
              <a:rPr lang="en-US" dirty="0" smtClean="0"/>
              <a:t>DNS Caching Poisoning</a:t>
            </a:r>
          </a:p>
          <a:p>
            <a:r>
              <a:rPr lang="en-US" dirty="0" smtClean="0"/>
              <a:t>SSL Attacks</a:t>
            </a:r>
          </a:p>
          <a:p>
            <a:r>
              <a:rPr lang="en-US" dirty="0" smtClean="0"/>
              <a:t>SSL Stripping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84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capturing traffic from other systems in the network can </a:t>
            </a:r>
            <a:r>
              <a:rPr lang="en-US" dirty="0" smtClean="0"/>
              <a:t>give us </a:t>
            </a:r>
            <a:r>
              <a:rPr lang="en-US" dirty="0"/>
              <a:t>additional interesting information (perhaps even usernames and </a:t>
            </a:r>
            <a:r>
              <a:rPr lang="en-US" dirty="0" smtClean="0"/>
              <a:t>passwords) that </a:t>
            </a:r>
            <a:r>
              <a:rPr lang="en-US" dirty="0"/>
              <a:t>can help us with exploitation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selecting </a:t>
            </a:r>
            <a:r>
              <a:rPr lang="en-US" dirty="0" smtClean="0">
                <a:solidFill>
                  <a:srgbClr val="FF0000"/>
                </a:solidFill>
              </a:rPr>
              <a:t>promiscuous</a:t>
            </a:r>
            <a:r>
              <a:rPr lang="en-US" dirty="0" smtClean="0"/>
              <a:t> mode on/off</a:t>
            </a:r>
          </a:p>
          <a:p>
            <a:pPr lvl="1"/>
            <a:r>
              <a:rPr lang="en-US" dirty="0" smtClean="0"/>
              <a:t>ON: capturing </a:t>
            </a:r>
            <a:r>
              <a:rPr lang="en-US" dirty="0"/>
              <a:t>other systems</a:t>
            </a:r>
            <a:r>
              <a:rPr lang="en-US" dirty="0" smtClean="0"/>
              <a:t>’ traffic (every packets)</a:t>
            </a:r>
          </a:p>
          <a:p>
            <a:pPr lvl="1"/>
            <a:r>
              <a:rPr lang="en-US" dirty="0"/>
              <a:t>OFF: </a:t>
            </a:r>
            <a:r>
              <a:rPr lang="en-US" dirty="0" smtClean="0"/>
              <a:t>capturing </a:t>
            </a:r>
            <a:r>
              <a:rPr lang="en-US" dirty="0"/>
              <a:t>traffic from our target virtual machines</a:t>
            </a:r>
          </a:p>
        </p:txBody>
      </p:sp>
    </p:spTree>
    <p:extLst>
      <p:ext uri="{BB962C8B-B14F-4D97-AF65-F5344CB8AC3E}">
        <p14:creationId xmlns:p14="http://schemas.microsoft.com/office/powerpoint/2010/main" val="307184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Wireshark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Wireshark is a graphical network protocol </a:t>
            </a:r>
            <a:r>
              <a:rPr lang="en-US" dirty="0" smtClean="0"/>
              <a:t>analyzer</a:t>
            </a:r>
          </a:p>
          <a:p>
            <a:r>
              <a:rPr lang="en-US" dirty="0" smtClean="0"/>
              <a:t>Capture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Ethernet, wireless, Bluetooth, and many other </a:t>
            </a:r>
            <a:r>
              <a:rPr lang="en-US" dirty="0" smtClean="0"/>
              <a:t>kinds of traffic</a:t>
            </a:r>
            <a:r>
              <a:rPr lang="en-US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998540"/>
            <a:ext cx="4078962" cy="57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3568" y="5229200"/>
            <a:ext cx="784887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Remember to uncheck the Use </a:t>
            </a:r>
            <a:r>
              <a:rPr lang="en-US" sz="1400" dirty="0">
                <a:solidFill>
                  <a:srgbClr val="FF0000"/>
                </a:solidFill>
              </a:rPr>
              <a:t>promiscuous</a:t>
            </a:r>
            <a:r>
              <a:rPr lang="en-US" sz="1400" dirty="0"/>
              <a:t> mode on all interfaces option </a:t>
            </a:r>
            <a:r>
              <a:rPr lang="en-US" sz="1400" dirty="0" smtClean="0"/>
              <a:t>so that </a:t>
            </a:r>
            <a:r>
              <a:rPr lang="en-US" sz="1400" dirty="0"/>
              <a:t>the results will be like those on a physical switched network rather </a:t>
            </a:r>
            <a:r>
              <a:rPr lang="en-US" sz="1400" dirty="0" smtClean="0"/>
              <a:t>than the </a:t>
            </a:r>
            <a:r>
              <a:rPr lang="en-US" sz="1400" dirty="0"/>
              <a:t>VMware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3648" y="3623912"/>
            <a:ext cx="546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Capture</a:t>
            </a:r>
            <a:r>
              <a:rPr lang="en-US" dirty="0"/>
              <a:t> </a:t>
            </a:r>
            <a:r>
              <a:rPr lang="en-US" dirty="0" smtClean="0"/>
              <a:t>&gt; </a:t>
            </a:r>
            <a:r>
              <a:rPr lang="en-US" b="1" dirty="0" smtClean="0"/>
              <a:t>Options</a:t>
            </a:r>
            <a:r>
              <a:rPr lang="en-US" dirty="0"/>
              <a:t>, and selecting the </a:t>
            </a:r>
            <a:r>
              <a:rPr lang="en-US" b="1" dirty="0" smtClean="0"/>
              <a:t>eth0/wlan0 </a:t>
            </a:r>
            <a:r>
              <a:rPr lang="en-US" dirty="0"/>
              <a:t>option</a:t>
            </a:r>
          </a:p>
        </p:txBody>
      </p:sp>
    </p:spTree>
    <p:extLst>
      <p:ext uri="{BB962C8B-B14F-4D97-AF65-F5344CB8AC3E}">
        <p14:creationId xmlns:p14="http://schemas.microsoft.com/office/powerpoint/2010/main" val="372380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4362450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405" y="2708920"/>
            <a:ext cx="7391032" cy="3857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77763" y="3535237"/>
            <a:ext cx="1018223" cy="2554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Enter </a:t>
            </a:r>
            <a:r>
              <a:rPr lang="en-US" sz="2000" b="1" dirty="0"/>
              <a:t>ftp </a:t>
            </a:r>
            <a:r>
              <a:rPr lang="en-US" sz="2000" dirty="0"/>
              <a:t>in the Filter </a:t>
            </a:r>
            <a:r>
              <a:rPr lang="en-US" sz="2000" dirty="0" smtClean="0"/>
              <a:t>field</a:t>
            </a:r>
          </a:p>
          <a:p>
            <a:endParaRPr lang="en-US" sz="2000" dirty="0"/>
          </a:p>
          <a:p>
            <a:r>
              <a:rPr lang="en-US" sz="2000" dirty="0" smtClean="0"/>
              <a:t>….and more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3411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a TCP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we find an interesting packet, such as the beginning of an </a:t>
            </a:r>
            <a:r>
              <a:rPr lang="en-US" dirty="0" smtClean="0"/>
              <a:t>FTP login</a:t>
            </a:r>
            <a:r>
              <a:rPr lang="en-US" dirty="0"/>
              <a:t>, we can dig deeper into the conversation by selecting </a:t>
            </a:r>
            <a:r>
              <a:rPr lang="en-US" dirty="0">
                <a:solidFill>
                  <a:srgbClr val="FF0000"/>
                </a:solidFill>
              </a:rPr>
              <a:t>Follow TCP Stream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636912"/>
            <a:ext cx="803910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211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Dissecting Packets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bottom of the </a:t>
            </a:r>
            <a:r>
              <a:rPr lang="en-US" dirty="0" smtClean="0"/>
              <a:t>Wireshark screen</a:t>
            </a:r>
            <a:r>
              <a:rPr lang="en-US" dirty="0"/>
              <a:t>, you can see details of the selected packet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204864"/>
            <a:ext cx="6269037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364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ARP Cache Poisoning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capture traffic not intended for the Kali system, we need to </a:t>
            </a:r>
            <a:r>
              <a:rPr lang="en-US" dirty="0" smtClean="0"/>
              <a:t>find some </a:t>
            </a:r>
            <a:r>
              <a:rPr lang="en-US" dirty="0"/>
              <a:t>way to have the relevant data sent to our Kali system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man-in-the-middle </a:t>
            </a:r>
            <a:r>
              <a:rPr lang="en-US" dirty="0" smtClean="0"/>
              <a:t>attack: </a:t>
            </a:r>
            <a:r>
              <a:rPr lang="en-US" dirty="0"/>
              <a:t>redirect and intercept traffic between two </a:t>
            </a:r>
            <a:r>
              <a:rPr lang="en-US" dirty="0" smtClean="0"/>
              <a:t>systems</a:t>
            </a:r>
          </a:p>
          <a:p>
            <a:r>
              <a:rPr lang="en-US" dirty="0"/>
              <a:t>Address Resolution Protocol (ARP) cache </a:t>
            </a:r>
            <a:r>
              <a:rPr lang="en-US" dirty="0" smtClean="0"/>
              <a:t>poisoning (</a:t>
            </a:r>
            <a:r>
              <a:rPr lang="en-US" dirty="0"/>
              <a:t>ARP </a:t>
            </a:r>
            <a:r>
              <a:rPr lang="en-US" dirty="0" smtClean="0"/>
              <a:t>spoofing)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043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40768"/>
            <a:ext cx="5852936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76" y="4754067"/>
            <a:ext cx="5658482" cy="950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356" y="1700808"/>
            <a:ext cx="3061644" cy="1624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74" y="5725077"/>
            <a:ext cx="5658483" cy="1132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86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Cache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84784"/>
            <a:ext cx="5420717" cy="323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67744" y="5247662"/>
            <a:ext cx="479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ARP cache poisoning redirects traffic through Kali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5753869"/>
            <a:ext cx="878497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Using an ARP cache poisoning attack, we can trick the </a:t>
            </a:r>
            <a:r>
              <a:rPr lang="en-US" dirty="0" smtClean="0"/>
              <a:t>two systems </a:t>
            </a:r>
            <a:r>
              <a:rPr lang="en-US" dirty="0"/>
              <a:t>into sending their traffic to our Kali machine instead, to be </a:t>
            </a:r>
            <a:r>
              <a:rPr lang="en-US" dirty="0" smtClean="0"/>
              <a:t>captured in </a:t>
            </a:r>
            <a:r>
              <a:rPr lang="en-US" dirty="0"/>
              <a:t>Wireshark</a:t>
            </a:r>
          </a:p>
        </p:txBody>
      </p:sp>
    </p:spTree>
    <p:extLst>
      <p:ext uri="{BB962C8B-B14F-4D97-AF65-F5344CB8AC3E}">
        <p14:creationId xmlns:p14="http://schemas.microsoft.com/office/powerpoint/2010/main" val="378066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Forwarding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turn on IP forwarding to tell our </a:t>
            </a:r>
            <a:r>
              <a:rPr lang="en-US" dirty="0" smtClean="0"/>
              <a:t>Kali machine </a:t>
            </a:r>
            <a:r>
              <a:rPr lang="en-US" dirty="0"/>
              <a:t>to forward any extraneous packets it receives to their proper </a:t>
            </a:r>
            <a:r>
              <a:rPr lang="en-US" dirty="0" smtClean="0"/>
              <a:t>destination</a:t>
            </a:r>
          </a:p>
          <a:p>
            <a:pPr lvl="2"/>
            <a:r>
              <a:rPr lang="en-US" dirty="0"/>
              <a:t>The setting for IP forwarding on Kali is in /proc/sys/net/ipv4/</a:t>
            </a:r>
            <a:r>
              <a:rPr lang="en-US" dirty="0" err="1"/>
              <a:t>ip_forward</a:t>
            </a:r>
            <a:r>
              <a:rPr lang="en-US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3645024"/>
            <a:ext cx="7412037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2" y="4437112"/>
            <a:ext cx="7345363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7808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Cache Poisoning with </a:t>
            </a:r>
            <a:r>
              <a:rPr lang="en-US" dirty="0" err="1"/>
              <a:t>Arpspoof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easy-to-use tool for ARP cache poisoning is </a:t>
            </a:r>
            <a:r>
              <a:rPr lang="en-US" dirty="0" err="1"/>
              <a:t>Arpspoof</a:t>
            </a:r>
            <a:r>
              <a:rPr lang="en-US" dirty="0"/>
              <a:t>. To use </a:t>
            </a:r>
            <a:r>
              <a:rPr lang="en-US" dirty="0" err="1" smtClean="0"/>
              <a:t>Arpspoof</a:t>
            </a:r>
            <a:r>
              <a:rPr lang="en-US" dirty="0" smtClean="0"/>
              <a:t>, we </a:t>
            </a:r>
            <a:r>
              <a:rPr lang="en-US" dirty="0"/>
              <a:t>tell it which network interface to use, the target of our ARP cache </a:t>
            </a:r>
            <a:r>
              <a:rPr lang="en-US" dirty="0" smtClean="0"/>
              <a:t>poisoning attack</a:t>
            </a:r>
            <a:r>
              <a:rPr lang="en-US" dirty="0"/>
              <a:t>, and the IP address we would like to masquerade as.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773451"/>
            <a:ext cx="7135813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9632" y="4509120"/>
            <a:ext cx="1255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i</a:t>
            </a:r>
            <a:r>
              <a:rPr lang="en-US" dirty="0" smtClean="0"/>
              <a:t>: interface</a:t>
            </a:r>
          </a:p>
          <a:p>
            <a:r>
              <a:rPr lang="en-US" dirty="0" smtClean="0"/>
              <a:t>-t: target</a:t>
            </a:r>
          </a:p>
          <a:p>
            <a:r>
              <a:rPr lang="en-US" dirty="0" smtClean="0"/>
              <a:t>-r: host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5373216"/>
            <a:ext cx="52387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18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Cache Poisoning with </a:t>
            </a:r>
            <a:r>
              <a:rPr lang="en-US" dirty="0" err="1"/>
              <a:t>Arpspoof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4869160"/>
            <a:ext cx="3613032" cy="1634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5420717" cy="323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596" y="1196752"/>
            <a:ext cx="4864908" cy="1505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00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60848"/>
            <a:ext cx="6964363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ARP Cache Poisoning to Impersonate the Default Gateway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226" y="3704361"/>
            <a:ext cx="6261150" cy="311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251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Cache Poisoning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56007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68960"/>
            <a:ext cx="4008924" cy="3586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2210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>
                <a:solidFill>
                  <a:srgbClr val="FF0000"/>
                </a:solidFill>
              </a:rPr>
              <a:t>Dnsspoof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Get started</a:t>
            </a:r>
          </a:p>
          <a:p>
            <a:pPr lvl="1"/>
            <a:r>
              <a:rPr lang="en-US" dirty="0"/>
              <a:t>make sure the </a:t>
            </a:r>
            <a:r>
              <a:rPr lang="en-US" dirty="0">
                <a:solidFill>
                  <a:srgbClr val="FF0000"/>
                </a:solidFill>
              </a:rPr>
              <a:t>Apache server </a:t>
            </a:r>
            <a:r>
              <a:rPr lang="en-US" dirty="0"/>
              <a:t>is </a:t>
            </a:r>
            <a:r>
              <a:rPr lang="en-US" dirty="0" smtClean="0"/>
              <a:t>running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/>
              <a:t>Kali </a:t>
            </a:r>
            <a:r>
              <a:rPr lang="en-US" dirty="0" smtClean="0"/>
              <a:t>machine adds </a:t>
            </a:r>
            <a:r>
              <a:rPr lang="en-US" dirty="0"/>
              <a:t>the entry to </a:t>
            </a:r>
            <a:r>
              <a:rPr lang="en-US" i="1" dirty="0" smtClean="0">
                <a:solidFill>
                  <a:srgbClr val="FF0000"/>
                </a:solidFill>
              </a:rPr>
              <a:t>hosts.txt</a:t>
            </a:r>
          </a:p>
          <a:p>
            <a:pPr lvl="2"/>
            <a:r>
              <a:rPr lang="en-US" dirty="0" smtClean="0"/>
              <a:t>192.168.20.9 mail.google.com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1"/>
            <a:r>
              <a:rPr lang="en-US" dirty="0"/>
              <a:t>Restart </a:t>
            </a:r>
            <a:r>
              <a:rPr lang="en-US" dirty="0" err="1">
                <a:solidFill>
                  <a:srgbClr val="FF0000"/>
                </a:solidFill>
              </a:rPr>
              <a:t>Arpspoof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between the Linux target and the default gateway </a:t>
            </a:r>
            <a:r>
              <a:rPr lang="en-US" dirty="0" smtClean="0"/>
              <a:t>and vice </a:t>
            </a:r>
            <a:r>
              <a:rPr lang="en-US" dirty="0"/>
              <a:t>versa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278916"/>
            <a:ext cx="4105275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437112"/>
            <a:ext cx="358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5424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 smtClean="0">
                <a:solidFill>
                  <a:srgbClr val="FF0000"/>
                </a:solidFill>
              </a:rPr>
              <a:t>Dnsspoof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at Kali machine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Check at target (e.g. Window XP)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850" y="1772816"/>
            <a:ext cx="6255567" cy="941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5" y="3356992"/>
            <a:ext cx="52863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486103"/>
            <a:ext cx="4896699" cy="3357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76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SSL</a:t>
            </a:r>
            <a:r>
              <a:rPr lang="en-US" dirty="0"/>
              <a:t> </a:t>
            </a:r>
            <a:r>
              <a:rPr lang="en-US" dirty="0" smtClean="0"/>
              <a:t>Basics</a:t>
            </a:r>
          </a:p>
          <a:p>
            <a:pPr lvl="1"/>
            <a:r>
              <a:rPr lang="en-US" dirty="0"/>
              <a:t>An SSL certificate is a digital certificate that authenticates a website's identity and enables an encrypted connection. SSL stands for Secure Sockets Layer, a security protocol that creates an encrypted link between a web server and a web browser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SSL was replaced by an updated protocol called TLS (Transport Layer Security) some time </a:t>
            </a:r>
            <a:r>
              <a:rPr lang="en-US" dirty="0" smtClean="0"/>
              <a:t>ago.</a:t>
            </a:r>
            <a:endParaRPr lang="en-US" dirty="0"/>
          </a:p>
        </p:txBody>
      </p:sp>
      <p:pic>
        <p:nvPicPr>
          <p:cNvPr id="1026" name="Picture 2" descr="Diagram depicts SSL security from application clients and end users to web servers through public key exchang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1" y="4869160"/>
            <a:ext cx="5248159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750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SSL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FF0000"/>
                </a:solidFill>
              </a:rPr>
              <a:t>Ettercap</a:t>
            </a:r>
            <a:r>
              <a:rPr lang="en-US" dirty="0"/>
              <a:t> for SSL Man-in-the-Middle </a:t>
            </a:r>
            <a:r>
              <a:rPr lang="en-US" dirty="0" smtClean="0"/>
              <a:t>Attacks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/>
              <a:t>just wait for users to start interacting with SSL-based web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33093"/>
            <a:ext cx="6104235" cy="400110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Turn off any other spoofing tools before starting Ettercap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59" y="1916832"/>
            <a:ext cx="7773987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284984"/>
            <a:ext cx="3741960" cy="307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9414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SSL Stripping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7" y="2132856"/>
            <a:ext cx="4467225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201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SSLstrip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2204864"/>
            <a:ext cx="6621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040" y="2983268"/>
            <a:ext cx="37623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53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28979</TotalTime>
  <Words>550</Words>
  <Application>Microsoft Office PowerPoint</Application>
  <PresentationFormat>On-screen Show (4:3)</PresentationFormat>
  <Paragraphs>75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Penetration Testing Capturing Traffic</vt:lpstr>
      <vt:lpstr>Content</vt:lpstr>
      <vt:lpstr>PowerPoint Presentation</vt:lpstr>
      <vt:lpstr>Wireshark</vt:lpstr>
      <vt:lpstr>Filtering Traffic</vt:lpstr>
      <vt:lpstr>Following a TCP Stream</vt:lpstr>
      <vt:lpstr>Dissecting Packets</vt:lpstr>
      <vt:lpstr>ARP Cache Poisoning</vt:lpstr>
      <vt:lpstr>ARP Basics</vt:lpstr>
      <vt:lpstr>ARP Cache Poisoning</vt:lpstr>
      <vt:lpstr>IP Forwarding</vt:lpstr>
      <vt:lpstr>ARP Cache Poisoning with Arpspoof</vt:lpstr>
      <vt:lpstr>ARP Cache Poisoning with Arpspoof</vt:lpstr>
      <vt:lpstr>PowerPoint Presentation</vt:lpstr>
      <vt:lpstr>DNS Cache Poisoning</vt:lpstr>
      <vt:lpstr>Using Dnsspoof</vt:lpstr>
      <vt:lpstr>PowerPoint Presentation</vt:lpstr>
      <vt:lpstr>SSL Attacks</vt:lpstr>
      <vt:lpstr>SSL Attacks</vt:lpstr>
      <vt:lpstr>SSL Stripping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mã độc</dc:title>
  <dc:creator>TTS</dc:creator>
  <cp:lastModifiedBy>tran the son</cp:lastModifiedBy>
  <cp:revision>1443</cp:revision>
  <dcterms:created xsi:type="dcterms:W3CDTF">2017-06-08T06:53:33Z</dcterms:created>
  <dcterms:modified xsi:type="dcterms:W3CDTF">2023-07-30T15:07:55Z</dcterms:modified>
</cp:coreProperties>
</file>