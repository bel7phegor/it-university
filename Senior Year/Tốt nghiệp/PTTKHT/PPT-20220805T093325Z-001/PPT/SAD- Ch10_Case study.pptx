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4" r:id="rId3"/>
  </p:sldMasterIdLst>
  <p:sldIdLst>
    <p:sldId id="256" r:id="rId4"/>
    <p:sldId id="641" r:id="rId5"/>
    <p:sldId id="599" r:id="rId6"/>
    <p:sldId id="600" r:id="rId7"/>
    <p:sldId id="601" r:id="rId8"/>
    <p:sldId id="602" r:id="rId9"/>
    <p:sldId id="603" r:id="rId10"/>
    <p:sldId id="604" r:id="rId11"/>
    <p:sldId id="605" r:id="rId12"/>
    <p:sldId id="606" r:id="rId13"/>
    <p:sldId id="607" r:id="rId14"/>
    <p:sldId id="608" r:id="rId15"/>
    <p:sldId id="609" r:id="rId16"/>
    <p:sldId id="610" r:id="rId17"/>
    <p:sldId id="611" r:id="rId18"/>
    <p:sldId id="612" r:id="rId19"/>
    <p:sldId id="613" r:id="rId20"/>
    <p:sldId id="614" r:id="rId21"/>
    <p:sldId id="615" r:id="rId22"/>
    <p:sldId id="616" r:id="rId23"/>
    <p:sldId id="617" r:id="rId24"/>
    <p:sldId id="618" r:id="rId25"/>
    <p:sldId id="619" r:id="rId26"/>
    <p:sldId id="620" r:id="rId27"/>
    <p:sldId id="621" r:id="rId28"/>
    <p:sldId id="622" r:id="rId29"/>
    <p:sldId id="623" r:id="rId30"/>
    <p:sldId id="624" r:id="rId31"/>
    <p:sldId id="625" r:id="rId32"/>
    <p:sldId id="626" r:id="rId33"/>
    <p:sldId id="627" r:id="rId34"/>
    <p:sldId id="628" r:id="rId35"/>
    <p:sldId id="629" r:id="rId36"/>
    <p:sldId id="630" r:id="rId37"/>
    <p:sldId id="631" r:id="rId38"/>
    <p:sldId id="632" r:id="rId39"/>
    <p:sldId id="633" r:id="rId40"/>
    <p:sldId id="634" r:id="rId41"/>
    <p:sldId id="635" r:id="rId42"/>
    <p:sldId id="636" r:id="rId43"/>
    <p:sldId id="637" r:id="rId44"/>
    <p:sldId id="642" r:id="rId45"/>
    <p:sldId id="639" r:id="rId46"/>
    <p:sldId id="64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O Duc An" initials="VDA" lastIdx="1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-45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5-06-16T11:01:33.891" idx="13">
    <p:pos x="3925" y="257"/>
    <p:text>relationships between “UML views” and “Software Development Activities”?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5-06-24T11:08:24.386" idx="14">
    <p:pos x="4096" y="3134"/>
    <p:text>“Requirement gathering” instead?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5-06-16T11:01:33.891" idx="15">
    <p:pos x="3925" y="257"/>
    <p:text>relationships between “UML views” and “Software Development Activities”?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5-06-16T11:01:33.891" idx="16">
    <p:pos x="3925" y="257"/>
    <p:text>relationships between “UML views” and “Software Development Activities”?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5-06-16T11:01:33.891" idx="17">
    <p:pos x="3925" y="257"/>
    <p:text>relationships between “UML views” and “Software Development Activities”?</p:tex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89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197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253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65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1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0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68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50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246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402959436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008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33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262062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24"/>
          <p:cNvGrpSpPr/>
          <p:nvPr userDrawn="1"/>
        </p:nvGrpSpPr>
        <p:grpSpPr>
          <a:xfrm>
            <a:off x="790786" y="3023729"/>
            <a:ext cx="10588414" cy="139983"/>
            <a:chOff x="0" y="0"/>
            <a:chExt cx="11982027" cy="139982"/>
          </a:xfrm>
          <a:solidFill>
            <a:srgbClr val="FFC000"/>
          </a:solidFill>
        </p:grpSpPr>
        <p:sp>
          <p:nvSpPr>
            <p:cNvPr id="8" name="Shape 22"/>
            <p:cNvSpPr/>
            <p:nvPr/>
          </p:nvSpPr>
          <p:spPr>
            <a:xfrm>
              <a:off x="-1" y="0"/>
              <a:ext cx="7404894" cy="139983"/>
            </a:xfrm>
            <a:prstGeom prst="rect">
              <a:avLst/>
            </a:prstGeom>
            <a:grpFill/>
            <a:ln w="12700" cap="flat">
              <a:solidFill>
                <a:srgbClr val="FFC000"/>
              </a:solidFill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>
                <a:defRPr sz="2400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 sz="240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" name="Shape 23"/>
            <p:cNvSpPr/>
            <p:nvPr/>
          </p:nvSpPr>
          <p:spPr>
            <a:xfrm>
              <a:off x="0" y="0"/>
              <a:ext cx="11982027" cy="1"/>
            </a:xfrm>
            <a:prstGeom prst="line">
              <a:avLst/>
            </a:prstGeom>
            <a:grpFill/>
            <a:ln w="12700" cap="flat">
              <a:solidFill>
                <a:srgbClr val="FFC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defTabSz="457200">
                <a:defRPr sz="16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sz="1600">
                <a:solidFill>
                  <a:prstClr val="black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85" y="3492499"/>
            <a:ext cx="10588415" cy="280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81596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609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56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160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7193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544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514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5031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509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401137341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96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653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262062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24"/>
          <p:cNvGrpSpPr/>
          <p:nvPr userDrawn="1"/>
        </p:nvGrpSpPr>
        <p:grpSpPr>
          <a:xfrm>
            <a:off x="790786" y="3023729"/>
            <a:ext cx="10588414" cy="139983"/>
            <a:chOff x="0" y="0"/>
            <a:chExt cx="11982027" cy="139982"/>
          </a:xfrm>
          <a:solidFill>
            <a:srgbClr val="FFC000"/>
          </a:solidFill>
        </p:grpSpPr>
        <p:sp>
          <p:nvSpPr>
            <p:cNvPr id="8" name="Shape 22"/>
            <p:cNvSpPr/>
            <p:nvPr/>
          </p:nvSpPr>
          <p:spPr>
            <a:xfrm>
              <a:off x="-1" y="0"/>
              <a:ext cx="7404894" cy="139983"/>
            </a:xfrm>
            <a:prstGeom prst="rect">
              <a:avLst/>
            </a:prstGeom>
            <a:grpFill/>
            <a:ln w="12700" cap="flat">
              <a:solidFill>
                <a:srgbClr val="FFC000"/>
              </a:solidFill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>
                <a:defRPr sz="2400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 sz="240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" name="Shape 23"/>
            <p:cNvSpPr/>
            <p:nvPr/>
          </p:nvSpPr>
          <p:spPr>
            <a:xfrm>
              <a:off x="0" y="0"/>
              <a:ext cx="11982027" cy="1"/>
            </a:xfrm>
            <a:prstGeom prst="line">
              <a:avLst/>
            </a:prstGeom>
            <a:grpFill/>
            <a:ln w="12700" cap="flat">
              <a:solidFill>
                <a:srgbClr val="FFC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defTabSz="457200">
                <a:defRPr sz="16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sz="1600">
                <a:solidFill>
                  <a:prstClr val="black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85" y="3492499"/>
            <a:ext cx="10588415" cy="280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4316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8622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228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728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5043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3555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5162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886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1875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8187267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/>
              <a:t>05/09/2020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2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185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05/09/2020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13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D286FF-B124-458F-B57B-2B1D24945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/>
              <a:t>SYSTEMS</a:t>
            </a:r>
            <a:br>
              <a:rPr lang="en-US" sz="7200" b="1"/>
            </a:br>
            <a:r>
              <a:rPr lang="en-US" sz="7200" b="1"/>
              <a:t>ANALYSIS AND DESIGN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5B71ED79-E603-4351-A7EB-B158BDF0B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600" y="3856038"/>
            <a:ext cx="10477500" cy="16557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vi-VN" b="1"/>
              <a:t>Nguy</a:t>
            </a:r>
            <a:r>
              <a:rPr lang="en-US" b="1"/>
              <a:t>e</a:t>
            </a:r>
            <a:r>
              <a:rPr lang="vi-VN" b="1"/>
              <a:t>n Thanh B</a:t>
            </a:r>
            <a:r>
              <a:rPr lang="en-US" b="1"/>
              <a:t>i</a:t>
            </a:r>
            <a:r>
              <a:rPr lang="vi-VN" b="1"/>
              <a:t>nh, Nguy</a:t>
            </a:r>
            <a:r>
              <a:rPr lang="en-US" b="1"/>
              <a:t>e</a:t>
            </a:r>
            <a:r>
              <a:rPr lang="vi-VN" b="1"/>
              <a:t>n Quang V</a:t>
            </a:r>
            <a:r>
              <a:rPr lang="en-US" b="1"/>
              <a:t>u</a:t>
            </a:r>
            <a:r>
              <a:rPr lang="vi-VN" b="1"/>
              <a:t>, L</a:t>
            </a:r>
            <a:r>
              <a:rPr lang="en-US" b="1"/>
              <a:t>e</a:t>
            </a:r>
            <a:r>
              <a:rPr lang="vi-VN" b="1"/>
              <a:t> Vi</a:t>
            </a:r>
            <a:r>
              <a:rPr lang="en-US" b="1"/>
              <a:t>e</a:t>
            </a:r>
            <a:r>
              <a:rPr lang="vi-VN" b="1"/>
              <a:t>t Tr</a:t>
            </a:r>
            <a:r>
              <a:rPr lang="en-US" b="1"/>
              <a:t>uo</a:t>
            </a:r>
            <a:r>
              <a:rPr lang="vi-VN" b="1"/>
              <a:t>ng, Nguy</a:t>
            </a:r>
            <a:r>
              <a:rPr lang="en-US" b="1"/>
              <a:t>e</a:t>
            </a:r>
            <a:r>
              <a:rPr lang="vi-VN" b="1"/>
              <a:t>n Th</a:t>
            </a:r>
            <a:r>
              <a:rPr lang="en-US" b="1"/>
              <a:t>i</a:t>
            </a:r>
            <a:r>
              <a:rPr lang="vi-VN" b="1"/>
              <a:t> H</a:t>
            </a:r>
            <a:r>
              <a:rPr lang="en-US" b="1"/>
              <a:t>a</a:t>
            </a:r>
            <a:r>
              <a:rPr lang="vi-VN" b="1"/>
              <a:t>nh, V</a:t>
            </a:r>
            <a:r>
              <a:rPr lang="en-US" b="1"/>
              <a:t>o</a:t>
            </a:r>
            <a:r>
              <a:rPr lang="vi-VN" b="1"/>
              <a:t> V</a:t>
            </a:r>
            <a:r>
              <a:rPr lang="en-US" b="1"/>
              <a:t>a</a:t>
            </a:r>
            <a:r>
              <a:rPr lang="vi-VN" b="1"/>
              <a:t>n L</a:t>
            </a:r>
            <a:r>
              <a:rPr lang="en-US" b="1"/>
              <a:t>uon</a:t>
            </a:r>
            <a:r>
              <a:rPr lang="vi-VN" b="1"/>
              <a:t>g</a:t>
            </a:r>
            <a:r>
              <a:rPr lang="en-US" b="1"/>
              <a:t>,</a:t>
            </a:r>
            <a:r>
              <a:rPr lang="vi-VN" b="1"/>
              <a:t> L</a:t>
            </a:r>
            <a:r>
              <a:rPr lang="en-US" b="1"/>
              <a:t>e</a:t>
            </a:r>
            <a:r>
              <a:rPr lang="vi-VN" b="1"/>
              <a:t> Th</a:t>
            </a:r>
            <a:r>
              <a:rPr lang="en-US" b="1"/>
              <a:t>i</a:t>
            </a:r>
            <a:r>
              <a:rPr lang="vi-VN" b="1"/>
              <a:t> B</a:t>
            </a:r>
            <a:r>
              <a:rPr lang="en-US" b="1"/>
              <a:t>i</a:t>
            </a:r>
            <a:r>
              <a:rPr lang="vi-VN" b="1"/>
              <a:t>ch Tra</a:t>
            </a:r>
            <a:endParaRPr lang="en-US" b="1"/>
          </a:p>
          <a:p>
            <a:pPr algn="l">
              <a:lnSpc>
                <a:spcPct val="100000"/>
              </a:lnSpc>
            </a:pPr>
            <a:r>
              <a:rPr lang="en-US" b="1"/>
              <a:t>Faculty of Computer Science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9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65238"/>
            <a:ext cx="10515600" cy="1655761"/>
          </a:xfrm>
        </p:spPr>
        <p:txBody>
          <a:bodyPr>
            <a:normAutofit/>
          </a:bodyPr>
          <a:lstStyle/>
          <a:p>
            <a:r>
              <a:rPr lang="en-US"/>
              <a:t>Case study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3327400"/>
            <a:ext cx="10515600" cy="3174999"/>
          </a:xfrm>
        </p:spPr>
        <p:txBody>
          <a:bodyPr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66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" name="Shape 474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742" name="Shape 474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743" name="Shape 474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Problem</a:t>
            </a:r>
          </a:p>
          <a:p>
            <a:pPr lvl="1">
              <a:defRPr sz="1800"/>
            </a:pPr>
            <a:r>
              <a:rPr sz="2000"/>
              <a:t>A very simple problem to show the use of UML in analysis and design</a:t>
            </a:r>
          </a:p>
          <a:p>
            <a:pPr lvl="1">
              <a:defRPr sz="1800"/>
            </a:pPr>
            <a:r>
              <a:rPr sz="2000"/>
              <a:t>It is taken from the “Applying UML and Patterns” book of Claig Larman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r>
              <a:rPr sz="2000"/>
              <a:t>A dice game</a:t>
            </a:r>
          </a:p>
          <a:p>
            <a:pPr lvl="2">
              <a:defRPr sz="1800"/>
            </a:pPr>
            <a:r>
              <a:rPr/>
              <a:t>The player rolls 10 times 2 dice. If the total of two dice is 7, he gains 10 points. At the end of the game, the score is saved to the scoreboard</a:t>
            </a:r>
          </a:p>
        </p:txBody>
      </p:sp>
      <p:pic>
        <p:nvPicPr>
          <p:cNvPr id="4744" name="dice.jpg" descr="dice"/>
          <p:cNvPicPr/>
          <p:nvPr/>
        </p:nvPicPr>
        <p:blipFill>
          <a:blip r:embed="rId2"/>
          <a:stretch>
            <a:fillRect/>
          </a:stretch>
        </p:blipFill>
        <p:spPr>
          <a:xfrm>
            <a:off x="4361750" y="4439642"/>
            <a:ext cx="2960500" cy="172035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1927158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6" name="Shape 474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747" name="Shape 47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Main Activities of Software Development</a:t>
            </a:r>
          </a:p>
        </p:txBody>
      </p:sp>
      <p:sp>
        <p:nvSpPr>
          <p:cNvPr id="4748" name="Shape 4748"/>
          <p:cNvSpPr/>
          <p:nvPr/>
        </p:nvSpPr>
        <p:spPr>
          <a:xfrm>
            <a:off x="5121368" y="1155934"/>
            <a:ext cx="2762064" cy="1642505"/>
          </a:xfrm>
          <a:prstGeom prst="roundRect">
            <a:avLst>
              <a:gd name="adj" fmla="val 8155"/>
            </a:avLst>
          </a:prstGeom>
          <a:solidFill>
            <a:srgbClr val="00F900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Analysis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Define the conceptual model</a:t>
            </a:r>
          </a:p>
        </p:txBody>
      </p:sp>
      <p:sp>
        <p:nvSpPr>
          <p:cNvPr id="4749" name="Shape 4749"/>
          <p:cNvSpPr/>
          <p:nvPr/>
        </p:nvSpPr>
        <p:spPr>
          <a:xfrm>
            <a:off x="8108659" y="1155934"/>
            <a:ext cx="2762065" cy="1642505"/>
          </a:xfrm>
          <a:prstGeom prst="roundRect">
            <a:avLst>
              <a:gd name="adj" fmla="val 8155"/>
            </a:avLst>
          </a:prstGeom>
          <a:solidFill>
            <a:srgbClr val="00F900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Design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Design the solution / software plan</a:t>
            </a:r>
          </a:p>
        </p:txBody>
      </p:sp>
      <p:sp>
        <p:nvSpPr>
          <p:cNvPr id="4750" name="Shape 4750"/>
          <p:cNvSpPr/>
          <p:nvPr/>
        </p:nvSpPr>
        <p:spPr>
          <a:xfrm>
            <a:off x="2134077" y="3016605"/>
            <a:ext cx="2762065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Implementation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Code the system based on the design</a:t>
            </a:r>
          </a:p>
        </p:txBody>
      </p:sp>
      <p:sp>
        <p:nvSpPr>
          <p:cNvPr id="4751" name="Shape 4751"/>
          <p:cNvSpPr/>
          <p:nvPr/>
        </p:nvSpPr>
        <p:spPr>
          <a:xfrm>
            <a:off x="5121368" y="3016605"/>
            <a:ext cx="2762064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Integration and Test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Prove that the system meets the requirements</a:t>
            </a:r>
          </a:p>
        </p:txBody>
      </p:sp>
      <p:sp>
        <p:nvSpPr>
          <p:cNvPr id="4752" name="Shape 4752"/>
          <p:cNvSpPr/>
          <p:nvPr/>
        </p:nvSpPr>
        <p:spPr>
          <a:xfrm>
            <a:off x="8108659" y="3016605"/>
            <a:ext cx="2762065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Deployment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Installation and training</a:t>
            </a:r>
          </a:p>
        </p:txBody>
      </p:sp>
      <p:sp>
        <p:nvSpPr>
          <p:cNvPr id="4753" name="Shape 4753"/>
          <p:cNvSpPr/>
          <p:nvPr/>
        </p:nvSpPr>
        <p:spPr>
          <a:xfrm>
            <a:off x="5121368" y="4877278"/>
            <a:ext cx="2762064" cy="1642505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Maintenance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Post-install review</a:t>
            </a: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Support docs</a:t>
            </a: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Active support</a:t>
            </a:r>
          </a:p>
        </p:txBody>
      </p:sp>
      <p:sp>
        <p:nvSpPr>
          <p:cNvPr id="4754" name="Shape 4754"/>
          <p:cNvSpPr/>
          <p:nvPr/>
        </p:nvSpPr>
        <p:spPr>
          <a:xfrm>
            <a:off x="2134077" y="1155934"/>
            <a:ext cx="2762065" cy="1642505"/>
          </a:xfrm>
          <a:prstGeom prst="roundRect">
            <a:avLst>
              <a:gd name="adj" fmla="val 8155"/>
            </a:avLst>
          </a:prstGeom>
          <a:solidFill>
            <a:srgbClr val="00F900"/>
          </a:solidFill>
          <a:ln w="6350"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Requirements Gathering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Define requirement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43282156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6" name="Shape 475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757" name="Shape 47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758" name="Shape 475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>
              <a:defRPr sz="1800"/>
            </a:pPr>
            <a:r>
              <a:rPr sz="2000"/>
              <a:t>Requirement analysis</a:t>
            </a:r>
          </a:p>
          <a:p>
            <a:pPr lvl="1">
              <a:defRPr sz="1800"/>
            </a:pPr>
            <a:r>
              <a:rPr sz="2000"/>
              <a:t>Use-case diagram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r>
              <a:rPr sz="2000"/>
              <a:t>Use-case: Play</a:t>
            </a:r>
          </a:p>
          <a:p>
            <a:pPr lvl="2">
              <a:defRPr sz="1800"/>
            </a:pPr>
            <a:r>
              <a:rPr/>
              <a:t>Description: The player rolls 2 dice 10 times. If each time the total is 7, he receives 10 points.</a:t>
            </a:r>
          </a:p>
          <a:p>
            <a:pPr lvl="2">
              <a:defRPr sz="1800"/>
            </a:pPr>
            <a:endParaRPr/>
          </a:p>
          <a:p>
            <a:pPr lvl="1">
              <a:defRPr sz="1800"/>
            </a:pPr>
            <a:r>
              <a:rPr sz="2000"/>
              <a:t>Use-case: View High Score</a:t>
            </a:r>
          </a:p>
          <a:p>
            <a:pPr lvl="2">
              <a:defRPr sz="1800"/>
            </a:pPr>
            <a:r>
              <a:rPr/>
              <a:t>Description: They player consults the scores</a:t>
            </a:r>
          </a:p>
        </p:txBody>
      </p:sp>
      <p:pic>
        <p:nvPicPr>
          <p:cNvPr id="4759" name="image.pdf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3330" y="1698544"/>
            <a:ext cx="4457341" cy="175720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0055812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" name="Shape 476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762" name="Shape 47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763" name="Shape 476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Requirement analysis</a:t>
            </a:r>
          </a:p>
          <a:p>
            <a:pPr lvl="1">
              <a:defRPr sz="1800"/>
            </a:pPr>
            <a:r>
              <a:rPr sz="2000"/>
              <a:t>Activity diagram</a:t>
            </a:r>
          </a:p>
          <a:p>
            <a:pPr lvl="2">
              <a:defRPr sz="1800"/>
            </a:pPr>
            <a:r>
              <a:rPr/>
              <a:t>Some activities are linked to the graphical user interface</a:t>
            </a:r>
          </a:p>
        </p:txBody>
      </p:sp>
      <p:grpSp>
        <p:nvGrpSpPr>
          <p:cNvPr id="4838" name="Group 4838"/>
          <p:cNvGrpSpPr/>
          <p:nvPr/>
        </p:nvGrpSpPr>
        <p:grpSpPr>
          <a:xfrm>
            <a:off x="3180456" y="2264048"/>
            <a:ext cx="5831088" cy="3170040"/>
            <a:chOff x="-1" y="0"/>
            <a:chExt cx="6219826" cy="4508500"/>
          </a:xfrm>
        </p:grpSpPr>
        <p:pic>
          <p:nvPicPr>
            <p:cNvPr id="4764" name="image.pn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6325" y="0"/>
              <a:ext cx="2571750" cy="14684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765" name="Shape 4765"/>
            <p:cNvSpPr/>
            <p:nvPr/>
          </p:nvSpPr>
          <p:spPr>
            <a:xfrm>
              <a:off x="2205037" y="722312"/>
              <a:ext cx="280988" cy="280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31" y="0"/>
                  </a:moveTo>
                  <a:lnTo>
                    <a:pt x="21600" y="10831"/>
                  </a:lnTo>
                  <a:lnTo>
                    <a:pt x="10831" y="21600"/>
                  </a:lnTo>
                  <a:lnTo>
                    <a:pt x="0" y="10831"/>
                  </a:lnTo>
                  <a:lnTo>
                    <a:pt x="10831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66" name="Shape 4766"/>
            <p:cNvSpPr/>
            <p:nvPr/>
          </p:nvSpPr>
          <p:spPr>
            <a:xfrm>
              <a:off x="2205037" y="722312"/>
              <a:ext cx="280988" cy="280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31" y="0"/>
                  </a:moveTo>
                  <a:lnTo>
                    <a:pt x="21600" y="10831"/>
                  </a:lnTo>
                  <a:lnTo>
                    <a:pt x="10831" y="21600"/>
                  </a:lnTo>
                  <a:lnTo>
                    <a:pt x="0" y="10831"/>
                  </a:lnTo>
                  <a:lnTo>
                    <a:pt x="10831" y="0"/>
                  </a:lnTo>
                  <a:close/>
                </a:path>
              </a:pathLst>
            </a:custGeom>
            <a:noFill/>
            <a:ln w="7938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67" name="Shape 4767"/>
            <p:cNvSpPr/>
            <p:nvPr/>
          </p:nvSpPr>
          <p:spPr>
            <a:xfrm flipV="1">
              <a:off x="2266950" y="722312"/>
              <a:ext cx="77788" cy="12701"/>
            </a:xfrm>
            <a:prstGeom prst="line">
              <a:avLst/>
            </a:pr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68" name="Shape 4768"/>
            <p:cNvSpPr/>
            <p:nvPr/>
          </p:nvSpPr>
          <p:spPr>
            <a:xfrm>
              <a:off x="2482850" y="850900"/>
              <a:ext cx="142875" cy="15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40" y="6821"/>
                  </a:moveTo>
                  <a:lnTo>
                    <a:pt x="9000" y="15916"/>
                  </a:lnTo>
                  <a:lnTo>
                    <a:pt x="8760" y="15916"/>
                  </a:lnTo>
                  <a:lnTo>
                    <a:pt x="8520" y="13642"/>
                  </a:lnTo>
                  <a:lnTo>
                    <a:pt x="8520" y="11368"/>
                  </a:lnTo>
                  <a:lnTo>
                    <a:pt x="8760" y="9095"/>
                  </a:lnTo>
                  <a:lnTo>
                    <a:pt x="8880" y="9095"/>
                  </a:lnTo>
                  <a:lnTo>
                    <a:pt x="21240" y="0"/>
                  </a:lnTo>
                  <a:lnTo>
                    <a:pt x="21360" y="0"/>
                  </a:lnTo>
                  <a:lnTo>
                    <a:pt x="21600" y="2274"/>
                  </a:lnTo>
                  <a:lnTo>
                    <a:pt x="21600" y="5684"/>
                  </a:lnTo>
                  <a:lnTo>
                    <a:pt x="21480" y="6821"/>
                  </a:lnTo>
                  <a:lnTo>
                    <a:pt x="21240" y="6821"/>
                  </a:lnTo>
                  <a:close/>
                  <a:moveTo>
                    <a:pt x="1560" y="20463"/>
                  </a:moveTo>
                  <a:lnTo>
                    <a:pt x="480" y="21600"/>
                  </a:lnTo>
                  <a:lnTo>
                    <a:pt x="240" y="21600"/>
                  </a:lnTo>
                  <a:lnTo>
                    <a:pt x="0" y="19326"/>
                  </a:lnTo>
                  <a:lnTo>
                    <a:pt x="0" y="17053"/>
                  </a:lnTo>
                  <a:lnTo>
                    <a:pt x="120" y="14779"/>
                  </a:lnTo>
                  <a:lnTo>
                    <a:pt x="240" y="14779"/>
                  </a:lnTo>
                  <a:lnTo>
                    <a:pt x="360" y="13642"/>
                  </a:lnTo>
                  <a:lnTo>
                    <a:pt x="1680" y="13642"/>
                  </a:lnTo>
                  <a:lnTo>
                    <a:pt x="1920" y="15916"/>
                  </a:lnTo>
                  <a:lnTo>
                    <a:pt x="1920" y="18189"/>
                  </a:lnTo>
                  <a:lnTo>
                    <a:pt x="1680" y="20463"/>
                  </a:lnTo>
                  <a:lnTo>
                    <a:pt x="1560" y="20463"/>
                  </a:lnTo>
                  <a:close/>
                </a:path>
              </a:pathLst>
            </a:custGeom>
            <a:solidFill>
              <a:srgbClr val="333399"/>
            </a:solidFill>
            <a:ln w="3175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69" name="Shape 4769"/>
            <p:cNvSpPr/>
            <p:nvPr/>
          </p:nvSpPr>
          <p:spPr>
            <a:xfrm>
              <a:off x="2486025" y="806450"/>
              <a:ext cx="104775" cy="100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64" y="0"/>
                  </a:moveTo>
                  <a:lnTo>
                    <a:pt x="0" y="12416"/>
                  </a:lnTo>
                  <a:lnTo>
                    <a:pt x="21600" y="2160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70" name="Shape 4770"/>
            <p:cNvSpPr/>
            <p:nvPr/>
          </p:nvSpPr>
          <p:spPr>
            <a:xfrm>
              <a:off x="147637" y="1773237"/>
              <a:ext cx="1317626" cy="288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70" y="21600"/>
                  </a:moveTo>
                  <a:lnTo>
                    <a:pt x="19348" y="21600"/>
                  </a:lnTo>
                  <a:lnTo>
                    <a:pt x="19478" y="21540"/>
                  </a:lnTo>
                  <a:lnTo>
                    <a:pt x="19582" y="21481"/>
                  </a:lnTo>
                  <a:lnTo>
                    <a:pt x="19712" y="21421"/>
                  </a:lnTo>
                  <a:lnTo>
                    <a:pt x="19816" y="21302"/>
                  </a:lnTo>
                  <a:lnTo>
                    <a:pt x="19933" y="21183"/>
                  </a:lnTo>
                  <a:lnTo>
                    <a:pt x="20051" y="21005"/>
                  </a:lnTo>
                  <a:lnTo>
                    <a:pt x="20142" y="20767"/>
                  </a:lnTo>
                  <a:lnTo>
                    <a:pt x="20259" y="20529"/>
                  </a:lnTo>
                  <a:lnTo>
                    <a:pt x="20350" y="20350"/>
                  </a:lnTo>
                  <a:lnTo>
                    <a:pt x="20454" y="20112"/>
                  </a:lnTo>
                  <a:lnTo>
                    <a:pt x="20545" y="19755"/>
                  </a:lnTo>
                  <a:lnTo>
                    <a:pt x="20650" y="19458"/>
                  </a:lnTo>
                  <a:lnTo>
                    <a:pt x="20728" y="19160"/>
                  </a:lnTo>
                  <a:lnTo>
                    <a:pt x="20832" y="18803"/>
                  </a:lnTo>
                  <a:lnTo>
                    <a:pt x="20910" y="18446"/>
                  </a:lnTo>
                  <a:lnTo>
                    <a:pt x="20975" y="18030"/>
                  </a:lnTo>
                  <a:lnTo>
                    <a:pt x="21066" y="17673"/>
                  </a:lnTo>
                  <a:lnTo>
                    <a:pt x="21131" y="17316"/>
                  </a:lnTo>
                  <a:lnTo>
                    <a:pt x="21183" y="16840"/>
                  </a:lnTo>
                  <a:lnTo>
                    <a:pt x="21261" y="16423"/>
                  </a:lnTo>
                  <a:lnTo>
                    <a:pt x="21314" y="15947"/>
                  </a:lnTo>
                  <a:lnTo>
                    <a:pt x="21366" y="15531"/>
                  </a:lnTo>
                  <a:lnTo>
                    <a:pt x="21418" y="14995"/>
                  </a:lnTo>
                  <a:lnTo>
                    <a:pt x="21457" y="14579"/>
                  </a:lnTo>
                  <a:lnTo>
                    <a:pt x="21496" y="14043"/>
                  </a:lnTo>
                  <a:lnTo>
                    <a:pt x="21522" y="13567"/>
                  </a:lnTo>
                  <a:lnTo>
                    <a:pt x="21548" y="12972"/>
                  </a:lnTo>
                  <a:lnTo>
                    <a:pt x="21561" y="12436"/>
                  </a:lnTo>
                  <a:lnTo>
                    <a:pt x="21600" y="11960"/>
                  </a:lnTo>
                  <a:lnTo>
                    <a:pt x="21600" y="9699"/>
                  </a:lnTo>
                  <a:lnTo>
                    <a:pt x="21561" y="9164"/>
                  </a:lnTo>
                  <a:lnTo>
                    <a:pt x="21548" y="8628"/>
                  </a:lnTo>
                  <a:lnTo>
                    <a:pt x="21522" y="8152"/>
                  </a:lnTo>
                  <a:lnTo>
                    <a:pt x="21496" y="7617"/>
                  </a:lnTo>
                  <a:lnTo>
                    <a:pt x="21457" y="7140"/>
                  </a:lnTo>
                  <a:lnTo>
                    <a:pt x="21418" y="6605"/>
                  </a:lnTo>
                  <a:lnTo>
                    <a:pt x="21314" y="5653"/>
                  </a:lnTo>
                  <a:lnTo>
                    <a:pt x="21261" y="5236"/>
                  </a:lnTo>
                  <a:lnTo>
                    <a:pt x="21183" y="4760"/>
                  </a:lnTo>
                  <a:lnTo>
                    <a:pt x="21131" y="4344"/>
                  </a:lnTo>
                  <a:lnTo>
                    <a:pt x="21066" y="3927"/>
                  </a:lnTo>
                  <a:lnTo>
                    <a:pt x="20975" y="3570"/>
                  </a:lnTo>
                  <a:lnTo>
                    <a:pt x="20910" y="3154"/>
                  </a:lnTo>
                  <a:lnTo>
                    <a:pt x="20832" y="2797"/>
                  </a:lnTo>
                  <a:lnTo>
                    <a:pt x="20728" y="2499"/>
                  </a:lnTo>
                  <a:lnTo>
                    <a:pt x="20650" y="2142"/>
                  </a:lnTo>
                  <a:lnTo>
                    <a:pt x="20545" y="1845"/>
                  </a:lnTo>
                  <a:lnTo>
                    <a:pt x="20454" y="1607"/>
                  </a:lnTo>
                  <a:lnTo>
                    <a:pt x="20350" y="1309"/>
                  </a:lnTo>
                  <a:lnTo>
                    <a:pt x="20259" y="1071"/>
                  </a:lnTo>
                  <a:lnTo>
                    <a:pt x="20142" y="833"/>
                  </a:lnTo>
                  <a:lnTo>
                    <a:pt x="20051" y="655"/>
                  </a:lnTo>
                  <a:lnTo>
                    <a:pt x="19816" y="298"/>
                  </a:lnTo>
                  <a:lnTo>
                    <a:pt x="19712" y="179"/>
                  </a:lnTo>
                  <a:lnTo>
                    <a:pt x="19582" y="119"/>
                  </a:lnTo>
                  <a:lnTo>
                    <a:pt x="19478" y="60"/>
                  </a:lnTo>
                  <a:lnTo>
                    <a:pt x="19348" y="0"/>
                  </a:lnTo>
                  <a:lnTo>
                    <a:pt x="2239" y="0"/>
                  </a:lnTo>
                  <a:lnTo>
                    <a:pt x="2135" y="60"/>
                  </a:lnTo>
                  <a:lnTo>
                    <a:pt x="2005" y="119"/>
                  </a:lnTo>
                  <a:lnTo>
                    <a:pt x="1901" y="179"/>
                  </a:lnTo>
                  <a:lnTo>
                    <a:pt x="1771" y="298"/>
                  </a:lnTo>
                  <a:lnTo>
                    <a:pt x="1654" y="476"/>
                  </a:lnTo>
                  <a:lnTo>
                    <a:pt x="1562" y="655"/>
                  </a:lnTo>
                  <a:lnTo>
                    <a:pt x="1445" y="833"/>
                  </a:lnTo>
                  <a:lnTo>
                    <a:pt x="1237" y="1309"/>
                  </a:lnTo>
                  <a:lnTo>
                    <a:pt x="1146" y="1607"/>
                  </a:lnTo>
                  <a:lnTo>
                    <a:pt x="1042" y="1845"/>
                  </a:lnTo>
                  <a:lnTo>
                    <a:pt x="950" y="2142"/>
                  </a:lnTo>
                  <a:lnTo>
                    <a:pt x="859" y="2499"/>
                  </a:lnTo>
                  <a:lnTo>
                    <a:pt x="781" y="2797"/>
                  </a:lnTo>
                  <a:lnTo>
                    <a:pt x="612" y="3570"/>
                  </a:lnTo>
                  <a:lnTo>
                    <a:pt x="547" y="3927"/>
                  </a:lnTo>
                  <a:lnTo>
                    <a:pt x="469" y="4344"/>
                  </a:lnTo>
                  <a:lnTo>
                    <a:pt x="404" y="4760"/>
                  </a:lnTo>
                  <a:lnTo>
                    <a:pt x="352" y="5236"/>
                  </a:lnTo>
                  <a:lnTo>
                    <a:pt x="273" y="5653"/>
                  </a:lnTo>
                  <a:lnTo>
                    <a:pt x="234" y="6129"/>
                  </a:lnTo>
                  <a:lnTo>
                    <a:pt x="182" y="6605"/>
                  </a:lnTo>
                  <a:lnTo>
                    <a:pt x="143" y="7140"/>
                  </a:lnTo>
                  <a:lnTo>
                    <a:pt x="117" y="7617"/>
                  </a:lnTo>
                  <a:lnTo>
                    <a:pt x="65" y="8152"/>
                  </a:lnTo>
                  <a:lnTo>
                    <a:pt x="39" y="8628"/>
                  </a:lnTo>
                  <a:lnTo>
                    <a:pt x="0" y="10235"/>
                  </a:lnTo>
                  <a:lnTo>
                    <a:pt x="0" y="11365"/>
                  </a:lnTo>
                  <a:lnTo>
                    <a:pt x="13" y="11960"/>
                  </a:lnTo>
                  <a:lnTo>
                    <a:pt x="26" y="12436"/>
                  </a:lnTo>
                  <a:lnTo>
                    <a:pt x="39" y="12972"/>
                  </a:lnTo>
                  <a:lnTo>
                    <a:pt x="65" y="13567"/>
                  </a:lnTo>
                  <a:lnTo>
                    <a:pt x="117" y="14043"/>
                  </a:lnTo>
                  <a:lnTo>
                    <a:pt x="143" y="14579"/>
                  </a:lnTo>
                  <a:lnTo>
                    <a:pt x="182" y="14995"/>
                  </a:lnTo>
                  <a:lnTo>
                    <a:pt x="234" y="15531"/>
                  </a:lnTo>
                  <a:lnTo>
                    <a:pt x="273" y="15947"/>
                  </a:lnTo>
                  <a:lnTo>
                    <a:pt x="352" y="16423"/>
                  </a:lnTo>
                  <a:lnTo>
                    <a:pt x="404" y="16840"/>
                  </a:lnTo>
                  <a:lnTo>
                    <a:pt x="469" y="17316"/>
                  </a:lnTo>
                  <a:lnTo>
                    <a:pt x="547" y="17673"/>
                  </a:lnTo>
                  <a:lnTo>
                    <a:pt x="612" y="18030"/>
                  </a:lnTo>
                  <a:lnTo>
                    <a:pt x="859" y="19160"/>
                  </a:lnTo>
                  <a:lnTo>
                    <a:pt x="1042" y="19755"/>
                  </a:lnTo>
                  <a:lnTo>
                    <a:pt x="1146" y="20112"/>
                  </a:lnTo>
                  <a:lnTo>
                    <a:pt x="1237" y="20350"/>
                  </a:lnTo>
                  <a:lnTo>
                    <a:pt x="1341" y="20529"/>
                  </a:lnTo>
                  <a:lnTo>
                    <a:pt x="1445" y="20767"/>
                  </a:lnTo>
                  <a:lnTo>
                    <a:pt x="1562" y="21005"/>
                  </a:lnTo>
                  <a:lnTo>
                    <a:pt x="1654" y="21124"/>
                  </a:lnTo>
                  <a:lnTo>
                    <a:pt x="1771" y="21302"/>
                  </a:lnTo>
                  <a:lnTo>
                    <a:pt x="1901" y="21421"/>
                  </a:lnTo>
                  <a:lnTo>
                    <a:pt x="2005" y="21481"/>
                  </a:lnTo>
                  <a:lnTo>
                    <a:pt x="2135" y="21540"/>
                  </a:lnTo>
                  <a:lnTo>
                    <a:pt x="2239" y="21600"/>
                  </a:lnTo>
                  <a:lnTo>
                    <a:pt x="237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71" name="Shape 4771"/>
            <p:cNvSpPr/>
            <p:nvPr/>
          </p:nvSpPr>
          <p:spPr>
            <a:xfrm>
              <a:off x="147637" y="1773237"/>
              <a:ext cx="1317626" cy="288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70" y="21600"/>
                  </a:moveTo>
                  <a:lnTo>
                    <a:pt x="19348" y="21600"/>
                  </a:lnTo>
                  <a:lnTo>
                    <a:pt x="19478" y="21540"/>
                  </a:lnTo>
                  <a:lnTo>
                    <a:pt x="19582" y="21481"/>
                  </a:lnTo>
                  <a:lnTo>
                    <a:pt x="19712" y="21421"/>
                  </a:lnTo>
                  <a:lnTo>
                    <a:pt x="19816" y="21302"/>
                  </a:lnTo>
                  <a:lnTo>
                    <a:pt x="19933" y="21183"/>
                  </a:lnTo>
                  <a:lnTo>
                    <a:pt x="20051" y="21005"/>
                  </a:lnTo>
                  <a:lnTo>
                    <a:pt x="20142" y="20767"/>
                  </a:lnTo>
                  <a:lnTo>
                    <a:pt x="20259" y="20529"/>
                  </a:lnTo>
                  <a:lnTo>
                    <a:pt x="20350" y="20350"/>
                  </a:lnTo>
                  <a:lnTo>
                    <a:pt x="20454" y="20112"/>
                  </a:lnTo>
                  <a:lnTo>
                    <a:pt x="20545" y="19755"/>
                  </a:lnTo>
                  <a:lnTo>
                    <a:pt x="20650" y="19458"/>
                  </a:lnTo>
                  <a:lnTo>
                    <a:pt x="20728" y="19160"/>
                  </a:lnTo>
                  <a:lnTo>
                    <a:pt x="20832" y="18803"/>
                  </a:lnTo>
                  <a:lnTo>
                    <a:pt x="20910" y="18446"/>
                  </a:lnTo>
                  <a:lnTo>
                    <a:pt x="20975" y="18030"/>
                  </a:lnTo>
                  <a:lnTo>
                    <a:pt x="21066" y="17673"/>
                  </a:lnTo>
                  <a:lnTo>
                    <a:pt x="21131" y="17316"/>
                  </a:lnTo>
                  <a:lnTo>
                    <a:pt x="21183" y="16840"/>
                  </a:lnTo>
                  <a:lnTo>
                    <a:pt x="21261" y="16423"/>
                  </a:lnTo>
                  <a:lnTo>
                    <a:pt x="21314" y="15947"/>
                  </a:lnTo>
                  <a:lnTo>
                    <a:pt x="21366" y="15531"/>
                  </a:lnTo>
                  <a:lnTo>
                    <a:pt x="21418" y="14995"/>
                  </a:lnTo>
                  <a:lnTo>
                    <a:pt x="21457" y="14579"/>
                  </a:lnTo>
                  <a:lnTo>
                    <a:pt x="21496" y="14043"/>
                  </a:lnTo>
                  <a:lnTo>
                    <a:pt x="21522" y="13567"/>
                  </a:lnTo>
                  <a:lnTo>
                    <a:pt x="21548" y="12972"/>
                  </a:lnTo>
                  <a:lnTo>
                    <a:pt x="21561" y="12436"/>
                  </a:lnTo>
                  <a:lnTo>
                    <a:pt x="21600" y="11960"/>
                  </a:lnTo>
                  <a:lnTo>
                    <a:pt x="21600" y="9699"/>
                  </a:lnTo>
                  <a:lnTo>
                    <a:pt x="21561" y="9164"/>
                  </a:lnTo>
                  <a:lnTo>
                    <a:pt x="21548" y="8628"/>
                  </a:lnTo>
                  <a:lnTo>
                    <a:pt x="21522" y="8152"/>
                  </a:lnTo>
                  <a:lnTo>
                    <a:pt x="21496" y="7617"/>
                  </a:lnTo>
                  <a:lnTo>
                    <a:pt x="21457" y="7140"/>
                  </a:lnTo>
                  <a:lnTo>
                    <a:pt x="21418" y="6605"/>
                  </a:lnTo>
                  <a:lnTo>
                    <a:pt x="21314" y="5653"/>
                  </a:lnTo>
                  <a:lnTo>
                    <a:pt x="21261" y="5236"/>
                  </a:lnTo>
                  <a:lnTo>
                    <a:pt x="21183" y="4760"/>
                  </a:lnTo>
                  <a:lnTo>
                    <a:pt x="21131" y="4344"/>
                  </a:lnTo>
                  <a:lnTo>
                    <a:pt x="21066" y="3927"/>
                  </a:lnTo>
                  <a:lnTo>
                    <a:pt x="20975" y="3570"/>
                  </a:lnTo>
                  <a:lnTo>
                    <a:pt x="20910" y="3154"/>
                  </a:lnTo>
                  <a:lnTo>
                    <a:pt x="20832" y="2797"/>
                  </a:lnTo>
                  <a:lnTo>
                    <a:pt x="20728" y="2499"/>
                  </a:lnTo>
                  <a:lnTo>
                    <a:pt x="20650" y="2142"/>
                  </a:lnTo>
                  <a:lnTo>
                    <a:pt x="20545" y="1845"/>
                  </a:lnTo>
                  <a:lnTo>
                    <a:pt x="20454" y="1607"/>
                  </a:lnTo>
                  <a:lnTo>
                    <a:pt x="20350" y="1309"/>
                  </a:lnTo>
                  <a:lnTo>
                    <a:pt x="20259" y="1071"/>
                  </a:lnTo>
                  <a:lnTo>
                    <a:pt x="20142" y="833"/>
                  </a:lnTo>
                  <a:lnTo>
                    <a:pt x="20051" y="655"/>
                  </a:lnTo>
                  <a:lnTo>
                    <a:pt x="19816" y="298"/>
                  </a:lnTo>
                  <a:lnTo>
                    <a:pt x="19712" y="179"/>
                  </a:lnTo>
                  <a:lnTo>
                    <a:pt x="19582" y="119"/>
                  </a:lnTo>
                  <a:lnTo>
                    <a:pt x="19478" y="60"/>
                  </a:lnTo>
                  <a:lnTo>
                    <a:pt x="19348" y="0"/>
                  </a:lnTo>
                  <a:lnTo>
                    <a:pt x="2239" y="0"/>
                  </a:lnTo>
                  <a:lnTo>
                    <a:pt x="2135" y="60"/>
                  </a:lnTo>
                  <a:lnTo>
                    <a:pt x="2005" y="119"/>
                  </a:lnTo>
                  <a:lnTo>
                    <a:pt x="1901" y="179"/>
                  </a:lnTo>
                  <a:lnTo>
                    <a:pt x="1771" y="298"/>
                  </a:lnTo>
                  <a:lnTo>
                    <a:pt x="1654" y="476"/>
                  </a:lnTo>
                  <a:lnTo>
                    <a:pt x="1562" y="655"/>
                  </a:lnTo>
                  <a:lnTo>
                    <a:pt x="1445" y="833"/>
                  </a:lnTo>
                  <a:lnTo>
                    <a:pt x="1237" y="1309"/>
                  </a:lnTo>
                  <a:lnTo>
                    <a:pt x="1146" y="1607"/>
                  </a:lnTo>
                  <a:lnTo>
                    <a:pt x="1042" y="1845"/>
                  </a:lnTo>
                  <a:lnTo>
                    <a:pt x="950" y="2142"/>
                  </a:lnTo>
                  <a:lnTo>
                    <a:pt x="859" y="2499"/>
                  </a:lnTo>
                  <a:lnTo>
                    <a:pt x="781" y="2797"/>
                  </a:lnTo>
                  <a:lnTo>
                    <a:pt x="612" y="3570"/>
                  </a:lnTo>
                  <a:lnTo>
                    <a:pt x="547" y="3927"/>
                  </a:lnTo>
                  <a:lnTo>
                    <a:pt x="469" y="4344"/>
                  </a:lnTo>
                  <a:lnTo>
                    <a:pt x="404" y="4760"/>
                  </a:lnTo>
                  <a:lnTo>
                    <a:pt x="352" y="5236"/>
                  </a:lnTo>
                  <a:lnTo>
                    <a:pt x="273" y="5653"/>
                  </a:lnTo>
                  <a:lnTo>
                    <a:pt x="234" y="6129"/>
                  </a:lnTo>
                  <a:lnTo>
                    <a:pt x="182" y="6605"/>
                  </a:lnTo>
                  <a:lnTo>
                    <a:pt x="143" y="7140"/>
                  </a:lnTo>
                  <a:lnTo>
                    <a:pt x="117" y="7617"/>
                  </a:lnTo>
                  <a:lnTo>
                    <a:pt x="65" y="8152"/>
                  </a:lnTo>
                  <a:lnTo>
                    <a:pt x="39" y="8628"/>
                  </a:lnTo>
                  <a:lnTo>
                    <a:pt x="0" y="10235"/>
                  </a:lnTo>
                  <a:lnTo>
                    <a:pt x="0" y="11365"/>
                  </a:lnTo>
                  <a:lnTo>
                    <a:pt x="13" y="11960"/>
                  </a:lnTo>
                  <a:lnTo>
                    <a:pt x="26" y="12436"/>
                  </a:lnTo>
                  <a:lnTo>
                    <a:pt x="39" y="12972"/>
                  </a:lnTo>
                  <a:lnTo>
                    <a:pt x="65" y="13567"/>
                  </a:lnTo>
                  <a:lnTo>
                    <a:pt x="117" y="14043"/>
                  </a:lnTo>
                  <a:lnTo>
                    <a:pt x="143" y="14579"/>
                  </a:lnTo>
                  <a:lnTo>
                    <a:pt x="182" y="14995"/>
                  </a:lnTo>
                  <a:lnTo>
                    <a:pt x="234" y="15531"/>
                  </a:lnTo>
                  <a:lnTo>
                    <a:pt x="273" y="15947"/>
                  </a:lnTo>
                  <a:lnTo>
                    <a:pt x="352" y="16423"/>
                  </a:lnTo>
                  <a:lnTo>
                    <a:pt x="404" y="16840"/>
                  </a:lnTo>
                  <a:lnTo>
                    <a:pt x="469" y="17316"/>
                  </a:lnTo>
                  <a:lnTo>
                    <a:pt x="547" y="17673"/>
                  </a:lnTo>
                  <a:lnTo>
                    <a:pt x="612" y="18030"/>
                  </a:lnTo>
                  <a:lnTo>
                    <a:pt x="859" y="19160"/>
                  </a:lnTo>
                  <a:lnTo>
                    <a:pt x="1042" y="19755"/>
                  </a:lnTo>
                  <a:lnTo>
                    <a:pt x="1146" y="20112"/>
                  </a:lnTo>
                  <a:lnTo>
                    <a:pt x="1237" y="20350"/>
                  </a:lnTo>
                  <a:lnTo>
                    <a:pt x="1341" y="20529"/>
                  </a:lnTo>
                  <a:lnTo>
                    <a:pt x="1445" y="20767"/>
                  </a:lnTo>
                  <a:lnTo>
                    <a:pt x="1562" y="21005"/>
                  </a:lnTo>
                  <a:lnTo>
                    <a:pt x="1654" y="21124"/>
                  </a:lnTo>
                  <a:lnTo>
                    <a:pt x="1771" y="21302"/>
                  </a:lnTo>
                  <a:lnTo>
                    <a:pt x="1901" y="21421"/>
                  </a:lnTo>
                  <a:lnTo>
                    <a:pt x="2005" y="21481"/>
                  </a:lnTo>
                  <a:lnTo>
                    <a:pt x="2135" y="21540"/>
                  </a:lnTo>
                  <a:lnTo>
                    <a:pt x="2239" y="21600"/>
                  </a:lnTo>
                  <a:lnTo>
                    <a:pt x="2370" y="2160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72" name="Shape 4772"/>
            <p:cNvSpPr/>
            <p:nvPr/>
          </p:nvSpPr>
          <p:spPr>
            <a:xfrm>
              <a:off x="219075" y="1822451"/>
              <a:ext cx="1114835" cy="24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3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100"/>
                <a:t>View High Score</a:t>
              </a:r>
            </a:p>
          </p:txBody>
        </p:sp>
        <p:sp>
          <p:nvSpPr>
            <p:cNvPr id="4773" name="Shape 4773"/>
            <p:cNvSpPr/>
            <p:nvPr/>
          </p:nvSpPr>
          <p:spPr>
            <a:xfrm>
              <a:off x="2082800" y="1773237"/>
              <a:ext cx="609600" cy="288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34" y="21600"/>
                  </a:moveTo>
                  <a:lnTo>
                    <a:pt x="16747" y="21600"/>
                  </a:lnTo>
                  <a:lnTo>
                    <a:pt x="17028" y="21540"/>
                  </a:lnTo>
                  <a:lnTo>
                    <a:pt x="17252" y="21481"/>
                  </a:lnTo>
                  <a:lnTo>
                    <a:pt x="17504" y="21421"/>
                  </a:lnTo>
                  <a:lnTo>
                    <a:pt x="17785" y="21302"/>
                  </a:lnTo>
                  <a:lnTo>
                    <a:pt x="18009" y="21183"/>
                  </a:lnTo>
                  <a:lnTo>
                    <a:pt x="18262" y="21005"/>
                  </a:lnTo>
                  <a:lnTo>
                    <a:pt x="18458" y="20767"/>
                  </a:lnTo>
                  <a:lnTo>
                    <a:pt x="18711" y="20529"/>
                  </a:lnTo>
                  <a:lnTo>
                    <a:pt x="18907" y="20350"/>
                  </a:lnTo>
                  <a:lnTo>
                    <a:pt x="19131" y="20112"/>
                  </a:lnTo>
                  <a:lnTo>
                    <a:pt x="19328" y="19755"/>
                  </a:lnTo>
                  <a:lnTo>
                    <a:pt x="19552" y="19458"/>
                  </a:lnTo>
                  <a:lnTo>
                    <a:pt x="19721" y="19160"/>
                  </a:lnTo>
                  <a:lnTo>
                    <a:pt x="19945" y="18803"/>
                  </a:lnTo>
                  <a:lnTo>
                    <a:pt x="20085" y="18446"/>
                  </a:lnTo>
                  <a:lnTo>
                    <a:pt x="20282" y="18030"/>
                  </a:lnTo>
                  <a:lnTo>
                    <a:pt x="20562" y="17316"/>
                  </a:lnTo>
                  <a:lnTo>
                    <a:pt x="20730" y="16840"/>
                  </a:lnTo>
                  <a:lnTo>
                    <a:pt x="20871" y="16423"/>
                  </a:lnTo>
                  <a:lnTo>
                    <a:pt x="20983" y="15947"/>
                  </a:lnTo>
                  <a:lnTo>
                    <a:pt x="21123" y="15531"/>
                  </a:lnTo>
                  <a:lnTo>
                    <a:pt x="21207" y="14995"/>
                  </a:lnTo>
                  <a:lnTo>
                    <a:pt x="21291" y="14579"/>
                  </a:lnTo>
                  <a:lnTo>
                    <a:pt x="21376" y="14043"/>
                  </a:lnTo>
                  <a:lnTo>
                    <a:pt x="21432" y="13567"/>
                  </a:lnTo>
                  <a:lnTo>
                    <a:pt x="21516" y="12972"/>
                  </a:lnTo>
                  <a:lnTo>
                    <a:pt x="21544" y="12436"/>
                  </a:lnTo>
                  <a:lnTo>
                    <a:pt x="21572" y="11960"/>
                  </a:lnTo>
                  <a:lnTo>
                    <a:pt x="21600" y="11365"/>
                  </a:lnTo>
                  <a:lnTo>
                    <a:pt x="21600" y="10235"/>
                  </a:lnTo>
                  <a:lnTo>
                    <a:pt x="21516" y="8628"/>
                  </a:lnTo>
                  <a:lnTo>
                    <a:pt x="21432" y="8152"/>
                  </a:lnTo>
                  <a:lnTo>
                    <a:pt x="21376" y="7617"/>
                  </a:lnTo>
                  <a:lnTo>
                    <a:pt x="21291" y="7140"/>
                  </a:lnTo>
                  <a:lnTo>
                    <a:pt x="21207" y="6605"/>
                  </a:lnTo>
                  <a:lnTo>
                    <a:pt x="21123" y="6129"/>
                  </a:lnTo>
                  <a:lnTo>
                    <a:pt x="20983" y="5653"/>
                  </a:lnTo>
                  <a:lnTo>
                    <a:pt x="20871" y="5236"/>
                  </a:lnTo>
                  <a:lnTo>
                    <a:pt x="20730" y="4760"/>
                  </a:lnTo>
                  <a:lnTo>
                    <a:pt x="20562" y="4344"/>
                  </a:lnTo>
                  <a:lnTo>
                    <a:pt x="20422" y="3927"/>
                  </a:lnTo>
                  <a:lnTo>
                    <a:pt x="20282" y="3570"/>
                  </a:lnTo>
                  <a:lnTo>
                    <a:pt x="20085" y="3154"/>
                  </a:lnTo>
                  <a:lnTo>
                    <a:pt x="19945" y="2797"/>
                  </a:lnTo>
                  <a:lnTo>
                    <a:pt x="19721" y="2499"/>
                  </a:lnTo>
                  <a:lnTo>
                    <a:pt x="19552" y="2142"/>
                  </a:lnTo>
                  <a:lnTo>
                    <a:pt x="19328" y="1845"/>
                  </a:lnTo>
                  <a:lnTo>
                    <a:pt x="19131" y="1607"/>
                  </a:lnTo>
                  <a:lnTo>
                    <a:pt x="18907" y="1309"/>
                  </a:lnTo>
                  <a:lnTo>
                    <a:pt x="18711" y="1071"/>
                  </a:lnTo>
                  <a:lnTo>
                    <a:pt x="18458" y="833"/>
                  </a:lnTo>
                  <a:lnTo>
                    <a:pt x="18262" y="655"/>
                  </a:lnTo>
                  <a:lnTo>
                    <a:pt x="18009" y="476"/>
                  </a:lnTo>
                  <a:lnTo>
                    <a:pt x="17785" y="298"/>
                  </a:lnTo>
                  <a:lnTo>
                    <a:pt x="17504" y="179"/>
                  </a:lnTo>
                  <a:lnTo>
                    <a:pt x="17252" y="119"/>
                  </a:lnTo>
                  <a:lnTo>
                    <a:pt x="17028" y="60"/>
                  </a:lnTo>
                  <a:lnTo>
                    <a:pt x="16747" y="0"/>
                  </a:lnTo>
                  <a:lnTo>
                    <a:pt x="4853" y="0"/>
                  </a:lnTo>
                  <a:lnTo>
                    <a:pt x="4096" y="179"/>
                  </a:lnTo>
                  <a:lnTo>
                    <a:pt x="3871" y="298"/>
                  </a:lnTo>
                  <a:lnTo>
                    <a:pt x="3366" y="655"/>
                  </a:lnTo>
                  <a:lnTo>
                    <a:pt x="3142" y="833"/>
                  </a:lnTo>
                  <a:lnTo>
                    <a:pt x="2889" y="1071"/>
                  </a:lnTo>
                  <a:lnTo>
                    <a:pt x="2693" y="1309"/>
                  </a:lnTo>
                  <a:lnTo>
                    <a:pt x="2469" y="1607"/>
                  </a:lnTo>
                  <a:lnTo>
                    <a:pt x="2272" y="1845"/>
                  </a:lnTo>
                  <a:lnTo>
                    <a:pt x="2048" y="2142"/>
                  </a:lnTo>
                  <a:lnTo>
                    <a:pt x="1879" y="2499"/>
                  </a:lnTo>
                  <a:lnTo>
                    <a:pt x="1683" y="2797"/>
                  </a:lnTo>
                  <a:lnTo>
                    <a:pt x="1515" y="3154"/>
                  </a:lnTo>
                  <a:lnTo>
                    <a:pt x="1346" y="3570"/>
                  </a:lnTo>
                  <a:lnTo>
                    <a:pt x="1178" y="3927"/>
                  </a:lnTo>
                  <a:lnTo>
                    <a:pt x="898" y="4760"/>
                  </a:lnTo>
                  <a:lnTo>
                    <a:pt x="757" y="5236"/>
                  </a:lnTo>
                  <a:lnTo>
                    <a:pt x="645" y="5653"/>
                  </a:lnTo>
                  <a:lnTo>
                    <a:pt x="421" y="6605"/>
                  </a:lnTo>
                  <a:lnTo>
                    <a:pt x="309" y="7140"/>
                  </a:lnTo>
                  <a:lnTo>
                    <a:pt x="252" y="7617"/>
                  </a:lnTo>
                  <a:lnTo>
                    <a:pt x="168" y="8152"/>
                  </a:lnTo>
                  <a:lnTo>
                    <a:pt x="140" y="8628"/>
                  </a:lnTo>
                  <a:lnTo>
                    <a:pt x="84" y="9164"/>
                  </a:lnTo>
                  <a:lnTo>
                    <a:pt x="56" y="9699"/>
                  </a:lnTo>
                  <a:lnTo>
                    <a:pt x="0" y="10235"/>
                  </a:lnTo>
                  <a:lnTo>
                    <a:pt x="0" y="11365"/>
                  </a:lnTo>
                  <a:lnTo>
                    <a:pt x="56" y="11960"/>
                  </a:lnTo>
                  <a:lnTo>
                    <a:pt x="84" y="12436"/>
                  </a:lnTo>
                  <a:lnTo>
                    <a:pt x="140" y="12972"/>
                  </a:lnTo>
                  <a:lnTo>
                    <a:pt x="168" y="13567"/>
                  </a:lnTo>
                  <a:lnTo>
                    <a:pt x="252" y="14043"/>
                  </a:lnTo>
                  <a:lnTo>
                    <a:pt x="309" y="14579"/>
                  </a:lnTo>
                  <a:lnTo>
                    <a:pt x="421" y="14995"/>
                  </a:lnTo>
                  <a:lnTo>
                    <a:pt x="533" y="15531"/>
                  </a:lnTo>
                  <a:lnTo>
                    <a:pt x="645" y="15947"/>
                  </a:lnTo>
                  <a:lnTo>
                    <a:pt x="757" y="16423"/>
                  </a:lnTo>
                  <a:lnTo>
                    <a:pt x="898" y="16840"/>
                  </a:lnTo>
                  <a:lnTo>
                    <a:pt x="1038" y="17316"/>
                  </a:lnTo>
                  <a:lnTo>
                    <a:pt x="1178" y="17673"/>
                  </a:lnTo>
                  <a:lnTo>
                    <a:pt x="1346" y="18030"/>
                  </a:lnTo>
                  <a:lnTo>
                    <a:pt x="1515" y="18446"/>
                  </a:lnTo>
                  <a:lnTo>
                    <a:pt x="1683" y="18803"/>
                  </a:lnTo>
                  <a:lnTo>
                    <a:pt x="1879" y="19160"/>
                  </a:lnTo>
                  <a:lnTo>
                    <a:pt x="2048" y="19458"/>
                  </a:lnTo>
                  <a:lnTo>
                    <a:pt x="2272" y="19755"/>
                  </a:lnTo>
                  <a:lnTo>
                    <a:pt x="2469" y="20112"/>
                  </a:lnTo>
                  <a:lnTo>
                    <a:pt x="2693" y="20350"/>
                  </a:lnTo>
                  <a:lnTo>
                    <a:pt x="2889" y="20529"/>
                  </a:lnTo>
                  <a:lnTo>
                    <a:pt x="3142" y="20767"/>
                  </a:lnTo>
                  <a:lnTo>
                    <a:pt x="3366" y="21005"/>
                  </a:lnTo>
                  <a:lnTo>
                    <a:pt x="3619" y="21124"/>
                  </a:lnTo>
                  <a:lnTo>
                    <a:pt x="3871" y="21302"/>
                  </a:lnTo>
                  <a:lnTo>
                    <a:pt x="4096" y="21421"/>
                  </a:lnTo>
                  <a:lnTo>
                    <a:pt x="4853" y="21600"/>
                  </a:lnTo>
                  <a:lnTo>
                    <a:pt x="5134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74" name="Shape 4774"/>
            <p:cNvSpPr/>
            <p:nvPr/>
          </p:nvSpPr>
          <p:spPr>
            <a:xfrm>
              <a:off x="2082800" y="1773237"/>
              <a:ext cx="609600" cy="288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34" y="21600"/>
                  </a:moveTo>
                  <a:lnTo>
                    <a:pt x="16747" y="21600"/>
                  </a:lnTo>
                  <a:lnTo>
                    <a:pt x="17028" y="21540"/>
                  </a:lnTo>
                  <a:lnTo>
                    <a:pt x="17252" y="21481"/>
                  </a:lnTo>
                  <a:lnTo>
                    <a:pt x="17504" y="21421"/>
                  </a:lnTo>
                  <a:lnTo>
                    <a:pt x="17785" y="21302"/>
                  </a:lnTo>
                  <a:lnTo>
                    <a:pt x="18009" y="21183"/>
                  </a:lnTo>
                  <a:lnTo>
                    <a:pt x="18262" y="21005"/>
                  </a:lnTo>
                  <a:lnTo>
                    <a:pt x="18458" y="20767"/>
                  </a:lnTo>
                  <a:lnTo>
                    <a:pt x="18711" y="20529"/>
                  </a:lnTo>
                  <a:lnTo>
                    <a:pt x="18907" y="20350"/>
                  </a:lnTo>
                  <a:lnTo>
                    <a:pt x="19131" y="20112"/>
                  </a:lnTo>
                  <a:lnTo>
                    <a:pt x="19328" y="19755"/>
                  </a:lnTo>
                  <a:lnTo>
                    <a:pt x="19552" y="19458"/>
                  </a:lnTo>
                  <a:lnTo>
                    <a:pt x="19721" y="19160"/>
                  </a:lnTo>
                  <a:lnTo>
                    <a:pt x="19945" y="18803"/>
                  </a:lnTo>
                  <a:lnTo>
                    <a:pt x="20085" y="18446"/>
                  </a:lnTo>
                  <a:lnTo>
                    <a:pt x="20282" y="18030"/>
                  </a:lnTo>
                  <a:lnTo>
                    <a:pt x="20562" y="17316"/>
                  </a:lnTo>
                  <a:lnTo>
                    <a:pt x="20730" y="16840"/>
                  </a:lnTo>
                  <a:lnTo>
                    <a:pt x="20871" y="16423"/>
                  </a:lnTo>
                  <a:lnTo>
                    <a:pt x="20983" y="15947"/>
                  </a:lnTo>
                  <a:lnTo>
                    <a:pt x="21123" y="15531"/>
                  </a:lnTo>
                  <a:lnTo>
                    <a:pt x="21207" y="14995"/>
                  </a:lnTo>
                  <a:lnTo>
                    <a:pt x="21291" y="14579"/>
                  </a:lnTo>
                  <a:lnTo>
                    <a:pt x="21376" y="14043"/>
                  </a:lnTo>
                  <a:lnTo>
                    <a:pt x="21432" y="13567"/>
                  </a:lnTo>
                  <a:lnTo>
                    <a:pt x="21516" y="12972"/>
                  </a:lnTo>
                  <a:lnTo>
                    <a:pt x="21544" y="12436"/>
                  </a:lnTo>
                  <a:lnTo>
                    <a:pt x="21572" y="11960"/>
                  </a:lnTo>
                  <a:lnTo>
                    <a:pt x="21600" y="11365"/>
                  </a:lnTo>
                  <a:lnTo>
                    <a:pt x="21600" y="10235"/>
                  </a:lnTo>
                  <a:lnTo>
                    <a:pt x="21516" y="8628"/>
                  </a:lnTo>
                  <a:lnTo>
                    <a:pt x="21432" y="8152"/>
                  </a:lnTo>
                  <a:lnTo>
                    <a:pt x="21376" y="7617"/>
                  </a:lnTo>
                  <a:lnTo>
                    <a:pt x="21291" y="7140"/>
                  </a:lnTo>
                  <a:lnTo>
                    <a:pt x="21207" y="6605"/>
                  </a:lnTo>
                  <a:lnTo>
                    <a:pt x="21123" y="6129"/>
                  </a:lnTo>
                  <a:lnTo>
                    <a:pt x="20983" y="5653"/>
                  </a:lnTo>
                  <a:lnTo>
                    <a:pt x="20871" y="5236"/>
                  </a:lnTo>
                  <a:lnTo>
                    <a:pt x="20730" y="4760"/>
                  </a:lnTo>
                  <a:lnTo>
                    <a:pt x="20562" y="4344"/>
                  </a:lnTo>
                  <a:lnTo>
                    <a:pt x="20422" y="3927"/>
                  </a:lnTo>
                  <a:lnTo>
                    <a:pt x="20282" y="3570"/>
                  </a:lnTo>
                  <a:lnTo>
                    <a:pt x="20085" y="3154"/>
                  </a:lnTo>
                  <a:lnTo>
                    <a:pt x="19945" y="2797"/>
                  </a:lnTo>
                  <a:lnTo>
                    <a:pt x="19721" y="2499"/>
                  </a:lnTo>
                  <a:lnTo>
                    <a:pt x="19552" y="2142"/>
                  </a:lnTo>
                  <a:lnTo>
                    <a:pt x="19328" y="1845"/>
                  </a:lnTo>
                  <a:lnTo>
                    <a:pt x="19131" y="1607"/>
                  </a:lnTo>
                  <a:lnTo>
                    <a:pt x="18907" y="1309"/>
                  </a:lnTo>
                  <a:lnTo>
                    <a:pt x="18711" y="1071"/>
                  </a:lnTo>
                  <a:lnTo>
                    <a:pt x="18458" y="833"/>
                  </a:lnTo>
                  <a:lnTo>
                    <a:pt x="18262" y="655"/>
                  </a:lnTo>
                  <a:lnTo>
                    <a:pt x="18009" y="476"/>
                  </a:lnTo>
                  <a:lnTo>
                    <a:pt x="17785" y="298"/>
                  </a:lnTo>
                  <a:lnTo>
                    <a:pt x="17504" y="179"/>
                  </a:lnTo>
                  <a:lnTo>
                    <a:pt x="17252" y="119"/>
                  </a:lnTo>
                  <a:lnTo>
                    <a:pt x="17028" y="60"/>
                  </a:lnTo>
                  <a:lnTo>
                    <a:pt x="16747" y="0"/>
                  </a:lnTo>
                  <a:lnTo>
                    <a:pt x="4853" y="0"/>
                  </a:lnTo>
                  <a:lnTo>
                    <a:pt x="4096" y="179"/>
                  </a:lnTo>
                  <a:lnTo>
                    <a:pt x="3871" y="298"/>
                  </a:lnTo>
                  <a:lnTo>
                    <a:pt x="3366" y="655"/>
                  </a:lnTo>
                  <a:lnTo>
                    <a:pt x="3142" y="833"/>
                  </a:lnTo>
                  <a:lnTo>
                    <a:pt x="2889" y="1071"/>
                  </a:lnTo>
                  <a:lnTo>
                    <a:pt x="2693" y="1309"/>
                  </a:lnTo>
                  <a:lnTo>
                    <a:pt x="2469" y="1607"/>
                  </a:lnTo>
                  <a:lnTo>
                    <a:pt x="2272" y="1845"/>
                  </a:lnTo>
                  <a:lnTo>
                    <a:pt x="2048" y="2142"/>
                  </a:lnTo>
                  <a:lnTo>
                    <a:pt x="1879" y="2499"/>
                  </a:lnTo>
                  <a:lnTo>
                    <a:pt x="1683" y="2797"/>
                  </a:lnTo>
                  <a:lnTo>
                    <a:pt x="1515" y="3154"/>
                  </a:lnTo>
                  <a:lnTo>
                    <a:pt x="1346" y="3570"/>
                  </a:lnTo>
                  <a:lnTo>
                    <a:pt x="1178" y="3927"/>
                  </a:lnTo>
                  <a:lnTo>
                    <a:pt x="898" y="4760"/>
                  </a:lnTo>
                  <a:lnTo>
                    <a:pt x="757" y="5236"/>
                  </a:lnTo>
                  <a:lnTo>
                    <a:pt x="645" y="5653"/>
                  </a:lnTo>
                  <a:lnTo>
                    <a:pt x="421" y="6605"/>
                  </a:lnTo>
                  <a:lnTo>
                    <a:pt x="309" y="7140"/>
                  </a:lnTo>
                  <a:lnTo>
                    <a:pt x="252" y="7617"/>
                  </a:lnTo>
                  <a:lnTo>
                    <a:pt x="168" y="8152"/>
                  </a:lnTo>
                  <a:lnTo>
                    <a:pt x="140" y="8628"/>
                  </a:lnTo>
                  <a:lnTo>
                    <a:pt x="84" y="9164"/>
                  </a:lnTo>
                  <a:lnTo>
                    <a:pt x="56" y="9699"/>
                  </a:lnTo>
                  <a:lnTo>
                    <a:pt x="0" y="10235"/>
                  </a:lnTo>
                  <a:lnTo>
                    <a:pt x="0" y="11365"/>
                  </a:lnTo>
                  <a:lnTo>
                    <a:pt x="56" y="11960"/>
                  </a:lnTo>
                  <a:lnTo>
                    <a:pt x="84" y="12436"/>
                  </a:lnTo>
                  <a:lnTo>
                    <a:pt x="140" y="12972"/>
                  </a:lnTo>
                  <a:lnTo>
                    <a:pt x="168" y="13567"/>
                  </a:lnTo>
                  <a:lnTo>
                    <a:pt x="252" y="14043"/>
                  </a:lnTo>
                  <a:lnTo>
                    <a:pt x="309" y="14579"/>
                  </a:lnTo>
                  <a:lnTo>
                    <a:pt x="421" y="14995"/>
                  </a:lnTo>
                  <a:lnTo>
                    <a:pt x="533" y="15531"/>
                  </a:lnTo>
                  <a:lnTo>
                    <a:pt x="645" y="15947"/>
                  </a:lnTo>
                  <a:lnTo>
                    <a:pt x="757" y="16423"/>
                  </a:lnTo>
                  <a:lnTo>
                    <a:pt x="898" y="16840"/>
                  </a:lnTo>
                  <a:lnTo>
                    <a:pt x="1038" y="17316"/>
                  </a:lnTo>
                  <a:lnTo>
                    <a:pt x="1178" y="17673"/>
                  </a:lnTo>
                  <a:lnTo>
                    <a:pt x="1346" y="18030"/>
                  </a:lnTo>
                  <a:lnTo>
                    <a:pt x="1515" y="18446"/>
                  </a:lnTo>
                  <a:lnTo>
                    <a:pt x="1683" y="18803"/>
                  </a:lnTo>
                  <a:lnTo>
                    <a:pt x="1879" y="19160"/>
                  </a:lnTo>
                  <a:lnTo>
                    <a:pt x="2048" y="19458"/>
                  </a:lnTo>
                  <a:lnTo>
                    <a:pt x="2272" y="19755"/>
                  </a:lnTo>
                  <a:lnTo>
                    <a:pt x="2469" y="20112"/>
                  </a:lnTo>
                  <a:lnTo>
                    <a:pt x="2693" y="20350"/>
                  </a:lnTo>
                  <a:lnTo>
                    <a:pt x="2889" y="20529"/>
                  </a:lnTo>
                  <a:lnTo>
                    <a:pt x="3142" y="20767"/>
                  </a:lnTo>
                  <a:lnTo>
                    <a:pt x="3366" y="21005"/>
                  </a:lnTo>
                  <a:lnTo>
                    <a:pt x="3619" y="21124"/>
                  </a:lnTo>
                  <a:lnTo>
                    <a:pt x="3871" y="21302"/>
                  </a:lnTo>
                  <a:lnTo>
                    <a:pt x="4096" y="21421"/>
                  </a:lnTo>
                  <a:lnTo>
                    <a:pt x="4853" y="21600"/>
                  </a:lnTo>
                  <a:lnTo>
                    <a:pt x="5134" y="2160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75" name="Shape 4775"/>
            <p:cNvSpPr/>
            <p:nvPr/>
          </p:nvSpPr>
          <p:spPr>
            <a:xfrm>
              <a:off x="2233612" y="1822451"/>
              <a:ext cx="294098" cy="24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3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100"/>
                <a:t>Play</a:t>
              </a:r>
            </a:p>
          </p:txBody>
        </p:sp>
        <p:sp>
          <p:nvSpPr>
            <p:cNvPr id="4776" name="Shape 4776"/>
            <p:cNvSpPr/>
            <p:nvPr/>
          </p:nvSpPr>
          <p:spPr>
            <a:xfrm>
              <a:off x="3394075" y="1589087"/>
              <a:ext cx="153988" cy="153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56"/>
                  </a:moveTo>
                  <a:lnTo>
                    <a:pt x="0" y="9737"/>
                  </a:lnTo>
                  <a:lnTo>
                    <a:pt x="443" y="7498"/>
                  </a:lnTo>
                  <a:lnTo>
                    <a:pt x="775" y="6603"/>
                  </a:lnTo>
                  <a:lnTo>
                    <a:pt x="1218" y="5596"/>
                  </a:lnTo>
                  <a:lnTo>
                    <a:pt x="1883" y="4812"/>
                  </a:lnTo>
                  <a:lnTo>
                    <a:pt x="2437" y="3917"/>
                  </a:lnTo>
                  <a:lnTo>
                    <a:pt x="3212" y="3134"/>
                  </a:lnTo>
                  <a:lnTo>
                    <a:pt x="3877" y="2350"/>
                  </a:lnTo>
                  <a:lnTo>
                    <a:pt x="4652" y="1791"/>
                  </a:lnTo>
                  <a:lnTo>
                    <a:pt x="5649" y="1343"/>
                  </a:lnTo>
                  <a:lnTo>
                    <a:pt x="6535" y="783"/>
                  </a:lnTo>
                  <a:lnTo>
                    <a:pt x="7532" y="448"/>
                  </a:lnTo>
                  <a:lnTo>
                    <a:pt x="8640" y="224"/>
                  </a:lnTo>
                  <a:lnTo>
                    <a:pt x="9637" y="0"/>
                  </a:lnTo>
                  <a:lnTo>
                    <a:pt x="11852" y="0"/>
                  </a:lnTo>
                  <a:lnTo>
                    <a:pt x="12849" y="224"/>
                  </a:lnTo>
                  <a:lnTo>
                    <a:pt x="13957" y="448"/>
                  </a:lnTo>
                  <a:lnTo>
                    <a:pt x="14954" y="783"/>
                  </a:lnTo>
                  <a:lnTo>
                    <a:pt x="15840" y="1343"/>
                  </a:lnTo>
                  <a:lnTo>
                    <a:pt x="16837" y="1791"/>
                  </a:lnTo>
                  <a:lnTo>
                    <a:pt x="17612" y="2350"/>
                  </a:lnTo>
                  <a:lnTo>
                    <a:pt x="18388" y="3134"/>
                  </a:lnTo>
                  <a:lnTo>
                    <a:pt x="19052" y="3917"/>
                  </a:lnTo>
                  <a:lnTo>
                    <a:pt x="19606" y="4812"/>
                  </a:lnTo>
                  <a:lnTo>
                    <a:pt x="20271" y="5596"/>
                  </a:lnTo>
                  <a:lnTo>
                    <a:pt x="20603" y="6603"/>
                  </a:lnTo>
                  <a:lnTo>
                    <a:pt x="20935" y="7498"/>
                  </a:lnTo>
                  <a:lnTo>
                    <a:pt x="21268" y="8618"/>
                  </a:lnTo>
                  <a:lnTo>
                    <a:pt x="21489" y="9737"/>
                  </a:lnTo>
                  <a:lnTo>
                    <a:pt x="21600" y="10856"/>
                  </a:lnTo>
                  <a:lnTo>
                    <a:pt x="21489" y="11975"/>
                  </a:lnTo>
                  <a:lnTo>
                    <a:pt x="21268" y="12982"/>
                  </a:lnTo>
                  <a:lnTo>
                    <a:pt x="20935" y="13990"/>
                  </a:lnTo>
                  <a:lnTo>
                    <a:pt x="20603" y="15109"/>
                  </a:lnTo>
                  <a:lnTo>
                    <a:pt x="20271" y="16004"/>
                  </a:lnTo>
                  <a:lnTo>
                    <a:pt x="19606" y="16899"/>
                  </a:lnTo>
                  <a:lnTo>
                    <a:pt x="19052" y="17683"/>
                  </a:lnTo>
                  <a:lnTo>
                    <a:pt x="18388" y="18578"/>
                  </a:lnTo>
                  <a:lnTo>
                    <a:pt x="17612" y="19250"/>
                  </a:lnTo>
                  <a:lnTo>
                    <a:pt x="16837" y="19809"/>
                  </a:lnTo>
                  <a:lnTo>
                    <a:pt x="15840" y="20369"/>
                  </a:lnTo>
                  <a:lnTo>
                    <a:pt x="14954" y="20817"/>
                  </a:lnTo>
                  <a:lnTo>
                    <a:pt x="13957" y="21152"/>
                  </a:lnTo>
                  <a:lnTo>
                    <a:pt x="12849" y="21376"/>
                  </a:lnTo>
                  <a:lnTo>
                    <a:pt x="11852" y="21600"/>
                  </a:lnTo>
                  <a:lnTo>
                    <a:pt x="9637" y="21600"/>
                  </a:lnTo>
                  <a:lnTo>
                    <a:pt x="8640" y="21376"/>
                  </a:lnTo>
                  <a:lnTo>
                    <a:pt x="7532" y="21152"/>
                  </a:lnTo>
                  <a:lnTo>
                    <a:pt x="6535" y="20817"/>
                  </a:lnTo>
                  <a:lnTo>
                    <a:pt x="5649" y="20369"/>
                  </a:lnTo>
                  <a:lnTo>
                    <a:pt x="4652" y="19809"/>
                  </a:lnTo>
                  <a:lnTo>
                    <a:pt x="3877" y="19250"/>
                  </a:lnTo>
                  <a:lnTo>
                    <a:pt x="3212" y="18578"/>
                  </a:lnTo>
                  <a:lnTo>
                    <a:pt x="2437" y="17683"/>
                  </a:lnTo>
                  <a:lnTo>
                    <a:pt x="1883" y="16899"/>
                  </a:lnTo>
                  <a:lnTo>
                    <a:pt x="1218" y="16004"/>
                  </a:lnTo>
                  <a:lnTo>
                    <a:pt x="775" y="15109"/>
                  </a:lnTo>
                  <a:lnTo>
                    <a:pt x="443" y="13990"/>
                  </a:lnTo>
                  <a:lnTo>
                    <a:pt x="0" y="11975"/>
                  </a:lnTo>
                  <a:lnTo>
                    <a:pt x="0" y="10856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77" name="Shape 4777"/>
            <p:cNvSpPr/>
            <p:nvPr/>
          </p:nvSpPr>
          <p:spPr>
            <a:xfrm>
              <a:off x="3394075" y="1589087"/>
              <a:ext cx="153988" cy="153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56"/>
                  </a:moveTo>
                  <a:lnTo>
                    <a:pt x="0" y="9737"/>
                  </a:lnTo>
                  <a:lnTo>
                    <a:pt x="443" y="7498"/>
                  </a:lnTo>
                  <a:lnTo>
                    <a:pt x="775" y="6603"/>
                  </a:lnTo>
                  <a:lnTo>
                    <a:pt x="1218" y="5596"/>
                  </a:lnTo>
                  <a:lnTo>
                    <a:pt x="1883" y="4812"/>
                  </a:lnTo>
                  <a:lnTo>
                    <a:pt x="2437" y="3917"/>
                  </a:lnTo>
                  <a:lnTo>
                    <a:pt x="3212" y="3134"/>
                  </a:lnTo>
                  <a:lnTo>
                    <a:pt x="3877" y="2350"/>
                  </a:lnTo>
                  <a:lnTo>
                    <a:pt x="4652" y="1791"/>
                  </a:lnTo>
                  <a:lnTo>
                    <a:pt x="5649" y="1343"/>
                  </a:lnTo>
                  <a:lnTo>
                    <a:pt x="6535" y="783"/>
                  </a:lnTo>
                  <a:lnTo>
                    <a:pt x="7532" y="448"/>
                  </a:lnTo>
                  <a:lnTo>
                    <a:pt x="8640" y="224"/>
                  </a:lnTo>
                  <a:lnTo>
                    <a:pt x="9637" y="0"/>
                  </a:lnTo>
                  <a:lnTo>
                    <a:pt x="11852" y="0"/>
                  </a:lnTo>
                  <a:lnTo>
                    <a:pt x="12849" y="224"/>
                  </a:lnTo>
                  <a:lnTo>
                    <a:pt x="13957" y="448"/>
                  </a:lnTo>
                  <a:lnTo>
                    <a:pt x="14954" y="783"/>
                  </a:lnTo>
                  <a:lnTo>
                    <a:pt x="15840" y="1343"/>
                  </a:lnTo>
                  <a:lnTo>
                    <a:pt x="16837" y="1791"/>
                  </a:lnTo>
                  <a:lnTo>
                    <a:pt x="17612" y="2350"/>
                  </a:lnTo>
                  <a:lnTo>
                    <a:pt x="18388" y="3134"/>
                  </a:lnTo>
                  <a:lnTo>
                    <a:pt x="19052" y="3917"/>
                  </a:lnTo>
                  <a:lnTo>
                    <a:pt x="19606" y="4812"/>
                  </a:lnTo>
                  <a:lnTo>
                    <a:pt x="20271" y="5596"/>
                  </a:lnTo>
                  <a:lnTo>
                    <a:pt x="20603" y="6603"/>
                  </a:lnTo>
                  <a:lnTo>
                    <a:pt x="20935" y="7498"/>
                  </a:lnTo>
                  <a:lnTo>
                    <a:pt x="21268" y="8618"/>
                  </a:lnTo>
                  <a:lnTo>
                    <a:pt x="21489" y="9737"/>
                  </a:lnTo>
                  <a:lnTo>
                    <a:pt x="21600" y="10856"/>
                  </a:lnTo>
                  <a:lnTo>
                    <a:pt x="21489" y="11975"/>
                  </a:lnTo>
                  <a:lnTo>
                    <a:pt x="21268" y="12982"/>
                  </a:lnTo>
                  <a:lnTo>
                    <a:pt x="20935" y="13990"/>
                  </a:lnTo>
                  <a:lnTo>
                    <a:pt x="20603" y="15109"/>
                  </a:lnTo>
                  <a:lnTo>
                    <a:pt x="20271" y="16004"/>
                  </a:lnTo>
                  <a:lnTo>
                    <a:pt x="19606" y="16899"/>
                  </a:lnTo>
                  <a:lnTo>
                    <a:pt x="19052" y="17683"/>
                  </a:lnTo>
                  <a:lnTo>
                    <a:pt x="18388" y="18578"/>
                  </a:lnTo>
                  <a:lnTo>
                    <a:pt x="17612" y="19250"/>
                  </a:lnTo>
                  <a:lnTo>
                    <a:pt x="16837" y="19809"/>
                  </a:lnTo>
                  <a:lnTo>
                    <a:pt x="15840" y="20369"/>
                  </a:lnTo>
                  <a:lnTo>
                    <a:pt x="14954" y="20817"/>
                  </a:lnTo>
                  <a:lnTo>
                    <a:pt x="13957" y="21152"/>
                  </a:lnTo>
                  <a:lnTo>
                    <a:pt x="12849" y="21376"/>
                  </a:lnTo>
                  <a:lnTo>
                    <a:pt x="11852" y="21600"/>
                  </a:lnTo>
                  <a:lnTo>
                    <a:pt x="9637" y="21600"/>
                  </a:lnTo>
                  <a:lnTo>
                    <a:pt x="8640" y="21376"/>
                  </a:lnTo>
                  <a:lnTo>
                    <a:pt x="7532" y="21152"/>
                  </a:lnTo>
                  <a:lnTo>
                    <a:pt x="6535" y="20817"/>
                  </a:lnTo>
                  <a:lnTo>
                    <a:pt x="5649" y="20369"/>
                  </a:lnTo>
                  <a:lnTo>
                    <a:pt x="4652" y="19809"/>
                  </a:lnTo>
                  <a:lnTo>
                    <a:pt x="3877" y="19250"/>
                  </a:lnTo>
                  <a:lnTo>
                    <a:pt x="3212" y="18578"/>
                  </a:lnTo>
                  <a:lnTo>
                    <a:pt x="2437" y="17683"/>
                  </a:lnTo>
                  <a:lnTo>
                    <a:pt x="1883" y="16899"/>
                  </a:lnTo>
                  <a:lnTo>
                    <a:pt x="1218" y="16004"/>
                  </a:lnTo>
                  <a:lnTo>
                    <a:pt x="775" y="15109"/>
                  </a:lnTo>
                  <a:lnTo>
                    <a:pt x="443" y="13990"/>
                  </a:lnTo>
                  <a:lnTo>
                    <a:pt x="0" y="11975"/>
                  </a:lnTo>
                  <a:lnTo>
                    <a:pt x="0" y="10856"/>
                  </a:lnTo>
                </a:path>
              </a:pathLst>
            </a:custGeom>
            <a:noFill/>
            <a:ln w="7938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78" name="Shape 4778"/>
            <p:cNvSpPr/>
            <p:nvPr/>
          </p:nvSpPr>
          <p:spPr>
            <a:xfrm>
              <a:off x="3375025" y="1570037"/>
              <a:ext cx="192088" cy="192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44"/>
                  </a:moveTo>
                  <a:lnTo>
                    <a:pt x="0" y="9689"/>
                  </a:lnTo>
                  <a:lnTo>
                    <a:pt x="89" y="9156"/>
                  </a:lnTo>
                  <a:lnTo>
                    <a:pt x="179" y="8711"/>
                  </a:lnTo>
                  <a:lnTo>
                    <a:pt x="268" y="8089"/>
                  </a:lnTo>
                  <a:lnTo>
                    <a:pt x="446" y="7644"/>
                  </a:lnTo>
                  <a:lnTo>
                    <a:pt x="536" y="7022"/>
                  </a:lnTo>
                  <a:lnTo>
                    <a:pt x="803" y="6578"/>
                  </a:lnTo>
                  <a:lnTo>
                    <a:pt x="1250" y="5600"/>
                  </a:lnTo>
                  <a:lnTo>
                    <a:pt x="1785" y="4800"/>
                  </a:lnTo>
                  <a:lnTo>
                    <a:pt x="2410" y="3911"/>
                  </a:lnTo>
                  <a:lnTo>
                    <a:pt x="3124" y="3200"/>
                  </a:lnTo>
                  <a:lnTo>
                    <a:pt x="3927" y="2489"/>
                  </a:lnTo>
                  <a:lnTo>
                    <a:pt x="4731" y="1867"/>
                  </a:lnTo>
                  <a:lnTo>
                    <a:pt x="5623" y="1333"/>
                  </a:lnTo>
                  <a:lnTo>
                    <a:pt x="6605" y="889"/>
                  </a:lnTo>
                  <a:lnTo>
                    <a:pt x="7051" y="711"/>
                  </a:lnTo>
                  <a:lnTo>
                    <a:pt x="7587" y="533"/>
                  </a:lnTo>
                  <a:lnTo>
                    <a:pt x="8033" y="444"/>
                  </a:lnTo>
                  <a:lnTo>
                    <a:pt x="8569" y="267"/>
                  </a:lnTo>
                  <a:lnTo>
                    <a:pt x="9193" y="89"/>
                  </a:lnTo>
                  <a:lnTo>
                    <a:pt x="9640" y="89"/>
                  </a:lnTo>
                  <a:lnTo>
                    <a:pt x="10264" y="0"/>
                  </a:lnTo>
                  <a:lnTo>
                    <a:pt x="11425" y="0"/>
                  </a:lnTo>
                  <a:lnTo>
                    <a:pt x="11871" y="89"/>
                  </a:lnTo>
                  <a:lnTo>
                    <a:pt x="12407" y="89"/>
                  </a:lnTo>
                  <a:lnTo>
                    <a:pt x="13031" y="267"/>
                  </a:lnTo>
                  <a:lnTo>
                    <a:pt x="13478" y="444"/>
                  </a:lnTo>
                  <a:lnTo>
                    <a:pt x="14102" y="533"/>
                  </a:lnTo>
                  <a:lnTo>
                    <a:pt x="14995" y="889"/>
                  </a:lnTo>
                  <a:lnTo>
                    <a:pt x="15977" y="1333"/>
                  </a:lnTo>
                  <a:lnTo>
                    <a:pt x="16869" y="1867"/>
                  </a:lnTo>
                  <a:lnTo>
                    <a:pt x="17673" y="2489"/>
                  </a:lnTo>
                  <a:lnTo>
                    <a:pt x="18476" y="3200"/>
                  </a:lnTo>
                  <a:lnTo>
                    <a:pt x="19101" y="3911"/>
                  </a:lnTo>
                  <a:lnTo>
                    <a:pt x="19815" y="4800"/>
                  </a:lnTo>
                  <a:lnTo>
                    <a:pt x="20350" y="5600"/>
                  </a:lnTo>
                  <a:lnTo>
                    <a:pt x="20797" y="6578"/>
                  </a:lnTo>
                  <a:lnTo>
                    <a:pt x="20975" y="7022"/>
                  </a:lnTo>
                  <a:lnTo>
                    <a:pt x="21154" y="7644"/>
                  </a:lnTo>
                  <a:lnTo>
                    <a:pt x="21332" y="8089"/>
                  </a:lnTo>
                  <a:lnTo>
                    <a:pt x="21421" y="8711"/>
                  </a:lnTo>
                  <a:lnTo>
                    <a:pt x="21511" y="9156"/>
                  </a:lnTo>
                  <a:lnTo>
                    <a:pt x="21600" y="9689"/>
                  </a:lnTo>
                  <a:lnTo>
                    <a:pt x="21600" y="11911"/>
                  </a:lnTo>
                  <a:lnTo>
                    <a:pt x="21332" y="13511"/>
                  </a:lnTo>
                  <a:lnTo>
                    <a:pt x="21154" y="13956"/>
                  </a:lnTo>
                  <a:lnTo>
                    <a:pt x="20797" y="15022"/>
                  </a:lnTo>
                  <a:lnTo>
                    <a:pt x="20350" y="15911"/>
                  </a:lnTo>
                  <a:lnTo>
                    <a:pt x="19815" y="16889"/>
                  </a:lnTo>
                  <a:lnTo>
                    <a:pt x="19101" y="17689"/>
                  </a:lnTo>
                  <a:lnTo>
                    <a:pt x="18476" y="18489"/>
                  </a:lnTo>
                  <a:lnTo>
                    <a:pt x="16869" y="19733"/>
                  </a:lnTo>
                  <a:lnTo>
                    <a:pt x="15977" y="20267"/>
                  </a:lnTo>
                  <a:lnTo>
                    <a:pt x="14995" y="20711"/>
                  </a:lnTo>
                  <a:lnTo>
                    <a:pt x="14549" y="20978"/>
                  </a:lnTo>
                  <a:lnTo>
                    <a:pt x="14102" y="21156"/>
                  </a:lnTo>
                  <a:lnTo>
                    <a:pt x="13478" y="21244"/>
                  </a:lnTo>
                  <a:lnTo>
                    <a:pt x="13031" y="21333"/>
                  </a:lnTo>
                  <a:lnTo>
                    <a:pt x="12407" y="21422"/>
                  </a:lnTo>
                  <a:lnTo>
                    <a:pt x="11871" y="21511"/>
                  </a:lnTo>
                  <a:lnTo>
                    <a:pt x="11425" y="21600"/>
                  </a:lnTo>
                  <a:lnTo>
                    <a:pt x="10264" y="21600"/>
                  </a:lnTo>
                  <a:lnTo>
                    <a:pt x="9640" y="21511"/>
                  </a:lnTo>
                  <a:lnTo>
                    <a:pt x="9193" y="21422"/>
                  </a:lnTo>
                  <a:lnTo>
                    <a:pt x="8569" y="21333"/>
                  </a:lnTo>
                  <a:lnTo>
                    <a:pt x="8033" y="21244"/>
                  </a:lnTo>
                  <a:lnTo>
                    <a:pt x="7587" y="21156"/>
                  </a:lnTo>
                  <a:lnTo>
                    <a:pt x="7051" y="20978"/>
                  </a:lnTo>
                  <a:lnTo>
                    <a:pt x="6605" y="20711"/>
                  </a:lnTo>
                  <a:lnTo>
                    <a:pt x="5623" y="20267"/>
                  </a:lnTo>
                  <a:lnTo>
                    <a:pt x="4731" y="19733"/>
                  </a:lnTo>
                  <a:lnTo>
                    <a:pt x="3124" y="18489"/>
                  </a:lnTo>
                  <a:lnTo>
                    <a:pt x="2410" y="17689"/>
                  </a:lnTo>
                  <a:lnTo>
                    <a:pt x="1785" y="16889"/>
                  </a:lnTo>
                  <a:lnTo>
                    <a:pt x="1250" y="15911"/>
                  </a:lnTo>
                  <a:lnTo>
                    <a:pt x="536" y="14489"/>
                  </a:lnTo>
                  <a:lnTo>
                    <a:pt x="446" y="13956"/>
                  </a:lnTo>
                  <a:lnTo>
                    <a:pt x="268" y="13511"/>
                  </a:lnTo>
                  <a:lnTo>
                    <a:pt x="0" y="11911"/>
                  </a:lnTo>
                  <a:lnTo>
                    <a:pt x="0" y="10844"/>
                  </a:lnTo>
                </a:path>
              </a:pathLst>
            </a:custGeom>
            <a:noFill/>
            <a:ln w="7938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79" name="Shape 4779"/>
            <p:cNvSpPr/>
            <p:nvPr/>
          </p:nvSpPr>
          <p:spPr>
            <a:xfrm flipH="1">
              <a:off x="806450" y="1003299"/>
              <a:ext cx="1538288" cy="769939"/>
            </a:xfrm>
            <a:prstGeom prst="line">
              <a:avLst/>
            </a:pr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80" name="Shape 4780"/>
            <p:cNvSpPr/>
            <p:nvPr/>
          </p:nvSpPr>
          <p:spPr>
            <a:xfrm>
              <a:off x="806450" y="1682750"/>
              <a:ext cx="112713" cy="90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39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81" name="Shape 4781"/>
            <p:cNvSpPr/>
            <p:nvPr/>
          </p:nvSpPr>
          <p:spPr>
            <a:xfrm>
              <a:off x="2344737" y="1003300"/>
              <a:ext cx="42863" cy="769938"/>
            </a:xfrm>
            <a:prstGeom prst="line">
              <a:avLst/>
            </a:pr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82" name="Shape 4782"/>
            <p:cNvSpPr/>
            <p:nvPr/>
          </p:nvSpPr>
          <p:spPr>
            <a:xfrm>
              <a:off x="2332037" y="1670050"/>
              <a:ext cx="100013" cy="103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05"/>
                  </a:moveTo>
                  <a:lnTo>
                    <a:pt x="11906" y="21600"/>
                  </a:lnTo>
                  <a:lnTo>
                    <a:pt x="21600" y="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83" name="Shape 4783"/>
            <p:cNvSpPr/>
            <p:nvPr/>
          </p:nvSpPr>
          <p:spPr>
            <a:xfrm>
              <a:off x="2344737" y="1003299"/>
              <a:ext cx="1127126" cy="566739"/>
            </a:xfrm>
            <a:prstGeom prst="line">
              <a:avLst/>
            </a:prstGeom>
            <a:noFill/>
            <a:ln w="63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84" name="Shape 4784"/>
            <p:cNvSpPr/>
            <p:nvPr/>
          </p:nvSpPr>
          <p:spPr>
            <a:xfrm>
              <a:off x="3359150" y="1479550"/>
              <a:ext cx="112713" cy="90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8579" y="0"/>
                  </a:lnTo>
                </a:path>
              </a:pathLst>
            </a:custGeom>
            <a:noFill/>
            <a:ln w="63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85" name="Shape 4785"/>
            <p:cNvSpPr/>
            <p:nvPr/>
          </p:nvSpPr>
          <p:spPr>
            <a:xfrm>
              <a:off x="2038350" y="2424112"/>
              <a:ext cx="752475" cy="288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47" y="21600"/>
                  </a:moveTo>
                  <a:lnTo>
                    <a:pt x="17863" y="21600"/>
                  </a:lnTo>
                  <a:lnTo>
                    <a:pt x="18091" y="21481"/>
                  </a:lnTo>
                  <a:lnTo>
                    <a:pt x="18273" y="21421"/>
                  </a:lnTo>
                  <a:lnTo>
                    <a:pt x="18478" y="21302"/>
                  </a:lnTo>
                  <a:lnTo>
                    <a:pt x="18661" y="21183"/>
                  </a:lnTo>
                  <a:lnTo>
                    <a:pt x="18866" y="20945"/>
                  </a:lnTo>
                  <a:lnTo>
                    <a:pt x="19071" y="20767"/>
                  </a:lnTo>
                  <a:lnTo>
                    <a:pt x="19230" y="20588"/>
                  </a:lnTo>
                  <a:lnTo>
                    <a:pt x="19435" y="20350"/>
                  </a:lnTo>
                  <a:lnTo>
                    <a:pt x="19595" y="20112"/>
                  </a:lnTo>
                  <a:lnTo>
                    <a:pt x="19777" y="19755"/>
                  </a:lnTo>
                  <a:lnTo>
                    <a:pt x="19914" y="19517"/>
                  </a:lnTo>
                  <a:lnTo>
                    <a:pt x="20096" y="19220"/>
                  </a:lnTo>
                  <a:lnTo>
                    <a:pt x="20233" y="18803"/>
                  </a:lnTo>
                  <a:lnTo>
                    <a:pt x="20370" y="18506"/>
                  </a:lnTo>
                  <a:lnTo>
                    <a:pt x="20506" y="18089"/>
                  </a:lnTo>
                  <a:lnTo>
                    <a:pt x="20643" y="17732"/>
                  </a:lnTo>
                  <a:lnTo>
                    <a:pt x="20780" y="17256"/>
                  </a:lnTo>
                  <a:lnTo>
                    <a:pt x="20894" y="16840"/>
                  </a:lnTo>
                  <a:lnTo>
                    <a:pt x="20985" y="16483"/>
                  </a:lnTo>
                  <a:lnTo>
                    <a:pt x="21076" y="15947"/>
                  </a:lnTo>
                  <a:lnTo>
                    <a:pt x="21190" y="15531"/>
                  </a:lnTo>
                  <a:lnTo>
                    <a:pt x="21327" y="14579"/>
                  </a:lnTo>
                  <a:lnTo>
                    <a:pt x="21463" y="13507"/>
                  </a:lnTo>
                  <a:lnTo>
                    <a:pt x="21509" y="13031"/>
                  </a:lnTo>
                  <a:lnTo>
                    <a:pt x="21554" y="12436"/>
                  </a:lnTo>
                  <a:lnTo>
                    <a:pt x="21577" y="11960"/>
                  </a:lnTo>
                  <a:lnTo>
                    <a:pt x="21577" y="11365"/>
                  </a:lnTo>
                  <a:lnTo>
                    <a:pt x="21600" y="10770"/>
                  </a:lnTo>
                  <a:lnTo>
                    <a:pt x="21577" y="10294"/>
                  </a:lnTo>
                  <a:lnTo>
                    <a:pt x="21577" y="9699"/>
                  </a:lnTo>
                  <a:lnTo>
                    <a:pt x="21554" y="9164"/>
                  </a:lnTo>
                  <a:lnTo>
                    <a:pt x="21509" y="8628"/>
                  </a:lnTo>
                  <a:lnTo>
                    <a:pt x="21463" y="8152"/>
                  </a:lnTo>
                  <a:lnTo>
                    <a:pt x="21327" y="7081"/>
                  </a:lnTo>
                  <a:lnTo>
                    <a:pt x="21190" y="6129"/>
                  </a:lnTo>
                  <a:lnTo>
                    <a:pt x="21076" y="5653"/>
                  </a:lnTo>
                  <a:lnTo>
                    <a:pt x="20985" y="5177"/>
                  </a:lnTo>
                  <a:lnTo>
                    <a:pt x="20894" y="4760"/>
                  </a:lnTo>
                  <a:lnTo>
                    <a:pt x="20780" y="4403"/>
                  </a:lnTo>
                  <a:lnTo>
                    <a:pt x="20643" y="3927"/>
                  </a:lnTo>
                  <a:lnTo>
                    <a:pt x="20506" y="3570"/>
                  </a:lnTo>
                  <a:lnTo>
                    <a:pt x="20370" y="3154"/>
                  </a:lnTo>
                  <a:lnTo>
                    <a:pt x="20096" y="2440"/>
                  </a:lnTo>
                  <a:lnTo>
                    <a:pt x="19914" y="2142"/>
                  </a:lnTo>
                  <a:lnTo>
                    <a:pt x="19777" y="1845"/>
                  </a:lnTo>
                  <a:lnTo>
                    <a:pt x="19595" y="1547"/>
                  </a:lnTo>
                  <a:lnTo>
                    <a:pt x="19435" y="1309"/>
                  </a:lnTo>
                  <a:lnTo>
                    <a:pt x="19230" y="1071"/>
                  </a:lnTo>
                  <a:lnTo>
                    <a:pt x="19071" y="893"/>
                  </a:lnTo>
                  <a:lnTo>
                    <a:pt x="18866" y="595"/>
                  </a:lnTo>
                  <a:lnTo>
                    <a:pt x="18661" y="476"/>
                  </a:lnTo>
                  <a:lnTo>
                    <a:pt x="18478" y="298"/>
                  </a:lnTo>
                  <a:lnTo>
                    <a:pt x="18273" y="238"/>
                  </a:lnTo>
                  <a:lnTo>
                    <a:pt x="18091" y="119"/>
                  </a:lnTo>
                  <a:lnTo>
                    <a:pt x="17635" y="0"/>
                  </a:lnTo>
                  <a:lnTo>
                    <a:pt x="3942" y="0"/>
                  </a:lnTo>
                  <a:lnTo>
                    <a:pt x="3737" y="60"/>
                  </a:lnTo>
                  <a:lnTo>
                    <a:pt x="3509" y="119"/>
                  </a:lnTo>
                  <a:lnTo>
                    <a:pt x="3304" y="238"/>
                  </a:lnTo>
                  <a:lnTo>
                    <a:pt x="3122" y="357"/>
                  </a:lnTo>
                  <a:lnTo>
                    <a:pt x="2916" y="476"/>
                  </a:lnTo>
                  <a:lnTo>
                    <a:pt x="2734" y="595"/>
                  </a:lnTo>
                  <a:lnTo>
                    <a:pt x="2529" y="893"/>
                  </a:lnTo>
                  <a:lnTo>
                    <a:pt x="2370" y="1071"/>
                  </a:lnTo>
                  <a:lnTo>
                    <a:pt x="2165" y="1309"/>
                  </a:lnTo>
                  <a:lnTo>
                    <a:pt x="2005" y="1547"/>
                  </a:lnTo>
                  <a:lnTo>
                    <a:pt x="1823" y="1845"/>
                  </a:lnTo>
                  <a:lnTo>
                    <a:pt x="1686" y="2142"/>
                  </a:lnTo>
                  <a:lnTo>
                    <a:pt x="1504" y="2440"/>
                  </a:lnTo>
                  <a:lnTo>
                    <a:pt x="1367" y="2797"/>
                  </a:lnTo>
                  <a:lnTo>
                    <a:pt x="1208" y="3154"/>
                  </a:lnTo>
                  <a:lnTo>
                    <a:pt x="1071" y="3570"/>
                  </a:lnTo>
                  <a:lnTo>
                    <a:pt x="957" y="3927"/>
                  </a:lnTo>
                  <a:lnTo>
                    <a:pt x="820" y="4403"/>
                  </a:lnTo>
                  <a:lnTo>
                    <a:pt x="706" y="4760"/>
                  </a:lnTo>
                  <a:lnTo>
                    <a:pt x="592" y="5177"/>
                  </a:lnTo>
                  <a:lnTo>
                    <a:pt x="410" y="6129"/>
                  </a:lnTo>
                  <a:lnTo>
                    <a:pt x="342" y="6605"/>
                  </a:lnTo>
                  <a:lnTo>
                    <a:pt x="251" y="7081"/>
                  </a:lnTo>
                  <a:lnTo>
                    <a:pt x="182" y="7617"/>
                  </a:lnTo>
                  <a:lnTo>
                    <a:pt x="137" y="8152"/>
                  </a:lnTo>
                  <a:lnTo>
                    <a:pt x="91" y="8628"/>
                  </a:lnTo>
                  <a:lnTo>
                    <a:pt x="46" y="9164"/>
                  </a:lnTo>
                  <a:lnTo>
                    <a:pt x="23" y="9699"/>
                  </a:lnTo>
                  <a:lnTo>
                    <a:pt x="0" y="10294"/>
                  </a:lnTo>
                  <a:lnTo>
                    <a:pt x="0" y="11365"/>
                  </a:lnTo>
                  <a:lnTo>
                    <a:pt x="23" y="11960"/>
                  </a:lnTo>
                  <a:lnTo>
                    <a:pt x="46" y="12436"/>
                  </a:lnTo>
                  <a:lnTo>
                    <a:pt x="91" y="13031"/>
                  </a:lnTo>
                  <a:lnTo>
                    <a:pt x="137" y="13507"/>
                  </a:lnTo>
                  <a:lnTo>
                    <a:pt x="182" y="14043"/>
                  </a:lnTo>
                  <a:lnTo>
                    <a:pt x="251" y="14579"/>
                  </a:lnTo>
                  <a:lnTo>
                    <a:pt x="342" y="15055"/>
                  </a:lnTo>
                  <a:lnTo>
                    <a:pt x="410" y="15531"/>
                  </a:lnTo>
                  <a:lnTo>
                    <a:pt x="501" y="15947"/>
                  </a:lnTo>
                  <a:lnTo>
                    <a:pt x="592" y="16483"/>
                  </a:lnTo>
                  <a:lnTo>
                    <a:pt x="706" y="16840"/>
                  </a:lnTo>
                  <a:lnTo>
                    <a:pt x="820" y="17256"/>
                  </a:lnTo>
                  <a:lnTo>
                    <a:pt x="957" y="17732"/>
                  </a:lnTo>
                  <a:lnTo>
                    <a:pt x="1071" y="18089"/>
                  </a:lnTo>
                  <a:lnTo>
                    <a:pt x="1208" y="18506"/>
                  </a:lnTo>
                  <a:lnTo>
                    <a:pt x="1367" y="18803"/>
                  </a:lnTo>
                  <a:lnTo>
                    <a:pt x="1504" y="19220"/>
                  </a:lnTo>
                  <a:lnTo>
                    <a:pt x="1686" y="19517"/>
                  </a:lnTo>
                  <a:lnTo>
                    <a:pt x="1823" y="19755"/>
                  </a:lnTo>
                  <a:lnTo>
                    <a:pt x="2005" y="20112"/>
                  </a:lnTo>
                  <a:lnTo>
                    <a:pt x="2165" y="20350"/>
                  </a:lnTo>
                  <a:lnTo>
                    <a:pt x="2370" y="20588"/>
                  </a:lnTo>
                  <a:lnTo>
                    <a:pt x="2529" y="20767"/>
                  </a:lnTo>
                  <a:lnTo>
                    <a:pt x="2734" y="20945"/>
                  </a:lnTo>
                  <a:lnTo>
                    <a:pt x="2916" y="21183"/>
                  </a:lnTo>
                  <a:lnTo>
                    <a:pt x="3122" y="21302"/>
                  </a:lnTo>
                  <a:lnTo>
                    <a:pt x="3304" y="21421"/>
                  </a:lnTo>
                  <a:lnTo>
                    <a:pt x="3509" y="21481"/>
                  </a:lnTo>
                  <a:lnTo>
                    <a:pt x="3737" y="21600"/>
                  </a:lnTo>
                  <a:lnTo>
                    <a:pt x="4147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86" name="Shape 4786"/>
            <p:cNvSpPr/>
            <p:nvPr/>
          </p:nvSpPr>
          <p:spPr>
            <a:xfrm>
              <a:off x="2038350" y="2424112"/>
              <a:ext cx="752475" cy="288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47" y="21600"/>
                  </a:moveTo>
                  <a:lnTo>
                    <a:pt x="17863" y="21600"/>
                  </a:lnTo>
                  <a:lnTo>
                    <a:pt x="18091" y="21481"/>
                  </a:lnTo>
                  <a:lnTo>
                    <a:pt x="18273" y="21421"/>
                  </a:lnTo>
                  <a:lnTo>
                    <a:pt x="18478" y="21302"/>
                  </a:lnTo>
                  <a:lnTo>
                    <a:pt x="18661" y="21183"/>
                  </a:lnTo>
                  <a:lnTo>
                    <a:pt x="18866" y="20945"/>
                  </a:lnTo>
                  <a:lnTo>
                    <a:pt x="19071" y="20767"/>
                  </a:lnTo>
                  <a:lnTo>
                    <a:pt x="19230" y="20588"/>
                  </a:lnTo>
                  <a:lnTo>
                    <a:pt x="19435" y="20350"/>
                  </a:lnTo>
                  <a:lnTo>
                    <a:pt x="19595" y="20112"/>
                  </a:lnTo>
                  <a:lnTo>
                    <a:pt x="19777" y="19755"/>
                  </a:lnTo>
                  <a:lnTo>
                    <a:pt x="19914" y="19517"/>
                  </a:lnTo>
                  <a:lnTo>
                    <a:pt x="20096" y="19220"/>
                  </a:lnTo>
                  <a:lnTo>
                    <a:pt x="20233" y="18803"/>
                  </a:lnTo>
                  <a:lnTo>
                    <a:pt x="20370" y="18506"/>
                  </a:lnTo>
                  <a:lnTo>
                    <a:pt x="20506" y="18089"/>
                  </a:lnTo>
                  <a:lnTo>
                    <a:pt x="20643" y="17732"/>
                  </a:lnTo>
                  <a:lnTo>
                    <a:pt x="20780" y="17256"/>
                  </a:lnTo>
                  <a:lnTo>
                    <a:pt x="20894" y="16840"/>
                  </a:lnTo>
                  <a:lnTo>
                    <a:pt x="20985" y="16483"/>
                  </a:lnTo>
                  <a:lnTo>
                    <a:pt x="21076" y="15947"/>
                  </a:lnTo>
                  <a:lnTo>
                    <a:pt x="21190" y="15531"/>
                  </a:lnTo>
                  <a:lnTo>
                    <a:pt x="21327" y="14579"/>
                  </a:lnTo>
                  <a:lnTo>
                    <a:pt x="21463" y="13507"/>
                  </a:lnTo>
                  <a:lnTo>
                    <a:pt x="21509" y="13031"/>
                  </a:lnTo>
                  <a:lnTo>
                    <a:pt x="21554" y="12436"/>
                  </a:lnTo>
                  <a:lnTo>
                    <a:pt x="21577" y="11960"/>
                  </a:lnTo>
                  <a:lnTo>
                    <a:pt x="21577" y="11365"/>
                  </a:lnTo>
                  <a:lnTo>
                    <a:pt x="21600" y="10770"/>
                  </a:lnTo>
                  <a:lnTo>
                    <a:pt x="21577" y="10294"/>
                  </a:lnTo>
                  <a:lnTo>
                    <a:pt x="21577" y="9699"/>
                  </a:lnTo>
                  <a:lnTo>
                    <a:pt x="21554" y="9164"/>
                  </a:lnTo>
                  <a:lnTo>
                    <a:pt x="21509" y="8628"/>
                  </a:lnTo>
                  <a:lnTo>
                    <a:pt x="21463" y="8152"/>
                  </a:lnTo>
                  <a:lnTo>
                    <a:pt x="21327" y="7081"/>
                  </a:lnTo>
                  <a:lnTo>
                    <a:pt x="21190" y="6129"/>
                  </a:lnTo>
                  <a:lnTo>
                    <a:pt x="21076" y="5653"/>
                  </a:lnTo>
                  <a:lnTo>
                    <a:pt x="20985" y="5177"/>
                  </a:lnTo>
                  <a:lnTo>
                    <a:pt x="20894" y="4760"/>
                  </a:lnTo>
                  <a:lnTo>
                    <a:pt x="20780" y="4403"/>
                  </a:lnTo>
                  <a:lnTo>
                    <a:pt x="20643" y="3927"/>
                  </a:lnTo>
                  <a:lnTo>
                    <a:pt x="20506" y="3570"/>
                  </a:lnTo>
                  <a:lnTo>
                    <a:pt x="20370" y="3154"/>
                  </a:lnTo>
                  <a:lnTo>
                    <a:pt x="20096" y="2440"/>
                  </a:lnTo>
                  <a:lnTo>
                    <a:pt x="19914" y="2142"/>
                  </a:lnTo>
                  <a:lnTo>
                    <a:pt x="19777" y="1845"/>
                  </a:lnTo>
                  <a:lnTo>
                    <a:pt x="19595" y="1547"/>
                  </a:lnTo>
                  <a:lnTo>
                    <a:pt x="19435" y="1309"/>
                  </a:lnTo>
                  <a:lnTo>
                    <a:pt x="19230" y="1071"/>
                  </a:lnTo>
                  <a:lnTo>
                    <a:pt x="19071" y="893"/>
                  </a:lnTo>
                  <a:lnTo>
                    <a:pt x="18866" y="595"/>
                  </a:lnTo>
                  <a:lnTo>
                    <a:pt x="18661" y="476"/>
                  </a:lnTo>
                  <a:lnTo>
                    <a:pt x="18478" y="298"/>
                  </a:lnTo>
                  <a:lnTo>
                    <a:pt x="18273" y="238"/>
                  </a:lnTo>
                  <a:lnTo>
                    <a:pt x="18091" y="119"/>
                  </a:lnTo>
                  <a:lnTo>
                    <a:pt x="17635" y="0"/>
                  </a:lnTo>
                  <a:lnTo>
                    <a:pt x="3942" y="0"/>
                  </a:lnTo>
                  <a:lnTo>
                    <a:pt x="3737" y="60"/>
                  </a:lnTo>
                  <a:lnTo>
                    <a:pt x="3509" y="119"/>
                  </a:lnTo>
                  <a:lnTo>
                    <a:pt x="3304" y="238"/>
                  </a:lnTo>
                  <a:lnTo>
                    <a:pt x="3122" y="357"/>
                  </a:lnTo>
                  <a:lnTo>
                    <a:pt x="2916" y="476"/>
                  </a:lnTo>
                  <a:lnTo>
                    <a:pt x="2734" y="595"/>
                  </a:lnTo>
                  <a:lnTo>
                    <a:pt x="2529" y="893"/>
                  </a:lnTo>
                  <a:lnTo>
                    <a:pt x="2370" y="1071"/>
                  </a:lnTo>
                  <a:lnTo>
                    <a:pt x="2165" y="1309"/>
                  </a:lnTo>
                  <a:lnTo>
                    <a:pt x="2005" y="1547"/>
                  </a:lnTo>
                  <a:lnTo>
                    <a:pt x="1823" y="1845"/>
                  </a:lnTo>
                  <a:lnTo>
                    <a:pt x="1686" y="2142"/>
                  </a:lnTo>
                  <a:lnTo>
                    <a:pt x="1504" y="2440"/>
                  </a:lnTo>
                  <a:lnTo>
                    <a:pt x="1367" y="2797"/>
                  </a:lnTo>
                  <a:lnTo>
                    <a:pt x="1208" y="3154"/>
                  </a:lnTo>
                  <a:lnTo>
                    <a:pt x="1071" y="3570"/>
                  </a:lnTo>
                  <a:lnTo>
                    <a:pt x="957" y="3927"/>
                  </a:lnTo>
                  <a:lnTo>
                    <a:pt x="820" y="4403"/>
                  </a:lnTo>
                  <a:lnTo>
                    <a:pt x="706" y="4760"/>
                  </a:lnTo>
                  <a:lnTo>
                    <a:pt x="592" y="5177"/>
                  </a:lnTo>
                  <a:lnTo>
                    <a:pt x="410" y="6129"/>
                  </a:lnTo>
                  <a:lnTo>
                    <a:pt x="342" y="6605"/>
                  </a:lnTo>
                  <a:lnTo>
                    <a:pt x="251" y="7081"/>
                  </a:lnTo>
                  <a:lnTo>
                    <a:pt x="182" y="7617"/>
                  </a:lnTo>
                  <a:lnTo>
                    <a:pt x="137" y="8152"/>
                  </a:lnTo>
                  <a:lnTo>
                    <a:pt x="91" y="8628"/>
                  </a:lnTo>
                  <a:lnTo>
                    <a:pt x="46" y="9164"/>
                  </a:lnTo>
                  <a:lnTo>
                    <a:pt x="23" y="9699"/>
                  </a:lnTo>
                  <a:lnTo>
                    <a:pt x="0" y="10294"/>
                  </a:lnTo>
                  <a:lnTo>
                    <a:pt x="0" y="11365"/>
                  </a:lnTo>
                  <a:lnTo>
                    <a:pt x="23" y="11960"/>
                  </a:lnTo>
                  <a:lnTo>
                    <a:pt x="46" y="12436"/>
                  </a:lnTo>
                  <a:lnTo>
                    <a:pt x="91" y="13031"/>
                  </a:lnTo>
                  <a:lnTo>
                    <a:pt x="137" y="13507"/>
                  </a:lnTo>
                  <a:lnTo>
                    <a:pt x="182" y="14043"/>
                  </a:lnTo>
                  <a:lnTo>
                    <a:pt x="251" y="14579"/>
                  </a:lnTo>
                  <a:lnTo>
                    <a:pt x="342" y="15055"/>
                  </a:lnTo>
                  <a:lnTo>
                    <a:pt x="410" y="15531"/>
                  </a:lnTo>
                  <a:lnTo>
                    <a:pt x="501" y="15947"/>
                  </a:lnTo>
                  <a:lnTo>
                    <a:pt x="592" y="16483"/>
                  </a:lnTo>
                  <a:lnTo>
                    <a:pt x="706" y="16840"/>
                  </a:lnTo>
                  <a:lnTo>
                    <a:pt x="820" y="17256"/>
                  </a:lnTo>
                  <a:lnTo>
                    <a:pt x="957" y="17732"/>
                  </a:lnTo>
                  <a:lnTo>
                    <a:pt x="1071" y="18089"/>
                  </a:lnTo>
                  <a:lnTo>
                    <a:pt x="1208" y="18506"/>
                  </a:lnTo>
                  <a:lnTo>
                    <a:pt x="1367" y="18803"/>
                  </a:lnTo>
                  <a:lnTo>
                    <a:pt x="1504" y="19220"/>
                  </a:lnTo>
                  <a:lnTo>
                    <a:pt x="1686" y="19517"/>
                  </a:lnTo>
                  <a:lnTo>
                    <a:pt x="1823" y="19755"/>
                  </a:lnTo>
                  <a:lnTo>
                    <a:pt x="2005" y="20112"/>
                  </a:lnTo>
                  <a:lnTo>
                    <a:pt x="2165" y="20350"/>
                  </a:lnTo>
                  <a:lnTo>
                    <a:pt x="2370" y="20588"/>
                  </a:lnTo>
                  <a:lnTo>
                    <a:pt x="2529" y="20767"/>
                  </a:lnTo>
                  <a:lnTo>
                    <a:pt x="2734" y="20945"/>
                  </a:lnTo>
                  <a:lnTo>
                    <a:pt x="2916" y="21183"/>
                  </a:lnTo>
                  <a:lnTo>
                    <a:pt x="3122" y="21302"/>
                  </a:lnTo>
                  <a:lnTo>
                    <a:pt x="3304" y="21421"/>
                  </a:lnTo>
                  <a:lnTo>
                    <a:pt x="3509" y="21481"/>
                  </a:lnTo>
                  <a:lnTo>
                    <a:pt x="3737" y="21600"/>
                  </a:lnTo>
                  <a:lnTo>
                    <a:pt x="4147" y="2160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87" name="Shape 4787"/>
            <p:cNvSpPr/>
            <p:nvPr/>
          </p:nvSpPr>
          <p:spPr>
            <a:xfrm>
              <a:off x="2109787" y="2473325"/>
              <a:ext cx="579646" cy="24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3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100"/>
                <a:t>Roll dice</a:t>
              </a:r>
            </a:p>
          </p:txBody>
        </p:sp>
        <p:sp>
          <p:nvSpPr>
            <p:cNvPr id="4788" name="Shape 4788"/>
            <p:cNvSpPr/>
            <p:nvPr/>
          </p:nvSpPr>
          <p:spPr>
            <a:xfrm>
              <a:off x="2387600" y="2062162"/>
              <a:ext cx="26988" cy="361951"/>
            </a:xfrm>
            <a:prstGeom prst="line">
              <a:avLst/>
            </a:pr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89" name="Shape 4789"/>
            <p:cNvSpPr/>
            <p:nvPr/>
          </p:nvSpPr>
          <p:spPr>
            <a:xfrm>
              <a:off x="2357437" y="2320925"/>
              <a:ext cx="100013" cy="103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484"/>
                  </a:moveTo>
                  <a:lnTo>
                    <a:pt x="12343" y="21600"/>
                  </a:lnTo>
                  <a:lnTo>
                    <a:pt x="21600" y="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90" name="Shape 4790"/>
            <p:cNvSpPr/>
            <p:nvPr/>
          </p:nvSpPr>
          <p:spPr>
            <a:xfrm>
              <a:off x="2333625" y="3082925"/>
              <a:ext cx="225425" cy="223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24" y="0"/>
                  </a:moveTo>
                  <a:lnTo>
                    <a:pt x="21600" y="10762"/>
                  </a:lnTo>
                  <a:lnTo>
                    <a:pt x="10724" y="21600"/>
                  </a:lnTo>
                  <a:lnTo>
                    <a:pt x="0" y="1076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91" name="Shape 4791"/>
            <p:cNvSpPr/>
            <p:nvPr/>
          </p:nvSpPr>
          <p:spPr>
            <a:xfrm>
              <a:off x="2333625" y="3082925"/>
              <a:ext cx="225425" cy="223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24" y="0"/>
                  </a:moveTo>
                  <a:lnTo>
                    <a:pt x="21600" y="10762"/>
                  </a:lnTo>
                  <a:lnTo>
                    <a:pt x="10724" y="21600"/>
                  </a:lnTo>
                  <a:lnTo>
                    <a:pt x="0" y="10762"/>
                  </a:lnTo>
                  <a:lnTo>
                    <a:pt x="10724" y="0"/>
                  </a:lnTo>
                  <a:close/>
                </a:path>
              </a:pathLst>
            </a:custGeom>
            <a:noFill/>
            <a:ln w="7938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92" name="Shape 4792"/>
            <p:cNvSpPr/>
            <p:nvPr/>
          </p:nvSpPr>
          <p:spPr>
            <a:xfrm>
              <a:off x="538162" y="3300412"/>
              <a:ext cx="987426" cy="406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6484"/>
                  </a:moveTo>
                  <a:lnTo>
                    <a:pt x="19360" y="0"/>
                  </a:lnTo>
                  <a:lnTo>
                    <a:pt x="19360" y="6484"/>
                  </a:lnTo>
                  <a:lnTo>
                    <a:pt x="21600" y="6484"/>
                  </a:lnTo>
                  <a:close/>
                  <a:moveTo>
                    <a:pt x="0" y="21600"/>
                  </a:moveTo>
                  <a:lnTo>
                    <a:pt x="21600" y="21600"/>
                  </a:lnTo>
                  <a:lnTo>
                    <a:pt x="21600" y="6484"/>
                  </a:lnTo>
                  <a:lnTo>
                    <a:pt x="19360" y="6484"/>
                  </a:lnTo>
                  <a:lnTo>
                    <a:pt x="19360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93" name="Shape 4793"/>
            <p:cNvSpPr/>
            <p:nvPr/>
          </p:nvSpPr>
          <p:spPr>
            <a:xfrm>
              <a:off x="1423987" y="3300412"/>
              <a:ext cx="101601" cy="1222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3175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94" name="Shape 4794"/>
            <p:cNvSpPr/>
            <p:nvPr/>
          </p:nvSpPr>
          <p:spPr>
            <a:xfrm>
              <a:off x="538162" y="3300412"/>
              <a:ext cx="987426" cy="406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6484"/>
                  </a:lnTo>
                  <a:lnTo>
                    <a:pt x="19360" y="6484"/>
                  </a:lnTo>
                  <a:lnTo>
                    <a:pt x="19360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3175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95" name="Shape 4795"/>
            <p:cNvSpPr/>
            <p:nvPr/>
          </p:nvSpPr>
          <p:spPr>
            <a:xfrm>
              <a:off x="584200" y="3408362"/>
              <a:ext cx="350524" cy="24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3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100"/>
                <a:t>Turn </a:t>
              </a:r>
            </a:p>
          </p:txBody>
        </p:sp>
        <p:sp>
          <p:nvSpPr>
            <p:cNvPr id="4796" name="Shape 4796"/>
            <p:cNvSpPr/>
            <p:nvPr/>
          </p:nvSpPr>
          <p:spPr>
            <a:xfrm>
              <a:off x="954087" y="3408362"/>
              <a:ext cx="128241" cy="24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3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100"/>
                <a:t>&lt; </a:t>
              </a:r>
            </a:p>
          </p:txBody>
        </p:sp>
        <p:sp>
          <p:nvSpPr>
            <p:cNvPr id="4797" name="Shape 4797"/>
            <p:cNvSpPr/>
            <p:nvPr/>
          </p:nvSpPr>
          <p:spPr>
            <a:xfrm>
              <a:off x="1090612" y="3408362"/>
              <a:ext cx="167567" cy="24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3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100"/>
                <a:t>10</a:t>
              </a:r>
            </a:p>
          </p:txBody>
        </p:sp>
        <p:sp>
          <p:nvSpPr>
            <p:cNvPr id="4798" name="Shape 4798"/>
            <p:cNvSpPr/>
            <p:nvPr/>
          </p:nvSpPr>
          <p:spPr>
            <a:xfrm>
              <a:off x="1524000" y="3198812"/>
              <a:ext cx="798513" cy="350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4" y="21307"/>
                  </a:moveTo>
                  <a:lnTo>
                    <a:pt x="2081" y="19303"/>
                  </a:lnTo>
                  <a:lnTo>
                    <a:pt x="2102" y="19254"/>
                  </a:lnTo>
                  <a:lnTo>
                    <a:pt x="2124" y="19303"/>
                  </a:lnTo>
                  <a:lnTo>
                    <a:pt x="2145" y="19303"/>
                  </a:lnTo>
                  <a:lnTo>
                    <a:pt x="2166" y="19352"/>
                  </a:lnTo>
                  <a:lnTo>
                    <a:pt x="2166" y="19499"/>
                  </a:lnTo>
                  <a:lnTo>
                    <a:pt x="2145" y="19548"/>
                  </a:lnTo>
                  <a:lnTo>
                    <a:pt x="2145" y="19596"/>
                  </a:lnTo>
                  <a:lnTo>
                    <a:pt x="129" y="21600"/>
                  </a:lnTo>
                  <a:lnTo>
                    <a:pt x="64" y="21600"/>
                  </a:lnTo>
                  <a:lnTo>
                    <a:pt x="43" y="21551"/>
                  </a:lnTo>
                  <a:lnTo>
                    <a:pt x="0" y="21502"/>
                  </a:lnTo>
                  <a:lnTo>
                    <a:pt x="0" y="21405"/>
                  </a:lnTo>
                  <a:lnTo>
                    <a:pt x="43" y="21356"/>
                  </a:lnTo>
                  <a:lnTo>
                    <a:pt x="64" y="21307"/>
                  </a:lnTo>
                  <a:close/>
                  <a:moveTo>
                    <a:pt x="3303" y="18081"/>
                  </a:moveTo>
                  <a:lnTo>
                    <a:pt x="5320" y="16078"/>
                  </a:lnTo>
                  <a:lnTo>
                    <a:pt x="5362" y="16078"/>
                  </a:lnTo>
                  <a:lnTo>
                    <a:pt x="5405" y="16176"/>
                  </a:lnTo>
                  <a:lnTo>
                    <a:pt x="5405" y="16273"/>
                  </a:lnTo>
                  <a:lnTo>
                    <a:pt x="5362" y="16371"/>
                  </a:lnTo>
                  <a:lnTo>
                    <a:pt x="3346" y="18424"/>
                  </a:lnTo>
                  <a:lnTo>
                    <a:pt x="3325" y="18424"/>
                  </a:lnTo>
                  <a:lnTo>
                    <a:pt x="3303" y="18375"/>
                  </a:lnTo>
                  <a:lnTo>
                    <a:pt x="3282" y="18375"/>
                  </a:lnTo>
                  <a:lnTo>
                    <a:pt x="3260" y="18326"/>
                  </a:lnTo>
                  <a:lnTo>
                    <a:pt x="3260" y="18179"/>
                  </a:lnTo>
                  <a:lnTo>
                    <a:pt x="3282" y="18081"/>
                  </a:lnTo>
                  <a:lnTo>
                    <a:pt x="3303" y="18081"/>
                  </a:lnTo>
                  <a:close/>
                  <a:moveTo>
                    <a:pt x="6521" y="14856"/>
                  </a:moveTo>
                  <a:lnTo>
                    <a:pt x="8537" y="12901"/>
                  </a:lnTo>
                  <a:lnTo>
                    <a:pt x="8580" y="12804"/>
                  </a:lnTo>
                  <a:lnTo>
                    <a:pt x="8601" y="12804"/>
                  </a:lnTo>
                  <a:lnTo>
                    <a:pt x="8623" y="12901"/>
                  </a:lnTo>
                  <a:lnTo>
                    <a:pt x="8644" y="12950"/>
                  </a:lnTo>
                  <a:lnTo>
                    <a:pt x="8644" y="13097"/>
                  </a:lnTo>
                  <a:lnTo>
                    <a:pt x="8623" y="13146"/>
                  </a:lnTo>
                  <a:lnTo>
                    <a:pt x="8601" y="13146"/>
                  </a:lnTo>
                  <a:lnTo>
                    <a:pt x="6585" y="15198"/>
                  </a:lnTo>
                  <a:lnTo>
                    <a:pt x="6542" y="15198"/>
                  </a:lnTo>
                  <a:lnTo>
                    <a:pt x="6521" y="15149"/>
                  </a:lnTo>
                  <a:lnTo>
                    <a:pt x="6499" y="15052"/>
                  </a:lnTo>
                  <a:lnTo>
                    <a:pt x="6478" y="15003"/>
                  </a:lnTo>
                  <a:lnTo>
                    <a:pt x="6499" y="14954"/>
                  </a:lnTo>
                  <a:lnTo>
                    <a:pt x="6499" y="14905"/>
                  </a:lnTo>
                  <a:lnTo>
                    <a:pt x="6521" y="14856"/>
                  </a:lnTo>
                  <a:close/>
                  <a:moveTo>
                    <a:pt x="9760" y="11631"/>
                  </a:moveTo>
                  <a:lnTo>
                    <a:pt x="11776" y="9627"/>
                  </a:lnTo>
                  <a:lnTo>
                    <a:pt x="11819" y="9627"/>
                  </a:lnTo>
                  <a:lnTo>
                    <a:pt x="11862" y="9676"/>
                  </a:lnTo>
                  <a:lnTo>
                    <a:pt x="11862" y="9725"/>
                  </a:lnTo>
                  <a:lnTo>
                    <a:pt x="11883" y="9774"/>
                  </a:lnTo>
                  <a:lnTo>
                    <a:pt x="11862" y="9871"/>
                  </a:lnTo>
                  <a:lnTo>
                    <a:pt x="11862" y="9920"/>
                  </a:lnTo>
                  <a:lnTo>
                    <a:pt x="11840" y="9969"/>
                  </a:lnTo>
                  <a:lnTo>
                    <a:pt x="9824" y="11924"/>
                  </a:lnTo>
                  <a:lnTo>
                    <a:pt x="9781" y="11973"/>
                  </a:lnTo>
                  <a:lnTo>
                    <a:pt x="9760" y="11924"/>
                  </a:lnTo>
                  <a:lnTo>
                    <a:pt x="9738" y="11924"/>
                  </a:lnTo>
                  <a:lnTo>
                    <a:pt x="9738" y="11875"/>
                  </a:lnTo>
                  <a:lnTo>
                    <a:pt x="9717" y="11777"/>
                  </a:lnTo>
                  <a:lnTo>
                    <a:pt x="9717" y="11729"/>
                  </a:lnTo>
                  <a:lnTo>
                    <a:pt x="9760" y="11631"/>
                  </a:lnTo>
                  <a:close/>
                  <a:moveTo>
                    <a:pt x="12999" y="8454"/>
                  </a:moveTo>
                  <a:lnTo>
                    <a:pt x="15015" y="6402"/>
                  </a:lnTo>
                  <a:lnTo>
                    <a:pt x="15058" y="6402"/>
                  </a:lnTo>
                  <a:lnTo>
                    <a:pt x="15101" y="6500"/>
                  </a:lnTo>
                  <a:lnTo>
                    <a:pt x="15101" y="6597"/>
                  </a:lnTo>
                  <a:lnTo>
                    <a:pt x="15079" y="6695"/>
                  </a:lnTo>
                  <a:lnTo>
                    <a:pt x="15058" y="6695"/>
                  </a:lnTo>
                  <a:lnTo>
                    <a:pt x="13042" y="8748"/>
                  </a:lnTo>
                  <a:lnTo>
                    <a:pt x="12999" y="8748"/>
                  </a:lnTo>
                  <a:lnTo>
                    <a:pt x="12956" y="8650"/>
                  </a:lnTo>
                  <a:lnTo>
                    <a:pt x="12956" y="8552"/>
                  </a:lnTo>
                  <a:lnTo>
                    <a:pt x="12999" y="8454"/>
                  </a:lnTo>
                  <a:close/>
                  <a:moveTo>
                    <a:pt x="16238" y="5180"/>
                  </a:moveTo>
                  <a:lnTo>
                    <a:pt x="18254" y="3225"/>
                  </a:lnTo>
                  <a:lnTo>
                    <a:pt x="18275" y="3176"/>
                  </a:lnTo>
                  <a:lnTo>
                    <a:pt x="18297" y="3225"/>
                  </a:lnTo>
                  <a:lnTo>
                    <a:pt x="18318" y="3225"/>
                  </a:lnTo>
                  <a:lnTo>
                    <a:pt x="18361" y="3274"/>
                  </a:lnTo>
                  <a:lnTo>
                    <a:pt x="18361" y="3421"/>
                  </a:lnTo>
                  <a:lnTo>
                    <a:pt x="18318" y="3470"/>
                  </a:lnTo>
                  <a:lnTo>
                    <a:pt x="18297" y="3519"/>
                  </a:lnTo>
                  <a:lnTo>
                    <a:pt x="16280" y="5522"/>
                  </a:lnTo>
                  <a:lnTo>
                    <a:pt x="16238" y="5522"/>
                  </a:lnTo>
                  <a:lnTo>
                    <a:pt x="16216" y="5473"/>
                  </a:lnTo>
                  <a:lnTo>
                    <a:pt x="16195" y="5473"/>
                  </a:lnTo>
                  <a:lnTo>
                    <a:pt x="16173" y="5376"/>
                  </a:lnTo>
                  <a:lnTo>
                    <a:pt x="16195" y="5327"/>
                  </a:lnTo>
                  <a:lnTo>
                    <a:pt x="16195" y="5229"/>
                  </a:lnTo>
                  <a:lnTo>
                    <a:pt x="16238" y="5180"/>
                  </a:lnTo>
                  <a:close/>
                  <a:moveTo>
                    <a:pt x="19455" y="2004"/>
                  </a:moveTo>
                  <a:lnTo>
                    <a:pt x="21471" y="0"/>
                  </a:lnTo>
                  <a:lnTo>
                    <a:pt x="21536" y="0"/>
                  </a:lnTo>
                  <a:lnTo>
                    <a:pt x="21579" y="49"/>
                  </a:lnTo>
                  <a:lnTo>
                    <a:pt x="21579" y="98"/>
                  </a:lnTo>
                  <a:lnTo>
                    <a:pt x="21600" y="147"/>
                  </a:lnTo>
                  <a:lnTo>
                    <a:pt x="21579" y="195"/>
                  </a:lnTo>
                  <a:lnTo>
                    <a:pt x="21579" y="244"/>
                  </a:lnTo>
                  <a:lnTo>
                    <a:pt x="21536" y="293"/>
                  </a:lnTo>
                  <a:lnTo>
                    <a:pt x="19519" y="2346"/>
                  </a:lnTo>
                  <a:lnTo>
                    <a:pt x="19455" y="2346"/>
                  </a:lnTo>
                  <a:lnTo>
                    <a:pt x="19434" y="2297"/>
                  </a:lnTo>
                  <a:lnTo>
                    <a:pt x="19434" y="2248"/>
                  </a:lnTo>
                  <a:lnTo>
                    <a:pt x="19412" y="2150"/>
                  </a:lnTo>
                  <a:lnTo>
                    <a:pt x="19412" y="2052"/>
                  </a:lnTo>
                  <a:lnTo>
                    <a:pt x="19434" y="2004"/>
                  </a:lnTo>
                  <a:lnTo>
                    <a:pt x="19455" y="2004"/>
                  </a:lnTo>
                  <a:close/>
                </a:path>
              </a:pathLst>
            </a:custGeom>
            <a:solidFill>
              <a:srgbClr val="333399"/>
            </a:solidFill>
            <a:ln w="3175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799" name="Shape 4799"/>
            <p:cNvSpPr/>
            <p:nvPr/>
          </p:nvSpPr>
          <p:spPr>
            <a:xfrm>
              <a:off x="2222500" y="3189287"/>
              <a:ext cx="111125" cy="92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58" y="21600"/>
                  </a:moveTo>
                  <a:lnTo>
                    <a:pt x="21600" y="1127"/>
                  </a:lnTo>
                  <a:lnTo>
                    <a:pt x="0" y="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00" name="Shape 4800"/>
            <p:cNvSpPr/>
            <p:nvPr/>
          </p:nvSpPr>
          <p:spPr>
            <a:xfrm>
              <a:off x="1536700" y="2968625"/>
              <a:ext cx="34197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[</a:t>
              </a:r>
            </a:p>
          </p:txBody>
        </p:sp>
        <p:sp>
          <p:nvSpPr>
            <p:cNvPr id="4801" name="Shape 4801"/>
            <p:cNvSpPr/>
            <p:nvPr/>
          </p:nvSpPr>
          <p:spPr>
            <a:xfrm>
              <a:off x="1573211" y="2968625"/>
              <a:ext cx="212023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true</a:t>
              </a:r>
            </a:p>
          </p:txBody>
        </p:sp>
        <p:sp>
          <p:nvSpPr>
            <p:cNvPr id="4802" name="Shape 4802"/>
            <p:cNvSpPr/>
            <p:nvPr/>
          </p:nvSpPr>
          <p:spPr>
            <a:xfrm>
              <a:off x="1808162" y="2968625"/>
              <a:ext cx="34197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]</a:t>
              </a:r>
            </a:p>
          </p:txBody>
        </p:sp>
        <p:sp>
          <p:nvSpPr>
            <p:cNvPr id="4803" name="Shape 4803"/>
            <p:cNvSpPr/>
            <p:nvPr/>
          </p:nvSpPr>
          <p:spPr>
            <a:xfrm>
              <a:off x="1341437" y="1349376"/>
              <a:ext cx="34197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[</a:t>
              </a:r>
            </a:p>
          </p:txBody>
        </p:sp>
        <p:sp>
          <p:nvSpPr>
            <p:cNvPr id="4804" name="Shape 4804"/>
            <p:cNvSpPr/>
            <p:nvPr/>
          </p:nvSpPr>
          <p:spPr>
            <a:xfrm>
              <a:off x="1377950" y="1349376"/>
              <a:ext cx="246221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view</a:t>
              </a:r>
            </a:p>
          </p:txBody>
        </p:sp>
        <p:sp>
          <p:nvSpPr>
            <p:cNvPr id="4805" name="Shape 4805"/>
            <p:cNvSpPr/>
            <p:nvPr/>
          </p:nvSpPr>
          <p:spPr>
            <a:xfrm>
              <a:off x="1651000" y="1349376"/>
              <a:ext cx="34197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]</a:t>
              </a:r>
            </a:p>
          </p:txBody>
        </p:sp>
        <p:sp>
          <p:nvSpPr>
            <p:cNvPr id="4806" name="Shape 4806"/>
            <p:cNvSpPr/>
            <p:nvPr/>
          </p:nvSpPr>
          <p:spPr>
            <a:xfrm>
              <a:off x="1962150" y="1428750"/>
              <a:ext cx="34197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[</a:t>
              </a:r>
            </a:p>
          </p:txBody>
        </p:sp>
        <p:sp>
          <p:nvSpPr>
            <p:cNvPr id="4807" name="Shape 4807"/>
            <p:cNvSpPr/>
            <p:nvPr/>
          </p:nvSpPr>
          <p:spPr>
            <a:xfrm>
              <a:off x="2000250" y="1428750"/>
              <a:ext cx="225702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play</a:t>
              </a:r>
            </a:p>
          </p:txBody>
        </p:sp>
        <p:sp>
          <p:nvSpPr>
            <p:cNvPr id="4808" name="Shape 4808"/>
            <p:cNvSpPr/>
            <p:nvPr/>
          </p:nvSpPr>
          <p:spPr>
            <a:xfrm>
              <a:off x="2249487" y="1428750"/>
              <a:ext cx="34197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]</a:t>
              </a:r>
            </a:p>
          </p:txBody>
        </p:sp>
        <p:sp>
          <p:nvSpPr>
            <p:cNvPr id="4809" name="Shape 4809"/>
            <p:cNvSpPr/>
            <p:nvPr/>
          </p:nvSpPr>
          <p:spPr>
            <a:xfrm>
              <a:off x="2736850" y="1462087"/>
              <a:ext cx="34197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[</a:t>
              </a:r>
            </a:p>
          </p:txBody>
        </p:sp>
        <p:sp>
          <p:nvSpPr>
            <p:cNvPr id="4810" name="Shape 4810"/>
            <p:cNvSpPr/>
            <p:nvPr/>
          </p:nvSpPr>
          <p:spPr>
            <a:xfrm>
              <a:off x="2774950" y="1462087"/>
              <a:ext cx="191505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exit</a:t>
              </a:r>
            </a:p>
          </p:txBody>
        </p:sp>
        <p:sp>
          <p:nvSpPr>
            <p:cNvPr id="4811" name="Shape 4811"/>
            <p:cNvSpPr/>
            <p:nvPr/>
          </p:nvSpPr>
          <p:spPr>
            <a:xfrm>
              <a:off x="2986087" y="1462087"/>
              <a:ext cx="34197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]</a:t>
              </a:r>
            </a:p>
          </p:txBody>
        </p:sp>
        <p:sp>
          <p:nvSpPr>
            <p:cNvPr id="4812" name="Shape 4812"/>
            <p:cNvSpPr/>
            <p:nvPr/>
          </p:nvSpPr>
          <p:spPr>
            <a:xfrm>
              <a:off x="2414587" y="2713037"/>
              <a:ext cx="31751" cy="369889"/>
            </a:xfrm>
            <a:prstGeom prst="line">
              <a:avLst/>
            </a:pr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13" name="Shape 4813"/>
            <p:cNvSpPr/>
            <p:nvPr/>
          </p:nvSpPr>
          <p:spPr>
            <a:xfrm>
              <a:off x="2387600" y="2978150"/>
              <a:ext cx="100013" cy="104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49"/>
                  </a:moveTo>
                  <a:lnTo>
                    <a:pt x="12586" y="21600"/>
                  </a:lnTo>
                  <a:lnTo>
                    <a:pt x="21600" y="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14" name="Shape 4814"/>
            <p:cNvSpPr/>
            <p:nvPr/>
          </p:nvSpPr>
          <p:spPr>
            <a:xfrm>
              <a:off x="2446337" y="3306762"/>
              <a:ext cx="15876" cy="433389"/>
            </a:xfrm>
            <a:prstGeom prst="line">
              <a:avLst/>
            </a:prstGeom>
            <a:noFill/>
            <a:ln w="63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15" name="Shape 4815"/>
            <p:cNvSpPr/>
            <p:nvPr/>
          </p:nvSpPr>
          <p:spPr>
            <a:xfrm>
              <a:off x="2408237" y="3636962"/>
              <a:ext cx="101601" cy="103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1486" y="21600"/>
                  </a:lnTo>
                  <a:lnTo>
                    <a:pt x="21600" y="0"/>
                  </a:lnTo>
                </a:path>
              </a:pathLst>
            </a:custGeom>
            <a:noFill/>
            <a:ln w="63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16" name="Shape 4816"/>
            <p:cNvSpPr/>
            <p:nvPr/>
          </p:nvSpPr>
          <p:spPr>
            <a:xfrm>
              <a:off x="2522537" y="3386137"/>
              <a:ext cx="34197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[</a:t>
              </a:r>
            </a:p>
          </p:txBody>
        </p:sp>
        <p:sp>
          <p:nvSpPr>
            <p:cNvPr id="4817" name="Shape 4817"/>
            <p:cNvSpPr/>
            <p:nvPr/>
          </p:nvSpPr>
          <p:spPr>
            <a:xfrm>
              <a:off x="2559050" y="3386137"/>
              <a:ext cx="259900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false</a:t>
              </a:r>
            </a:p>
          </p:txBody>
        </p:sp>
        <p:sp>
          <p:nvSpPr>
            <p:cNvPr id="4818" name="Shape 4818"/>
            <p:cNvSpPr/>
            <p:nvPr/>
          </p:nvSpPr>
          <p:spPr>
            <a:xfrm>
              <a:off x="2846387" y="3386137"/>
              <a:ext cx="34197" cy="196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1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900"/>
                <a:t>]</a:t>
              </a:r>
            </a:p>
          </p:txBody>
        </p:sp>
        <p:sp>
          <p:nvSpPr>
            <p:cNvPr id="4819" name="Shape 4819"/>
            <p:cNvSpPr/>
            <p:nvPr/>
          </p:nvSpPr>
          <p:spPr>
            <a:xfrm>
              <a:off x="1719262" y="3740150"/>
              <a:ext cx="1485901" cy="28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3" y="21600"/>
                  </a:moveTo>
                  <a:lnTo>
                    <a:pt x="19603" y="21600"/>
                  </a:lnTo>
                  <a:lnTo>
                    <a:pt x="19914" y="21422"/>
                  </a:lnTo>
                  <a:lnTo>
                    <a:pt x="20030" y="21303"/>
                  </a:lnTo>
                  <a:lnTo>
                    <a:pt x="20122" y="21066"/>
                  </a:lnTo>
                  <a:lnTo>
                    <a:pt x="20226" y="20947"/>
                  </a:lnTo>
                  <a:lnTo>
                    <a:pt x="20307" y="20769"/>
                  </a:lnTo>
                  <a:lnTo>
                    <a:pt x="20411" y="20532"/>
                  </a:lnTo>
                  <a:lnTo>
                    <a:pt x="20492" y="20235"/>
                  </a:lnTo>
                  <a:lnTo>
                    <a:pt x="20584" y="19998"/>
                  </a:lnTo>
                  <a:lnTo>
                    <a:pt x="20665" y="19760"/>
                  </a:lnTo>
                  <a:lnTo>
                    <a:pt x="20757" y="19464"/>
                  </a:lnTo>
                  <a:lnTo>
                    <a:pt x="20827" y="19108"/>
                  </a:lnTo>
                  <a:lnTo>
                    <a:pt x="20907" y="18811"/>
                  </a:lnTo>
                  <a:lnTo>
                    <a:pt x="20977" y="18396"/>
                  </a:lnTo>
                  <a:lnTo>
                    <a:pt x="21057" y="18040"/>
                  </a:lnTo>
                  <a:lnTo>
                    <a:pt x="21115" y="17684"/>
                  </a:lnTo>
                  <a:lnTo>
                    <a:pt x="21173" y="17268"/>
                  </a:lnTo>
                  <a:lnTo>
                    <a:pt x="21242" y="16853"/>
                  </a:lnTo>
                  <a:lnTo>
                    <a:pt x="21288" y="16378"/>
                  </a:lnTo>
                  <a:lnTo>
                    <a:pt x="21346" y="15963"/>
                  </a:lnTo>
                  <a:lnTo>
                    <a:pt x="21438" y="15013"/>
                  </a:lnTo>
                  <a:lnTo>
                    <a:pt x="21473" y="14479"/>
                  </a:lnTo>
                  <a:lnTo>
                    <a:pt x="21496" y="14064"/>
                  </a:lnTo>
                  <a:lnTo>
                    <a:pt x="21531" y="13470"/>
                  </a:lnTo>
                  <a:lnTo>
                    <a:pt x="21565" y="12996"/>
                  </a:lnTo>
                  <a:lnTo>
                    <a:pt x="21577" y="12462"/>
                  </a:lnTo>
                  <a:lnTo>
                    <a:pt x="21588" y="11868"/>
                  </a:lnTo>
                  <a:lnTo>
                    <a:pt x="21600" y="11393"/>
                  </a:lnTo>
                  <a:lnTo>
                    <a:pt x="21600" y="10266"/>
                  </a:lnTo>
                  <a:lnTo>
                    <a:pt x="21588" y="9732"/>
                  </a:lnTo>
                  <a:lnTo>
                    <a:pt x="21577" y="9138"/>
                  </a:lnTo>
                  <a:lnTo>
                    <a:pt x="21565" y="8664"/>
                  </a:lnTo>
                  <a:lnTo>
                    <a:pt x="21531" y="8070"/>
                  </a:lnTo>
                  <a:lnTo>
                    <a:pt x="21496" y="7596"/>
                  </a:lnTo>
                  <a:lnTo>
                    <a:pt x="21473" y="7062"/>
                  </a:lnTo>
                  <a:lnTo>
                    <a:pt x="21438" y="6646"/>
                  </a:lnTo>
                  <a:lnTo>
                    <a:pt x="21392" y="6112"/>
                  </a:lnTo>
                  <a:lnTo>
                    <a:pt x="21346" y="5697"/>
                  </a:lnTo>
                  <a:lnTo>
                    <a:pt x="21288" y="5222"/>
                  </a:lnTo>
                  <a:lnTo>
                    <a:pt x="21242" y="4807"/>
                  </a:lnTo>
                  <a:lnTo>
                    <a:pt x="21173" y="4332"/>
                  </a:lnTo>
                  <a:lnTo>
                    <a:pt x="21115" y="3976"/>
                  </a:lnTo>
                  <a:lnTo>
                    <a:pt x="21057" y="3560"/>
                  </a:lnTo>
                  <a:lnTo>
                    <a:pt x="20977" y="3204"/>
                  </a:lnTo>
                  <a:lnTo>
                    <a:pt x="20907" y="2789"/>
                  </a:lnTo>
                  <a:lnTo>
                    <a:pt x="20827" y="2492"/>
                  </a:lnTo>
                  <a:lnTo>
                    <a:pt x="20757" y="2196"/>
                  </a:lnTo>
                  <a:lnTo>
                    <a:pt x="20665" y="1840"/>
                  </a:lnTo>
                  <a:lnTo>
                    <a:pt x="20584" y="1543"/>
                  </a:lnTo>
                  <a:lnTo>
                    <a:pt x="20492" y="1305"/>
                  </a:lnTo>
                  <a:lnTo>
                    <a:pt x="20411" y="1127"/>
                  </a:lnTo>
                  <a:lnTo>
                    <a:pt x="20307" y="831"/>
                  </a:lnTo>
                  <a:lnTo>
                    <a:pt x="20226" y="653"/>
                  </a:lnTo>
                  <a:lnTo>
                    <a:pt x="20122" y="475"/>
                  </a:lnTo>
                  <a:lnTo>
                    <a:pt x="20030" y="356"/>
                  </a:lnTo>
                  <a:lnTo>
                    <a:pt x="19914" y="237"/>
                  </a:lnTo>
                  <a:lnTo>
                    <a:pt x="19707" y="119"/>
                  </a:lnTo>
                  <a:lnTo>
                    <a:pt x="19603" y="0"/>
                  </a:lnTo>
                  <a:lnTo>
                    <a:pt x="2009" y="0"/>
                  </a:lnTo>
                  <a:lnTo>
                    <a:pt x="1893" y="119"/>
                  </a:lnTo>
                  <a:lnTo>
                    <a:pt x="1686" y="237"/>
                  </a:lnTo>
                  <a:lnTo>
                    <a:pt x="1582" y="356"/>
                  </a:lnTo>
                  <a:lnTo>
                    <a:pt x="1489" y="475"/>
                  </a:lnTo>
                  <a:lnTo>
                    <a:pt x="1281" y="831"/>
                  </a:lnTo>
                  <a:lnTo>
                    <a:pt x="1201" y="1127"/>
                  </a:lnTo>
                  <a:lnTo>
                    <a:pt x="1097" y="1305"/>
                  </a:lnTo>
                  <a:lnTo>
                    <a:pt x="1016" y="1543"/>
                  </a:lnTo>
                  <a:lnTo>
                    <a:pt x="924" y="1840"/>
                  </a:lnTo>
                  <a:lnTo>
                    <a:pt x="854" y="2196"/>
                  </a:lnTo>
                  <a:lnTo>
                    <a:pt x="762" y="2492"/>
                  </a:lnTo>
                  <a:lnTo>
                    <a:pt x="693" y="2789"/>
                  </a:lnTo>
                  <a:lnTo>
                    <a:pt x="623" y="3204"/>
                  </a:lnTo>
                  <a:lnTo>
                    <a:pt x="554" y="3560"/>
                  </a:lnTo>
                  <a:lnTo>
                    <a:pt x="485" y="3976"/>
                  </a:lnTo>
                  <a:lnTo>
                    <a:pt x="416" y="4332"/>
                  </a:lnTo>
                  <a:lnTo>
                    <a:pt x="358" y="4807"/>
                  </a:lnTo>
                  <a:lnTo>
                    <a:pt x="312" y="5222"/>
                  </a:lnTo>
                  <a:lnTo>
                    <a:pt x="254" y="5697"/>
                  </a:lnTo>
                  <a:lnTo>
                    <a:pt x="208" y="6112"/>
                  </a:lnTo>
                  <a:lnTo>
                    <a:pt x="173" y="6646"/>
                  </a:lnTo>
                  <a:lnTo>
                    <a:pt x="139" y="7062"/>
                  </a:lnTo>
                  <a:lnTo>
                    <a:pt x="104" y="7596"/>
                  </a:lnTo>
                  <a:lnTo>
                    <a:pt x="69" y="8070"/>
                  </a:lnTo>
                  <a:lnTo>
                    <a:pt x="46" y="8664"/>
                  </a:lnTo>
                  <a:lnTo>
                    <a:pt x="23" y="9138"/>
                  </a:lnTo>
                  <a:lnTo>
                    <a:pt x="12" y="9732"/>
                  </a:lnTo>
                  <a:lnTo>
                    <a:pt x="0" y="10266"/>
                  </a:lnTo>
                  <a:lnTo>
                    <a:pt x="0" y="11393"/>
                  </a:lnTo>
                  <a:lnTo>
                    <a:pt x="12" y="11868"/>
                  </a:lnTo>
                  <a:lnTo>
                    <a:pt x="23" y="12462"/>
                  </a:lnTo>
                  <a:lnTo>
                    <a:pt x="46" y="12996"/>
                  </a:lnTo>
                  <a:lnTo>
                    <a:pt x="69" y="13470"/>
                  </a:lnTo>
                  <a:lnTo>
                    <a:pt x="104" y="14064"/>
                  </a:lnTo>
                  <a:lnTo>
                    <a:pt x="139" y="14479"/>
                  </a:lnTo>
                  <a:lnTo>
                    <a:pt x="173" y="15013"/>
                  </a:lnTo>
                  <a:lnTo>
                    <a:pt x="208" y="15488"/>
                  </a:lnTo>
                  <a:lnTo>
                    <a:pt x="254" y="15963"/>
                  </a:lnTo>
                  <a:lnTo>
                    <a:pt x="312" y="16378"/>
                  </a:lnTo>
                  <a:lnTo>
                    <a:pt x="358" y="16853"/>
                  </a:lnTo>
                  <a:lnTo>
                    <a:pt x="416" y="17268"/>
                  </a:lnTo>
                  <a:lnTo>
                    <a:pt x="485" y="17684"/>
                  </a:lnTo>
                  <a:lnTo>
                    <a:pt x="623" y="18396"/>
                  </a:lnTo>
                  <a:lnTo>
                    <a:pt x="693" y="18811"/>
                  </a:lnTo>
                  <a:lnTo>
                    <a:pt x="762" y="19108"/>
                  </a:lnTo>
                  <a:lnTo>
                    <a:pt x="854" y="19464"/>
                  </a:lnTo>
                  <a:lnTo>
                    <a:pt x="924" y="19760"/>
                  </a:lnTo>
                  <a:lnTo>
                    <a:pt x="1016" y="19998"/>
                  </a:lnTo>
                  <a:lnTo>
                    <a:pt x="1097" y="20235"/>
                  </a:lnTo>
                  <a:lnTo>
                    <a:pt x="1201" y="20532"/>
                  </a:lnTo>
                  <a:lnTo>
                    <a:pt x="1281" y="20769"/>
                  </a:lnTo>
                  <a:lnTo>
                    <a:pt x="1385" y="20947"/>
                  </a:lnTo>
                  <a:lnTo>
                    <a:pt x="1489" y="21066"/>
                  </a:lnTo>
                  <a:lnTo>
                    <a:pt x="1582" y="21303"/>
                  </a:lnTo>
                  <a:lnTo>
                    <a:pt x="1686" y="21422"/>
                  </a:lnTo>
                  <a:lnTo>
                    <a:pt x="1893" y="21541"/>
                  </a:lnTo>
                  <a:lnTo>
                    <a:pt x="2009" y="21600"/>
                  </a:lnTo>
                  <a:lnTo>
                    <a:pt x="211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20" name="Shape 4820"/>
            <p:cNvSpPr/>
            <p:nvPr/>
          </p:nvSpPr>
          <p:spPr>
            <a:xfrm>
              <a:off x="1719262" y="3740150"/>
              <a:ext cx="1485901" cy="28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3" y="21600"/>
                  </a:moveTo>
                  <a:lnTo>
                    <a:pt x="19603" y="21600"/>
                  </a:lnTo>
                  <a:lnTo>
                    <a:pt x="19914" y="21422"/>
                  </a:lnTo>
                  <a:lnTo>
                    <a:pt x="20030" y="21303"/>
                  </a:lnTo>
                  <a:lnTo>
                    <a:pt x="20122" y="21066"/>
                  </a:lnTo>
                  <a:lnTo>
                    <a:pt x="20226" y="20947"/>
                  </a:lnTo>
                  <a:lnTo>
                    <a:pt x="20307" y="20769"/>
                  </a:lnTo>
                  <a:lnTo>
                    <a:pt x="20411" y="20532"/>
                  </a:lnTo>
                  <a:lnTo>
                    <a:pt x="20492" y="20235"/>
                  </a:lnTo>
                  <a:lnTo>
                    <a:pt x="20584" y="19998"/>
                  </a:lnTo>
                  <a:lnTo>
                    <a:pt x="20665" y="19760"/>
                  </a:lnTo>
                  <a:lnTo>
                    <a:pt x="20757" y="19464"/>
                  </a:lnTo>
                  <a:lnTo>
                    <a:pt x="20827" y="19108"/>
                  </a:lnTo>
                  <a:lnTo>
                    <a:pt x="20907" y="18811"/>
                  </a:lnTo>
                  <a:lnTo>
                    <a:pt x="20977" y="18396"/>
                  </a:lnTo>
                  <a:lnTo>
                    <a:pt x="21057" y="18040"/>
                  </a:lnTo>
                  <a:lnTo>
                    <a:pt x="21115" y="17684"/>
                  </a:lnTo>
                  <a:lnTo>
                    <a:pt x="21173" y="17268"/>
                  </a:lnTo>
                  <a:lnTo>
                    <a:pt x="21242" y="16853"/>
                  </a:lnTo>
                  <a:lnTo>
                    <a:pt x="21288" y="16378"/>
                  </a:lnTo>
                  <a:lnTo>
                    <a:pt x="21346" y="15963"/>
                  </a:lnTo>
                  <a:lnTo>
                    <a:pt x="21438" y="15013"/>
                  </a:lnTo>
                  <a:lnTo>
                    <a:pt x="21473" y="14479"/>
                  </a:lnTo>
                  <a:lnTo>
                    <a:pt x="21496" y="14064"/>
                  </a:lnTo>
                  <a:lnTo>
                    <a:pt x="21531" y="13470"/>
                  </a:lnTo>
                  <a:lnTo>
                    <a:pt x="21565" y="12996"/>
                  </a:lnTo>
                  <a:lnTo>
                    <a:pt x="21577" y="12462"/>
                  </a:lnTo>
                  <a:lnTo>
                    <a:pt x="21588" y="11868"/>
                  </a:lnTo>
                  <a:lnTo>
                    <a:pt x="21600" y="11393"/>
                  </a:lnTo>
                  <a:lnTo>
                    <a:pt x="21600" y="10266"/>
                  </a:lnTo>
                  <a:lnTo>
                    <a:pt x="21588" y="9732"/>
                  </a:lnTo>
                  <a:lnTo>
                    <a:pt x="21577" y="9138"/>
                  </a:lnTo>
                  <a:lnTo>
                    <a:pt x="21565" y="8664"/>
                  </a:lnTo>
                  <a:lnTo>
                    <a:pt x="21531" y="8070"/>
                  </a:lnTo>
                  <a:lnTo>
                    <a:pt x="21496" y="7596"/>
                  </a:lnTo>
                  <a:lnTo>
                    <a:pt x="21473" y="7062"/>
                  </a:lnTo>
                  <a:lnTo>
                    <a:pt x="21438" y="6646"/>
                  </a:lnTo>
                  <a:lnTo>
                    <a:pt x="21392" y="6112"/>
                  </a:lnTo>
                  <a:lnTo>
                    <a:pt x="21346" y="5697"/>
                  </a:lnTo>
                  <a:lnTo>
                    <a:pt x="21288" y="5222"/>
                  </a:lnTo>
                  <a:lnTo>
                    <a:pt x="21242" y="4807"/>
                  </a:lnTo>
                  <a:lnTo>
                    <a:pt x="21173" y="4332"/>
                  </a:lnTo>
                  <a:lnTo>
                    <a:pt x="21115" y="3976"/>
                  </a:lnTo>
                  <a:lnTo>
                    <a:pt x="21057" y="3560"/>
                  </a:lnTo>
                  <a:lnTo>
                    <a:pt x="20977" y="3204"/>
                  </a:lnTo>
                  <a:lnTo>
                    <a:pt x="20907" y="2789"/>
                  </a:lnTo>
                  <a:lnTo>
                    <a:pt x="20827" y="2492"/>
                  </a:lnTo>
                  <a:lnTo>
                    <a:pt x="20757" y="2196"/>
                  </a:lnTo>
                  <a:lnTo>
                    <a:pt x="20665" y="1840"/>
                  </a:lnTo>
                  <a:lnTo>
                    <a:pt x="20584" y="1543"/>
                  </a:lnTo>
                  <a:lnTo>
                    <a:pt x="20492" y="1305"/>
                  </a:lnTo>
                  <a:lnTo>
                    <a:pt x="20411" y="1127"/>
                  </a:lnTo>
                  <a:lnTo>
                    <a:pt x="20307" y="831"/>
                  </a:lnTo>
                  <a:lnTo>
                    <a:pt x="20226" y="653"/>
                  </a:lnTo>
                  <a:lnTo>
                    <a:pt x="20122" y="475"/>
                  </a:lnTo>
                  <a:lnTo>
                    <a:pt x="20030" y="356"/>
                  </a:lnTo>
                  <a:lnTo>
                    <a:pt x="19914" y="237"/>
                  </a:lnTo>
                  <a:lnTo>
                    <a:pt x="19707" y="119"/>
                  </a:lnTo>
                  <a:lnTo>
                    <a:pt x="19603" y="0"/>
                  </a:lnTo>
                  <a:lnTo>
                    <a:pt x="2009" y="0"/>
                  </a:lnTo>
                  <a:lnTo>
                    <a:pt x="1893" y="119"/>
                  </a:lnTo>
                  <a:lnTo>
                    <a:pt x="1686" y="237"/>
                  </a:lnTo>
                  <a:lnTo>
                    <a:pt x="1582" y="356"/>
                  </a:lnTo>
                  <a:lnTo>
                    <a:pt x="1489" y="475"/>
                  </a:lnTo>
                  <a:lnTo>
                    <a:pt x="1281" y="831"/>
                  </a:lnTo>
                  <a:lnTo>
                    <a:pt x="1201" y="1127"/>
                  </a:lnTo>
                  <a:lnTo>
                    <a:pt x="1097" y="1305"/>
                  </a:lnTo>
                  <a:lnTo>
                    <a:pt x="1016" y="1543"/>
                  </a:lnTo>
                  <a:lnTo>
                    <a:pt x="924" y="1840"/>
                  </a:lnTo>
                  <a:lnTo>
                    <a:pt x="854" y="2196"/>
                  </a:lnTo>
                  <a:lnTo>
                    <a:pt x="762" y="2492"/>
                  </a:lnTo>
                  <a:lnTo>
                    <a:pt x="693" y="2789"/>
                  </a:lnTo>
                  <a:lnTo>
                    <a:pt x="623" y="3204"/>
                  </a:lnTo>
                  <a:lnTo>
                    <a:pt x="554" y="3560"/>
                  </a:lnTo>
                  <a:lnTo>
                    <a:pt x="485" y="3976"/>
                  </a:lnTo>
                  <a:lnTo>
                    <a:pt x="416" y="4332"/>
                  </a:lnTo>
                  <a:lnTo>
                    <a:pt x="358" y="4807"/>
                  </a:lnTo>
                  <a:lnTo>
                    <a:pt x="312" y="5222"/>
                  </a:lnTo>
                  <a:lnTo>
                    <a:pt x="254" y="5697"/>
                  </a:lnTo>
                  <a:lnTo>
                    <a:pt x="208" y="6112"/>
                  </a:lnTo>
                  <a:lnTo>
                    <a:pt x="173" y="6646"/>
                  </a:lnTo>
                  <a:lnTo>
                    <a:pt x="139" y="7062"/>
                  </a:lnTo>
                  <a:lnTo>
                    <a:pt x="104" y="7596"/>
                  </a:lnTo>
                  <a:lnTo>
                    <a:pt x="69" y="8070"/>
                  </a:lnTo>
                  <a:lnTo>
                    <a:pt x="46" y="8664"/>
                  </a:lnTo>
                  <a:lnTo>
                    <a:pt x="23" y="9138"/>
                  </a:lnTo>
                  <a:lnTo>
                    <a:pt x="12" y="9732"/>
                  </a:lnTo>
                  <a:lnTo>
                    <a:pt x="0" y="10266"/>
                  </a:lnTo>
                  <a:lnTo>
                    <a:pt x="0" y="11393"/>
                  </a:lnTo>
                  <a:lnTo>
                    <a:pt x="12" y="11868"/>
                  </a:lnTo>
                  <a:lnTo>
                    <a:pt x="23" y="12462"/>
                  </a:lnTo>
                  <a:lnTo>
                    <a:pt x="46" y="12996"/>
                  </a:lnTo>
                  <a:lnTo>
                    <a:pt x="69" y="13470"/>
                  </a:lnTo>
                  <a:lnTo>
                    <a:pt x="104" y="14064"/>
                  </a:lnTo>
                  <a:lnTo>
                    <a:pt x="139" y="14479"/>
                  </a:lnTo>
                  <a:lnTo>
                    <a:pt x="173" y="15013"/>
                  </a:lnTo>
                  <a:lnTo>
                    <a:pt x="208" y="15488"/>
                  </a:lnTo>
                  <a:lnTo>
                    <a:pt x="254" y="15963"/>
                  </a:lnTo>
                  <a:lnTo>
                    <a:pt x="312" y="16378"/>
                  </a:lnTo>
                  <a:lnTo>
                    <a:pt x="358" y="16853"/>
                  </a:lnTo>
                  <a:lnTo>
                    <a:pt x="416" y="17268"/>
                  </a:lnTo>
                  <a:lnTo>
                    <a:pt x="485" y="17684"/>
                  </a:lnTo>
                  <a:lnTo>
                    <a:pt x="623" y="18396"/>
                  </a:lnTo>
                  <a:lnTo>
                    <a:pt x="693" y="18811"/>
                  </a:lnTo>
                  <a:lnTo>
                    <a:pt x="762" y="19108"/>
                  </a:lnTo>
                  <a:lnTo>
                    <a:pt x="854" y="19464"/>
                  </a:lnTo>
                  <a:lnTo>
                    <a:pt x="924" y="19760"/>
                  </a:lnTo>
                  <a:lnTo>
                    <a:pt x="1016" y="19998"/>
                  </a:lnTo>
                  <a:lnTo>
                    <a:pt x="1097" y="20235"/>
                  </a:lnTo>
                  <a:lnTo>
                    <a:pt x="1201" y="20532"/>
                  </a:lnTo>
                  <a:lnTo>
                    <a:pt x="1281" y="20769"/>
                  </a:lnTo>
                  <a:lnTo>
                    <a:pt x="1385" y="20947"/>
                  </a:lnTo>
                  <a:lnTo>
                    <a:pt x="1489" y="21066"/>
                  </a:lnTo>
                  <a:lnTo>
                    <a:pt x="1582" y="21303"/>
                  </a:lnTo>
                  <a:lnTo>
                    <a:pt x="1686" y="21422"/>
                  </a:lnTo>
                  <a:lnTo>
                    <a:pt x="1893" y="21541"/>
                  </a:lnTo>
                  <a:lnTo>
                    <a:pt x="2009" y="21600"/>
                  </a:lnTo>
                  <a:lnTo>
                    <a:pt x="2113" y="21600"/>
                  </a:lnTo>
                </a:path>
              </a:pathLst>
            </a:custGeom>
            <a:noFill/>
            <a:ln w="63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21" name="Shape 4821"/>
            <p:cNvSpPr/>
            <p:nvPr/>
          </p:nvSpPr>
          <p:spPr>
            <a:xfrm>
              <a:off x="1792287" y="3789362"/>
              <a:ext cx="1272143" cy="24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1300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100"/>
                <a:t>Update High Score</a:t>
              </a:r>
            </a:p>
          </p:txBody>
        </p:sp>
        <p:sp>
          <p:nvSpPr>
            <p:cNvPr id="4822" name="Shape 4822"/>
            <p:cNvSpPr/>
            <p:nvPr/>
          </p:nvSpPr>
          <p:spPr>
            <a:xfrm>
              <a:off x="0" y="1174750"/>
              <a:ext cx="1719263" cy="2709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</a:path>
              </a:pathLst>
            </a:custGeom>
            <a:noFill/>
            <a:ln w="7938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23" name="Shape 4823"/>
            <p:cNvSpPr/>
            <p:nvPr/>
          </p:nvSpPr>
          <p:spPr>
            <a:xfrm flipV="1">
              <a:off x="-1" y="863600"/>
              <a:ext cx="2205039" cy="273050"/>
            </a:xfrm>
            <a:prstGeom prst="line">
              <a:avLst/>
            </a:pr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24" name="Shape 4824"/>
            <p:cNvSpPr/>
            <p:nvPr/>
          </p:nvSpPr>
          <p:spPr>
            <a:xfrm>
              <a:off x="2098675" y="825500"/>
              <a:ext cx="106363" cy="100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79" y="21600"/>
                  </a:moveTo>
                  <a:lnTo>
                    <a:pt x="21600" y="8229"/>
                  </a:lnTo>
                  <a:lnTo>
                    <a:pt x="0" y="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25" name="Shape 4825"/>
            <p:cNvSpPr/>
            <p:nvPr/>
          </p:nvSpPr>
          <p:spPr>
            <a:xfrm>
              <a:off x="1433512" y="2552700"/>
              <a:ext cx="900113" cy="641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</a:path>
              </a:pathLst>
            </a:custGeom>
            <a:noFill/>
            <a:ln w="7938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26" name="Shape 4826"/>
            <p:cNvSpPr/>
            <p:nvPr/>
          </p:nvSpPr>
          <p:spPr>
            <a:xfrm>
              <a:off x="1425574" y="2568574"/>
              <a:ext cx="612776" cy="1589"/>
            </a:xfrm>
            <a:prstGeom prst="line">
              <a:avLst/>
            </a:pr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27" name="Shape 4827"/>
            <p:cNvSpPr/>
            <p:nvPr/>
          </p:nvSpPr>
          <p:spPr>
            <a:xfrm>
              <a:off x="1938337" y="2519362"/>
              <a:ext cx="100013" cy="100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10631"/>
                  </a:lnTo>
                  <a:lnTo>
                    <a:pt x="0" y="0"/>
                  </a:lnTo>
                </a:path>
              </a:pathLst>
            </a:custGeom>
            <a:noFill/>
            <a:ln w="4763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pic>
          <p:nvPicPr>
            <p:cNvPr id="4828" name="image.pn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6325" y="3051175"/>
              <a:ext cx="2603500" cy="14573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829" name="Shape 4829"/>
            <p:cNvSpPr/>
            <p:nvPr/>
          </p:nvSpPr>
          <p:spPr>
            <a:xfrm>
              <a:off x="2482850" y="817562"/>
              <a:ext cx="1136650" cy="50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10" y="3429"/>
                  </a:moveTo>
                  <a:lnTo>
                    <a:pt x="20425" y="4457"/>
                  </a:lnTo>
                  <a:lnTo>
                    <a:pt x="20365" y="3771"/>
                  </a:lnTo>
                  <a:lnTo>
                    <a:pt x="20350" y="3429"/>
                  </a:lnTo>
                  <a:lnTo>
                    <a:pt x="20350" y="2057"/>
                  </a:lnTo>
                  <a:lnTo>
                    <a:pt x="20365" y="1714"/>
                  </a:lnTo>
                  <a:lnTo>
                    <a:pt x="20425" y="1029"/>
                  </a:lnTo>
                  <a:lnTo>
                    <a:pt x="21510" y="0"/>
                  </a:lnTo>
                  <a:lnTo>
                    <a:pt x="21540" y="0"/>
                  </a:lnTo>
                  <a:lnTo>
                    <a:pt x="21585" y="1029"/>
                  </a:lnTo>
                  <a:lnTo>
                    <a:pt x="21600" y="1714"/>
                  </a:lnTo>
                  <a:lnTo>
                    <a:pt x="21585" y="2400"/>
                  </a:lnTo>
                  <a:lnTo>
                    <a:pt x="21540" y="3429"/>
                  </a:lnTo>
                  <a:lnTo>
                    <a:pt x="21510" y="3429"/>
                  </a:lnTo>
                  <a:close/>
                  <a:moveTo>
                    <a:pt x="19657" y="5143"/>
                  </a:moveTo>
                  <a:lnTo>
                    <a:pt x="18572" y="5829"/>
                  </a:lnTo>
                  <a:lnTo>
                    <a:pt x="18542" y="5829"/>
                  </a:lnTo>
                  <a:lnTo>
                    <a:pt x="18512" y="5486"/>
                  </a:lnTo>
                  <a:lnTo>
                    <a:pt x="18497" y="4800"/>
                  </a:lnTo>
                  <a:lnTo>
                    <a:pt x="18497" y="3771"/>
                  </a:lnTo>
                  <a:lnTo>
                    <a:pt x="18512" y="3086"/>
                  </a:lnTo>
                  <a:lnTo>
                    <a:pt x="18542" y="2743"/>
                  </a:lnTo>
                  <a:lnTo>
                    <a:pt x="18572" y="2743"/>
                  </a:lnTo>
                  <a:lnTo>
                    <a:pt x="19657" y="1714"/>
                  </a:lnTo>
                  <a:lnTo>
                    <a:pt x="19672" y="1714"/>
                  </a:lnTo>
                  <a:lnTo>
                    <a:pt x="19702" y="2057"/>
                  </a:lnTo>
                  <a:lnTo>
                    <a:pt x="19732" y="3429"/>
                  </a:lnTo>
                  <a:lnTo>
                    <a:pt x="19717" y="3771"/>
                  </a:lnTo>
                  <a:lnTo>
                    <a:pt x="19702" y="4457"/>
                  </a:lnTo>
                  <a:lnTo>
                    <a:pt x="19687" y="4800"/>
                  </a:lnTo>
                  <a:lnTo>
                    <a:pt x="19657" y="5143"/>
                  </a:lnTo>
                  <a:close/>
                  <a:moveTo>
                    <a:pt x="17804" y="6857"/>
                  </a:moveTo>
                  <a:lnTo>
                    <a:pt x="16720" y="7543"/>
                  </a:lnTo>
                  <a:lnTo>
                    <a:pt x="16690" y="7543"/>
                  </a:lnTo>
                  <a:lnTo>
                    <a:pt x="16659" y="7200"/>
                  </a:lnTo>
                  <a:lnTo>
                    <a:pt x="16644" y="6857"/>
                  </a:lnTo>
                  <a:lnTo>
                    <a:pt x="16644" y="5143"/>
                  </a:lnTo>
                  <a:lnTo>
                    <a:pt x="16659" y="4457"/>
                  </a:lnTo>
                  <a:lnTo>
                    <a:pt x="16674" y="4114"/>
                  </a:lnTo>
                  <a:lnTo>
                    <a:pt x="16705" y="4114"/>
                  </a:lnTo>
                  <a:lnTo>
                    <a:pt x="17804" y="3086"/>
                  </a:lnTo>
                  <a:lnTo>
                    <a:pt x="17819" y="3429"/>
                  </a:lnTo>
                  <a:lnTo>
                    <a:pt x="17849" y="3429"/>
                  </a:lnTo>
                  <a:lnTo>
                    <a:pt x="17879" y="4800"/>
                  </a:lnTo>
                  <a:lnTo>
                    <a:pt x="17864" y="5486"/>
                  </a:lnTo>
                  <a:lnTo>
                    <a:pt x="17849" y="5829"/>
                  </a:lnTo>
                  <a:lnTo>
                    <a:pt x="17834" y="6514"/>
                  </a:lnTo>
                  <a:lnTo>
                    <a:pt x="17804" y="6857"/>
                  </a:lnTo>
                  <a:close/>
                  <a:moveTo>
                    <a:pt x="15951" y="8229"/>
                  </a:moveTo>
                  <a:lnTo>
                    <a:pt x="14867" y="9257"/>
                  </a:lnTo>
                  <a:lnTo>
                    <a:pt x="14777" y="8229"/>
                  </a:lnTo>
                  <a:lnTo>
                    <a:pt x="14777" y="6857"/>
                  </a:lnTo>
                  <a:lnTo>
                    <a:pt x="14807" y="5829"/>
                  </a:lnTo>
                  <a:lnTo>
                    <a:pt x="14822" y="5486"/>
                  </a:lnTo>
                  <a:lnTo>
                    <a:pt x="14852" y="5486"/>
                  </a:lnTo>
                  <a:lnTo>
                    <a:pt x="15936" y="4800"/>
                  </a:lnTo>
                  <a:lnTo>
                    <a:pt x="15967" y="4800"/>
                  </a:lnTo>
                  <a:lnTo>
                    <a:pt x="15997" y="5143"/>
                  </a:lnTo>
                  <a:lnTo>
                    <a:pt x="16012" y="5486"/>
                  </a:lnTo>
                  <a:lnTo>
                    <a:pt x="16012" y="7200"/>
                  </a:lnTo>
                  <a:lnTo>
                    <a:pt x="15997" y="7886"/>
                  </a:lnTo>
                  <a:lnTo>
                    <a:pt x="15982" y="8229"/>
                  </a:lnTo>
                  <a:lnTo>
                    <a:pt x="15951" y="8229"/>
                  </a:lnTo>
                  <a:close/>
                  <a:moveTo>
                    <a:pt x="14084" y="9600"/>
                  </a:moveTo>
                  <a:lnTo>
                    <a:pt x="13014" y="10629"/>
                  </a:lnTo>
                  <a:lnTo>
                    <a:pt x="12969" y="10629"/>
                  </a:lnTo>
                  <a:lnTo>
                    <a:pt x="12939" y="10286"/>
                  </a:lnTo>
                  <a:lnTo>
                    <a:pt x="12924" y="9600"/>
                  </a:lnTo>
                  <a:lnTo>
                    <a:pt x="12924" y="8229"/>
                  </a:lnTo>
                  <a:lnTo>
                    <a:pt x="12954" y="7543"/>
                  </a:lnTo>
                  <a:lnTo>
                    <a:pt x="12999" y="7200"/>
                  </a:lnTo>
                  <a:lnTo>
                    <a:pt x="14069" y="6514"/>
                  </a:lnTo>
                  <a:lnTo>
                    <a:pt x="14099" y="6514"/>
                  </a:lnTo>
                  <a:lnTo>
                    <a:pt x="14144" y="6857"/>
                  </a:lnTo>
                  <a:lnTo>
                    <a:pt x="14159" y="7200"/>
                  </a:lnTo>
                  <a:lnTo>
                    <a:pt x="14159" y="8571"/>
                  </a:lnTo>
                  <a:lnTo>
                    <a:pt x="14144" y="9257"/>
                  </a:lnTo>
                  <a:lnTo>
                    <a:pt x="14099" y="9600"/>
                  </a:lnTo>
                  <a:lnTo>
                    <a:pt x="14084" y="9600"/>
                  </a:lnTo>
                  <a:close/>
                  <a:moveTo>
                    <a:pt x="12231" y="11657"/>
                  </a:moveTo>
                  <a:lnTo>
                    <a:pt x="11131" y="12343"/>
                  </a:lnTo>
                  <a:lnTo>
                    <a:pt x="11101" y="12343"/>
                  </a:lnTo>
                  <a:lnTo>
                    <a:pt x="11086" y="12000"/>
                  </a:lnTo>
                  <a:lnTo>
                    <a:pt x="11071" y="10971"/>
                  </a:lnTo>
                  <a:lnTo>
                    <a:pt x="11056" y="10629"/>
                  </a:lnTo>
                  <a:lnTo>
                    <a:pt x="11086" y="9257"/>
                  </a:lnTo>
                  <a:lnTo>
                    <a:pt x="11101" y="8914"/>
                  </a:lnTo>
                  <a:lnTo>
                    <a:pt x="11131" y="8914"/>
                  </a:lnTo>
                  <a:lnTo>
                    <a:pt x="12216" y="7886"/>
                  </a:lnTo>
                  <a:lnTo>
                    <a:pt x="12246" y="7886"/>
                  </a:lnTo>
                  <a:lnTo>
                    <a:pt x="12276" y="8229"/>
                  </a:lnTo>
                  <a:lnTo>
                    <a:pt x="12291" y="8914"/>
                  </a:lnTo>
                  <a:lnTo>
                    <a:pt x="12291" y="9943"/>
                  </a:lnTo>
                  <a:lnTo>
                    <a:pt x="12276" y="10629"/>
                  </a:lnTo>
                  <a:lnTo>
                    <a:pt x="12246" y="10971"/>
                  </a:lnTo>
                  <a:lnTo>
                    <a:pt x="12231" y="11657"/>
                  </a:lnTo>
                  <a:close/>
                  <a:moveTo>
                    <a:pt x="10363" y="13029"/>
                  </a:moveTo>
                  <a:lnTo>
                    <a:pt x="9279" y="13714"/>
                  </a:lnTo>
                  <a:lnTo>
                    <a:pt x="9249" y="13714"/>
                  </a:lnTo>
                  <a:lnTo>
                    <a:pt x="9218" y="13029"/>
                  </a:lnTo>
                  <a:lnTo>
                    <a:pt x="9203" y="12343"/>
                  </a:lnTo>
                  <a:lnTo>
                    <a:pt x="9218" y="11657"/>
                  </a:lnTo>
                  <a:lnTo>
                    <a:pt x="9218" y="10629"/>
                  </a:lnTo>
                  <a:lnTo>
                    <a:pt x="9249" y="10286"/>
                  </a:lnTo>
                  <a:lnTo>
                    <a:pt x="9279" y="10286"/>
                  </a:lnTo>
                  <a:lnTo>
                    <a:pt x="10363" y="9257"/>
                  </a:lnTo>
                  <a:lnTo>
                    <a:pt x="10393" y="9600"/>
                  </a:lnTo>
                  <a:lnTo>
                    <a:pt x="10408" y="9943"/>
                  </a:lnTo>
                  <a:lnTo>
                    <a:pt x="10438" y="10286"/>
                  </a:lnTo>
                  <a:lnTo>
                    <a:pt x="10438" y="12000"/>
                  </a:lnTo>
                  <a:lnTo>
                    <a:pt x="10423" y="12343"/>
                  </a:lnTo>
                  <a:lnTo>
                    <a:pt x="10363" y="13029"/>
                  </a:lnTo>
                  <a:close/>
                  <a:moveTo>
                    <a:pt x="8510" y="14400"/>
                  </a:moveTo>
                  <a:lnTo>
                    <a:pt x="7426" y="15429"/>
                  </a:lnTo>
                  <a:lnTo>
                    <a:pt x="7396" y="15086"/>
                  </a:lnTo>
                  <a:lnTo>
                    <a:pt x="7366" y="14400"/>
                  </a:lnTo>
                  <a:lnTo>
                    <a:pt x="7351" y="13714"/>
                  </a:lnTo>
                  <a:lnTo>
                    <a:pt x="7351" y="13029"/>
                  </a:lnTo>
                  <a:lnTo>
                    <a:pt x="7366" y="12343"/>
                  </a:lnTo>
                  <a:lnTo>
                    <a:pt x="7396" y="12000"/>
                  </a:lnTo>
                  <a:lnTo>
                    <a:pt x="7426" y="12000"/>
                  </a:lnTo>
                  <a:lnTo>
                    <a:pt x="8510" y="10971"/>
                  </a:lnTo>
                  <a:lnTo>
                    <a:pt x="8541" y="10971"/>
                  </a:lnTo>
                  <a:lnTo>
                    <a:pt x="8556" y="11657"/>
                  </a:lnTo>
                  <a:lnTo>
                    <a:pt x="8571" y="12000"/>
                  </a:lnTo>
                  <a:lnTo>
                    <a:pt x="8586" y="12686"/>
                  </a:lnTo>
                  <a:lnTo>
                    <a:pt x="8586" y="13371"/>
                  </a:lnTo>
                  <a:lnTo>
                    <a:pt x="8571" y="14057"/>
                  </a:lnTo>
                  <a:lnTo>
                    <a:pt x="8541" y="14400"/>
                  </a:lnTo>
                  <a:lnTo>
                    <a:pt x="8510" y="14400"/>
                  </a:lnTo>
                  <a:close/>
                  <a:moveTo>
                    <a:pt x="6643" y="15771"/>
                  </a:moveTo>
                  <a:lnTo>
                    <a:pt x="5573" y="17143"/>
                  </a:lnTo>
                  <a:lnTo>
                    <a:pt x="5543" y="17143"/>
                  </a:lnTo>
                  <a:lnTo>
                    <a:pt x="5498" y="16457"/>
                  </a:lnTo>
                  <a:lnTo>
                    <a:pt x="5483" y="15771"/>
                  </a:lnTo>
                  <a:lnTo>
                    <a:pt x="5483" y="14400"/>
                  </a:lnTo>
                  <a:lnTo>
                    <a:pt x="5498" y="14057"/>
                  </a:lnTo>
                  <a:lnTo>
                    <a:pt x="5543" y="13714"/>
                  </a:lnTo>
                  <a:lnTo>
                    <a:pt x="5573" y="13371"/>
                  </a:lnTo>
                  <a:lnTo>
                    <a:pt x="6643" y="12686"/>
                  </a:lnTo>
                  <a:lnTo>
                    <a:pt x="6688" y="12686"/>
                  </a:lnTo>
                  <a:lnTo>
                    <a:pt x="6703" y="13029"/>
                  </a:lnTo>
                  <a:lnTo>
                    <a:pt x="6718" y="13714"/>
                  </a:lnTo>
                  <a:lnTo>
                    <a:pt x="6733" y="14057"/>
                  </a:lnTo>
                  <a:lnTo>
                    <a:pt x="6703" y="15429"/>
                  </a:lnTo>
                  <a:lnTo>
                    <a:pt x="6688" y="15771"/>
                  </a:lnTo>
                  <a:lnTo>
                    <a:pt x="6643" y="15771"/>
                  </a:lnTo>
                  <a:close/>
                  <a:moveTo>
                    <a:pt x="4790" y="17829"/>
                  </a:moveTo>
                  <a:lnTo>
                    <a:pt x="3705" y="18514"/>
                  </a:lnTo>
                  <a:lnTo>
                    <a:pt x="3675" y="18514"/>
                  </a:lnTo>
                  <a:lnTo>
                    <a:pt x="3645" y="18171"/>
                  </a:lnTo>
                  <a:lnTo>
                    <a:pt x="3630" y="17486"/>
                  </a:lnTo>
                  <a:lnTo>
                    <a:pt x="3630" y="16114"/>
                  </a:lnTo>
                  <a:lnTo>
                    <a:pt x="3645" y="15429"/>
                  </a:lnTo>
                  <a:lnTo>
                    <a:pt x="3675" y="15086"/>
                  </a:lnTo>
                  <a:lnTo>
                    <a:pt x="3705" y="15086"/>
                  </a:lnTo>
                  <a:lnTo>
                    <a:pt x="4790" y="14057"/>
                  </a:lnTo>
                  <a:lnTo>
                    <a:pt x="4805" y="14057"/>
                  </a:lnTo>
                  <a:lnTo>
                    <a:pt x="4835" y="14400"/>
                  </a:lnTo>
                  <a:lnTo>
                    <a:pt x="4865" y="15086"/>
                  </a:lnTo>
                  <a:lnTo>
                    <a:pt x="4880" y="15771"/>
                  </a:lnTo>
                  <a:lnTo>
                    <a:pt x="4865" y="16457"/>
                  </a:lnTo>
                  <a:lnTo>
                    <a:pt x="4820" y="17486"/>
                  </a:lnTo>
                  <a:lnTo>
                    <a:pt x="4790" y="17829"/>
                  </a:lnTo>
                  <a:close/>
                  <a:moveTo>
                    <a:pt x="2937" y="19200"/>
                  </a:moveTo>
                  <a:lnTo>
                    <a:pt x="1853" y="19886"/>
                  </a:lnTo>
                  <a:lnTo>
                    <a:pt x="1823" y="19886"/>
                  </a:lnTo>
                  <a:lnTo>
                    <a:pt x="1792" y="19543"/>
                  </a:lnTo>
                  <a:lnTo>
                    <a:pt x="1777" y="19200"/>
                  </a:lnTo>
                  <a:lnTo>
                    <a:pt x="1777" y="17829"/>
                  </a:lnTo>
                  <a:lnTo>
                    <a:pt x="1808" y="16457"/>
                  </a:lnTo>
                  <a:lnTo>
                    <a:pt x="1838" y="16457"/>
                  </a:lnTo>
                  <a:lnTo>
                    <a:pt x="2937" y="15429"/>
                  </a:lnTo>
                  <a:lnTo>
                    <a:pt x="2952" y="15771"/>
                  </a:lnTo>
                  <a:lnTo>
                    <a:pt x="2982" y="16114"/>
                  </a:lnTo>
                  <a:lnTo>
                    <a:pt x="2997" y="16457"/>
                  </a:lnTo>
                  <a:lnTo>
                    <a:pt x="3013" y="17486"/>
                  </a:lnTo>
                  <a:lnTo>
                    <a:pt x="2997" y="18171"/>
                  </a:lnTo>
                  <a:lnTo>
                    <a:pt x="2967" y="18857"/>
                  </a:lnTo>
                  <a:lnTo>
                    <a:pt x="2937" y="19200"/>
                  </a:lnTo>
                  <a:close/>
                  <a:moveTo>
                    <a:pt x="1085" y="20571"/>
                  </a:moveTo>
                  <a:lnTo>
                    <a:pt x="75" y="21600"/>
                  </a:lnTo>
                  <a:lnTo>
                    <a:pt x="15" y="20914"/>
                  </a:lnTo>
                  <a:lnTo>
                    <a:pt x="0" y="20571"/>
                  </a:lnTo>
                  <a:lnTo>
                    <a:pt x="0" y="19200"/>
                  </a:lnTo>
                  <a:lnTo>
                    <a:pt x="15" y="18514"/>
                  </a:lnTo>
                  <a:lnTo>
                    <a:pt x="30" y="18171"/>
                  </a:lnTo>
                  <a:lnTo>
                    <a:pt x="60" y="18171"/>
                  </a:lnTo>
                  <a:lnTo>
                    <a:pt x="1069" y="17486"/>
                  </a:lnTo>
                  <a:lnTo>
                    <a:pt x="1100" y="17486"/>
                  </a:lnTo>
                  <a:lnTo>
                    <a:pt x="1130" y="17829"/>
                  </a:lnTo>
                  <a:lnTo>
                    <a:pt x="1145" y="18171"/>
                  </a:lnTo>
                  <a:lnTo>
                    <a:pt x="1145" y="19543"/>
                  </a:lnTo>
                  <a:lnTo>
                    <a:pt x="1130" y="20229"/>
                  </a:lnTo>
                  <a:lnTo>
                    <a:pt x="1115" y="20571"/>
                  </a:lnTo>
                  <a:lnTo>
                    <a:pt x="1085" y="2057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30" name="Shape 4830"/>
            <p:cNvSpPr/>
            <p:nvPr/>
          </p:nvSpPr>
          <p:spPr>
            <a:xfrm>
              <a:off x="2486025" y="825500"/>
              <a:ext cx="38100" cy="73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837" y="0"/>
                  </a:moveTo>
                  <a:lnTo>
                    <a:pt x="0" y="11270"/>
                  </a:lnTo>
                  <a:lnTo>
                    <a:pt x="21600" y="21600"/>
                  </a:ln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31" name="Shape 4831"/>
            <p:cNvSpPr/>
            <p:nvPr/>
          </p:nvSpPr>
          <p:spPr>
            <a:xfrm>
              <a:off x="2689225" y="1912937"/>
              <a:ext cx="930275" cy="355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53" y="21600"/>
                  </a:moveTo>
                  <a:lnTo>
                    <a:pt x="20220" y="20346"/>
                  </a:lnTo>
                  <a:lnTo>
                    <a:pt x="20147" y="20154"/>
                  </a:lnTo>
                  <a:lnTo>
                    <a:pt x="20165" y="20057"/>
                  </a:lnTo>
                  <a:lnTo>
                    <a:pt x="20220" y="19913"/>
                  </a:lnTo>
                  <a:lnTo>
                    <a:pt x="20294" y="19913"/>
                  </a:lnTo>
                  <a:lnTo>
                    <a:pt x="21526" y="21118"/>
                  </a:lnTo>
                  <a:lnTo>
                    <a:pt x="21545" y="21214"/>
                  </a:lnTo>
                  <a:lnTo>
                    <a:pt x="21582" y="21263"/>
                  </a:lnTo>
                  <a:lnTo>
                    <a:pt x="21600" y="21359"/>
                  </a:lnTo>
                  <a:lnTo>
                    <a:pt x="21600" y="21455"/>
                  </a:lnTo>
                  <a:lnTo>
                    <a:pt x="21545" y="21552"/>
                  </a:lnTo>
                  <a:lnTo>
                    <a:pt x="21526" y="21600"/>
                  </a:lnTo>
                  <a:lnTo>
                    <a:pt x="21453" y="21600"/>
                  </a:lnTo>
                  <a:close/>
                  <a:moveTo>
                    <a:pt x="19337" y="19479"/>
                  </a:moveTo>
                  <a:lnTo>
                    <a:pt x="18104" y="18273"/>
                  </a:lnTo>
                  <a:lnTo>
                    <a:pt x="18067" y="18225"/>
                  </a:lnTo>
                  <a:lnTo>
                    <a:pt x="18031" y="18032"/>
                  </a:lnTo>
                  <a:lnTo>
                    <a:pt x="18049" y="17936"/>
                  </a:lnTo>
                  <a:lnTo>
                    <a:pt x="18086" y="17839"/>
                  </a:lnTo>
                  <a:lnTo>
                    <a:pt x="18123" y="17791"/>
                  </a:lnTo>
                  <a:lnTo>
                    <a:pt x="18159" y="17839"/>
                  </a:lnTo>
                  <a:lnTo>
                    <a:pt x="19411" y="19045"/>
                  </a:lnTo>
                  <a:lnTo>
                    <a:pt x="19429" y="19093"/>
                  </a:lnTo>
                  <a:lnTo>
                    <a:pt x="19447" y="19189"/>
                  </a:lnTo>
                  <a:lnTo>
                    <a:pt x="19466" y="19238"/>
                  </a:lnTo>
                  <a:lnTo>
                    <a:pt x="19466" y="19334"/>
                  </a:lnTo>
                  <a:lnTo>
                    <a:pt x="19447" y="19430"/>
                  </a:lnTo>
                  <a:lnTo>
                    <a:pt x="19411" y="19479"/>
                  </a:lnTo>
                  <a:lnTo>
                    <a:pt x="19337" y="19479"/>
                  </a:lnTo>
                  <a:close/>
                  <a:moveTo>
                    <a:pt x="17221" y="17454"/>
                  </a:moveTo>
                  <a:lnTo>
                    <a:pt x="15970" y="16200"/>
                  </a:lnTo>
                  <a:lnTo>
                    <a:pt x="15933" y="16152"/>
                  </a:lnTo>
                  <a:lnTo>
                    <a:pt x="15915" y="16055"/>
                  </a:lnTo>
                  <a:lnTo>
                    <a:pt x="15915" y="15863"/>
                  </a:lnTo>
                  <a:lnTo>
                    <a:pt x="15933" y="15766"/>
                  </a:lnTo>
                  <a:lnTo>
                    <a:pt x="15970" y="15718"/>
                  </a:lnTo>
                  <a:lnTo>
                    <a:pt x="15988" y="15670"/>
                  </a:lnTo>
                  <a:lnTo>
                    <a:pt x="16025" y="15718"/>
                  </a:lnTo>
                  <a:lnTo>
                    <a:pt x="17276" y="16971"/>
                  </a:lnTo>
                  <a:lnTo>
                    <a:pt x="17313" y="17020"/>
                  </a:lnTo>
                  <a:lnTo>
                    <a:pt x="17332" y="17068"/>
                  </a:lnTo>
                  <a:lnTo>
                    <a:pt x="17332" y="17261"/>
                  </a:lnTo>
                  <a:lnTo>
                    <a:pt x="17313" y="17309"/>
                  </a:lnTo>
                  <a:lnTo>
                    <a:pt x="17276" y="17357"/>
                  </a:lnTo>
                  <a:lnTo>
                    <a:pt x="17240" y="17454"/>
                  </a:lnTo>
                  <a:lnTo>
                    <a:pt x="17221" y="17454"/>
                  </a:lnTo>
                  <a:close/>
                  <a:moveTo>
                    <a:pt x="15087" y="15332"/>
                  </a:moveTo>
                  <a:lnTo>
                    <a:pt x="13854" y="14079"/>
                  </a:lnTo>
                  <a:lnTo>
                    <a:pt x="13799" y="14030"/>
                  </a:lnTo>
                  <a:lnTo>
                    <a:pt x="13781" y="13934"/>
                  </a:lnTo>
                  <a:lnTo>
                    <a:pt x="13781" y="13789"/>
                  </a:lnTo>
                  <a:lnTo>
                    <a:pt x="13799" y="13693"/>
                  </a:lnTo>
                  <a:lnTo>
                    <a:pt x="13854" y="13596"/>
                  </a:lnTo>
                  <a:lnTo>
                    <a:pt x="13909" y="13596"/>
                  </a:lnTo>
                  <a:lnTo>
                    <a:pt x="15142" y="14850"/>
                  </a:lnTo>
                  <a:lnTo>
                    <a:pt x="15179" y="14898"/>
                  </a:lnTo>
                  <a:lnTo>
                    <a:pt x="15197" y="14946"/>
                  </a:lnTo>
                  <a:lnTo>
                    <a:pt x="15197" y="15139"/>
                  </a:lnTo>
                  <a:lnTo>
                    <a:pt x="15179" y="15284"/>
                  </a:lnTo>
                  <a:lnTo>
                    <a:pt x="15142" y="15332"/>
                  </a:lnTo>
                  <a:lnTo>
                    <a:pt x="15087" y="15332"/>
                  </a:lnTo>
                  <a:close/>
                  <a:moveTo>
                    <a:pt x="12953" y="13211"/>
                  </a:moveTo>
                  <a:lnTo>
                    <a:pt x="11720" y="12005"/>
                  </a:lnTo>
                  <a:lnTo>
                    <a:pt x="11702" y="11909"/>
                  </a:lnTo>
                  <a:lnTo>
                    <a:pt x="11683" y="11861"/>
                  </a:lnTo>
                  <a:lnTo>
                    <a:pt x="11665" y="11764"/>
                  </a:lnTo>
                  <a:lnTo>
                    <a:pt x="11665" y="11668"/>
                  </a:lnTo>
                  <a:lnTo>
                    <a:pt x="11683" y="11620"/>
                  </a:lnTo>
                  <a:lnTo>
                    <a:pt x="11757" y="11523"/>
                  </a:lnTo>
                  <a:lnTo>
                    <a:pt x="11794" y="11571"/>
                  </a:lnTo>
                  <a:lnTo>
                    <a:pt x="13045" y="12729"/>
                  </a:lnTo>
                  <a:lnTo>
                    <a:pt x="13063" y="12777"/>
                  </a:lnTo>
                  <a:lnTo>
                    <a:pt x="13100" y="12970"/>
                  </a:lnTo>
                  <a:lnTo>
                    <a:pt x="13063" y="13163"/>
                  </a:lnTo>
                  <a:lnTo>
                    <a:pt x="13045" y="13211"/>
                  </a:lnTo>
                  <a:lnTo>
                    <a:pt x="12953" y="13211"/>
                  </a:lnTo>
                  <a:close/>
                  <a:moveTo>
                    <a:pt x="10837" y="11138"/>
                  </a:moveTo>
                  <a:lnTo>
                    <a:pt x="9604" y="9884"/>
                  </a:lnTo>
                  <a:lnTo>
                    <a:pt x="9567" y="9836"/>
                  </a:lnTo>
                  <a:lnTo>
                    <a:pt x="9530" y="9643"/>
                  </a:lnTo>
                  <a:lnTo>
                    <a:pt x="9549" y="9595"/>
                  </a:lnTo>
                  <a:lnTo>
                    <a:pt x="9567" y="9498"/>
                  </a:lnTo>
                  <a:lnTo>
                    <a:pt x="9586" y="9450"/>
                  </a:lnTo>
                  <a:lnTo>
                    <a:pt x="9622" y="9402"/>
                  </a:lnTo>
                  <a:lnTo>
                    <a:pt x="9659" y="9450"/>
                  </a:lnTo>
                  <a:lnTo>
                    <a:pt x="10910" y="10704"/>
                  </a:lnTo>
                  <a:lnTo>
                    <a:pt x="10947" y="10800"/>
                  </a:lnTo>
                  <a:lnTo>
                    <a:pt x="10966" y="10896"/>
                  </a:lnTo>
                  <a:lnTo>
                    <a:pt x="10966" y="10993"/>
                  </a:lnTo>
                  <a:lnTo>
                    <a:pt x="10929" y="11041"/>
                  </a:lnTo>
                  <a:lnTo>
                    <a:pt x="10910" y="11089"/>
                  </a:lnTo>
                  <a:lnTo>
                    <a:pt x="10874" y="11138"/>
                  </a:lnTo>
                  <a:lnTo>
                    <a:pt x="10837" y="11138"/>
                  </a:lnTo>
                  <a:close/>
                  <a:moveTo>
                    <a:pt x="8721" y="9016"/>
                  </a:moveTo>
                  <a:lnTo>
                    <a:pt x="7470" y="7811"/>
                  </a:lnTo>
                  <a:lnTo>
                    <a:pt x="7433" y="7762"/>
                  </a:lnTo>
                  <a:lnTo>
                    <a:pt x="7415" y="7714"/>
                  </a:lnTo>
                  <a:lnTo>
                    <a:pt x="7396" y="7570"/>
                  </a:lnTo>
                  <a:lnTo>
                    <a:pt x="7433" y="7377"/>
                  </a:lnTo>
                  <a:lnTo>
                    <a:pt x="7451" y="7329"/>
                  </a:lnTo>
                  <a:lnTo>
                    <a:pt x="7543" y="7329"/>
                  </a:lnTo>
                  <a:lnTo>
                    <a:pt x="8776" y="8582"/>
                  </a:lnTo>
                  <a:lnTo>
                    <a:pt x="8813" y="8679"/>
                  </a:lnTo>
                  <a:lnTo>
                    <a:pt x="8831" y="8775"/>
                  </a:lnTo>
                  <a:lnTo>
                    <a:pt x="8831" y="8871"/>
                  </a:lnTo>
                  <a:lnTo>
                    <a:pt x="8813" y="8968"/>
                  </a:lnTo>
                  <a:lnTo>
                    <a:pt x="8776" y="9016"/>
                  </a:lnTo>
                  <a:lnTo>
                    <a:pt x="8721" y="9016"/>
                  </a:lnTo>
                  <a:close/>
                  <a:moveTo>
                    <a:pt x="6587" y="6895"/>
                  </a:moveTo>
                  <a:lnTo>
                    <a:pt x="5354" y="5737"/>
                  </a:lnTo>
                  <a:lnTo>
                    <a:pt x="5299" y="5593"/>
                  </a:lnTo>
                  <a:lnTo>
                    <a:pt x="5299" y="5352"/>
                  </a:lnTo>
                  <a:lnTo>
                    <a:pt x="5317" y="5304"/>
                  </a:lnTo>
                  <a:lnTo>
                    <a:pt x="5354" y="5255"/>
                  </a:lnTo>
                  <a:lnTo>
                    <a:pt x="5372" y="5207"/>
                  </a:lnTo>
                  <a:lnTo>
                    <a:pt x="5409" y="5255"/>
                  </a:lnTo>
                  <a:lnTo>
                    <a:pt x="6642" y="6461"/>
                  </a:lnTo>
                  <a:lnTo>
                    <a:pt x="6697" y="6509"/>
                  </a:lnTo>
                  <a:lnTo>
                    <a:pt x="6716" y="6605"/>
                  </a:lnTo>
                  <a:lnTo>
                    <a:pt x="6716" y="6750"/>
                  </a:lnTo>
                  <a:lnTo>
                    <a:pt x="6697" y="6846"/>
                  </a:lnTo>
                  <a:lnTo>
                    <a:pt x="6642" y="6895"/>
                  </a:lnTo>
                  <a:lnTo>
                    <a:pt x="6587" y="6895"/>
                  </a:lnTo>
                  <a:close/>
                  <a:moveTo>
                    <a:pt x="4471" y="4870"/>
                  </a:moveTo>
                  <a:lnTo>
                    <a:pt x="3220" y="3616"/>
                  </a:lnTo>
                  <a:lnTo>
                    <a:pt x="3183" y="3568"/>
                  </a:lnTo>
                  <a:lnTo>
                    <a:pt x="3165" y="3471"/>
                  </a:lnTo>
                  <a:lnTo>
                    <a:pt x="3165" y="3327"/>
                  </a:lnTo>
                  <a:lnTo>
                    <a:pt x="3183" y="3230"/>
                  </a:lnTo>
                  <a:lnTo>
                    <a:pt x="3220" y="3134"/>
                  </a:lnTo>
                  <a:lnTo>
                    <a:pt x="3257" y="3086"/>
                  </a:lnTo>
                  <a:lnTo>
                    <a:pt x="3293" y="3134"/>
                  </a:lnTo>
                  <a:lnTo>
                    <a:pt x="4526" y="4387"/>
                  </a:lnTo>
                  <a:lnTo>
                    <a:pt x="4563" y="4436"/>
                  </a:lnTo>
                  <a:lnTo>
                    <a:pt x="4581" y="4484"/>
                  </a:lnTo>
                  <a:lnTo>
                    <a:pt x="4581" y="4725"/>
                  </a:lnTo>
                  <a:lnTo>
                    <a:pt x="4544" y="4821"/>
                  </a:lnTo>
                  <a:lnTo>
                    <a:pt x="4508" y="4870"/>
                  </a:lnTo>
                  <a:lnTo>
                    <a:pt x="4471" y="4870"/>
                  </a:lnTo>
                  <a:close/>
                  <a:moveTo>
                    <a:pt x="2337" y="2748"/>
                  </a:moveTo>
                  <a:lnTo>
                    <a:pt x="1086" y="1495"/>
                  </a:lnTo>
                  <a:lnTo>
                    <a:pt x="1049" y="1398"/>
                  </a:lnTo>
                  <a:lnTo>
                    <a:pt x="1030" y="1302"/>
                  </a:lnTo>
                  <a:lnTo>
                    <a:pt x="1067" y="1109"/>
                  </a:lnTo>
                  <a:lnTo>
                    <a:pt x="1086" y="1061"/>
                  </a:lnTo>
                  <a:lnTo>
                    <a:pt x="1178" y="1061"/>
                  </a:lnTo>
                  <a:lnTo>
                    <a:pt x="2410" y="2266"/>
                  </a:lnTo>
                  <a:lnTo>
                    <a:pt x="2447" y="2362"/>
                  </a:lnTo>
                  <a:lnTo>
                    <a:pt x="2465" y="2507"/>
                  </a:lnTo>
                  <a:lnTo>
                    <a:pt x="2429" y="2700"/>
                  </a:lnTo>
                  <a:lnTo>
                    <a:pt x="2410" y="2748"/>
                  </a:lnTo>
                  <a:lnTo>
                    <a:pt x="2337" y="2748"/>
                  </a:lnTo>
                  <a:close/>
                  <a:moveTo>
                    <a:pt x="202" y="627"/>
                  </a:moveTo>
                  <a:lnTo>
                    <a:pt x="92" y="530"/>
                  </a:lnTo>
                  <a:lnTo>
                    <a:pt x="55" y="482"/>
                  </a:lnTo>
                  <a:lnTo>
                    <a:pt x="18" y="386"/>
                  </a:lnTo>
                  <a:lnTo>
                    <a:pt x="0" y="289"/>
                  </a:lnTo>
                  <a:lnTo>
                    <a:pt x="18" y="241"/>
                  </a:lnTo>
                  <a:lnTo>
                    <a:pt x="55" y="96"/>
                  </a:lnTo>
                  <a:lnTo>
                    <a:pt x="74" y="48"/>
                  </a:lnTo>
                  <a:lnTo>
                    <a:pt x="110" y="0"/>
                  </a:lnTo>
                  <a:lnTo>
                    <a:pt x="147" y="48"/>
                  </a:lnTo>
                  <a:lnTo>
                    <a:pt x="276" y="145"/>
                  </a:lnTo>
                  <a:lnTo>
                    <a:pt x="294" y="241"/>
                  </a:lnTo>
                  <a:lnTo>
                    <a:pt x="350" y="386"/>
                  </a:lnTo>
                  <a:lnTo>
                    <a:pt x="350" y="482"/>
                  </a:lnTo>
                  <a:lnTo>
                    <a:pt x="294" y="579"/>
                  </a:lnTo>
                  <a:lnTo>
                    <a:pt x="276" y="627"/>
                  </a:lnTo>
                  <a:lnTo>
                    <a:pt x="202" y="62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32" name="Shape 4832"/>
            <p:cNvSpPr/>
            <p:nvPr/>
          </p:nvSpPr>
          <p:spPr>
            <a:xfrm>
              <a:off x="2692400" y="1895475"/>
              <a:ext cx="47625" cy="69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6781"/>
                  </a:lnTo>
                  <a:lnTo>
                    <a:pt x="9720" y="21600"/>
                  </a:ln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33" name="Shape 4833"/>
            <p:cNvSpPr/>
            <p:nvPr/>
          </p:nvSpPr>
          <p:spPr>
            <a:xfrm>
              <a:off x="2759075" y="2682875"/>
              <a:ext cx="860425" cy="1028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01" y="21567"/>
                  </a:moveTo>
                  <a:lnTo>
                    <a:pt x="20485" y="20666"/>
                  </a:lnTo>
                  <a:lnTo>
                    <a:pt x="20465" y="20616"/>
                  </a:lnTo>
                  <a:lnTo>
                    <a:pt x="20465" y="20583"/>
                  </a:lnTo>
                  <a:lnTo>
                    <a:pt x="20485" y="20549"/>
                  </a:lnTo>
                  <a:lnTo>
                    <a:pt x="20525" y="20516"/>
                  </a:lnTo>
                  <a:lnTo>
                    <a:pt x="20605" y="20516"/>
                  </a:lnTo>
                  <a:lnTo>
                    <a:pt x="20644" y="20533"/>
                  </a:lnTo>
                  <a:lnTo>
                    <a:pt x="21580" y="21467"/>
                  </a:lnTo>
                  <a:lnTo>
                    <a:pt x="21580" y="21500"/>
                  </a:lnTo>
                  <a:lnTo>
                    <a:pt x="21600" y="21517"/>
                  </a:lnTo>
                  <a:lnTo>
                    <a:pt x="21580" y="21550"/>
                  </a:lnTo>
                  <a:lnTo>
                    <a:pt x="21540" y="21583"/>
                  </a:lnTo>
                  <a:lnTo>
                    <a:pt x="21500" y="21600"/>
                  </a:lnTo>
                  <a:lnTo>
                    <a:pt x="21481" y="21600"/>
                  </a:lnTo>
                  <a:lnTo>
                    <a:pt x="21401" y="21567"/>
                  </a:lnTo>
                  <a:close/>
                  <a:moveTo>
                    <a:pt x="19848" y="19999"/>
                  </a:moveTo>
                  <a:lnTo>
                    <a:pt x="18932" y="19065"/>
                  </a:lnTo>
                  <a:lnTo>
                    <a:pt x="18912" y="19031"/>
                  </a:lnTo>
                  <a:lnTo>
                    <a:pt x="18893" y="19015"/>
                  </a:lnTo>
                  <a:lnTo>
                    <a:pt x="18932" y="18948"/>
                  </a:lnTo>
                  <a:lnTo>
                    <a:pt x="18972" y="18931"/>
                  </a:lnTo>
                  <a:lnTo>
                    <a:pt x="18992" y="18931"/>
                  </a:lnTo>
                  <a:lnTo>
                    <a:pt x="19072" y="18965"/>
                  </a:lnTo>
                  <a:lnTo>
                    <a:pt x="19987" y="19899"/>
                  </a:lnTo>
                  <a:lnTo>
                    <a:pt x="20007" y="19915"/>
                  </a:lnTo>
                  <a:lnTo>
                    <a:pt x="20007" y="19949"/>
                  </a:lnTo>
                  <a:lnTo>
                    <a:pt x="19987" y="19982"/>
                  </a:lnTo>
                  <a:lnTo>
                    <a:pt x="19948" y="20015"/>
                  </a:lnTo>
                  <a:lnTo>
                    <a:pt x="19868" y="20015"/>
                  </a:lnTo>
                  <a:lnTo>
                    <a:pt x="19848" y="19999"/>
                  </a:lnTo>
                  <a:close/>
                  <a:moveTo>
                    <a:pt x="18255" y="18414"/>
                  </a:moveTo>
                  <a:lnTo>
                    <a:pt x="17340" y="17497"/>
                  </a:lnTo>
                  <a:lnTo>
                    <a:pt x="17320" y="17463"/>
                  </a:lnTo>
                  <a:lnTo>
                    <a:pt x="17320" y="17397"/>
                  </a:lnTo>
                  <a:lnTo>
                    <a:pt x="17340" y="17380"/>
                  </a:lnTo>
                  <a:lnTo>
                    <a:pt x="17399" y="17363"/>
                  </a:lnTo>
                  <a:lnTo>
                    <a:pt x="17479" y="17363"/>
                  </a:lnTo>
                  <a:lnTo>
                    <a:pt x="17499" y="17397"/>
                  </a:lnTo>
                  <a:lnTo>
                    <a:pt x="18415" y="18297"/>
                  </a:lnTo>
                  <a:lnTo>
                    <a:pt x="18435" y="18347"/>
                  </a:lnTo>
                  <a:lnTo>
                    <a:pt x="18435" y="18398"/>
                  </a:lnTo>
                  <a:lnTo>
                    <a:pt x="18415" y="18431"/>
                  </a:lnTo>
                  <a:lnTo>
                    <a:pt x="18375" y="18448"/>
                  </a:lnTo>
                  <a:lnTo>
                    <a:pt x="18335" y="18448"/>
                  </a:lnTo>
                  <a:lnTo>
                    <a:pt x="18255" y="18414"/>
                  </a:lnTo>
                  <a:close/>
                  <a:moveTo>
                    <a:pt x="16683" y="16846"/>
                  </a:moveTo>
                  <a:lnTo>
                    <a:pt x="15767" y="15912"/>
                  </a:lnTo>
                  <a:lnTo>
                    <a:pt x="15747" y="15879"/>
                  </a:lnTo>
                  <a:lnTo>
                    <a:pt x="15747" y="15829"/>
                  </a:lnTo>
                  <a:lnTo>
                    <a:pt x="15807" y="15779"/>
                  </a:lnTo>
                  <a:lnTo>
                    <a:pt x="15847" y="15779"/>
                  </a:lnTo>
                  <a:lnTo>
                    <a:pt x="15906" y="15796"/>
                  </a:lnTo>
                  <a:lnTo>
                    <a:pt x="15926" y="15812"/>
                  </a:lnTo>
                  <a:lnTo>
                    <a:pt x="16842" y="16730"/>
                  </a:lnTo>
                  <a:lnTo>
                    <a:pt x="16862" y="16746"/>
                  </a:lnTo>
                  <a:lnTo>
                    <a:pt x="16862" y="16830"/>
                  </a:lnTo>
                  <a:lnTo>
                    <a:pt x="16842" y="16846"/>
                  </a:lnTo>
                  <a:lnTo>
                    <a:pt x="16802" y="16863"/>
                  </a:lnTo>
                  <a:lnTo>
                    <a:pt x="16703" y="16863"/>
                  </a:lnTo>
                  <a:lnTo>
                    <a:pt x="16683" y="16846"/>
                  </a:lnTo>
                  <a:close/>
                  <a:moveTo>
                    <a:pt x="15110" y="15262"/>
                  </a:moveTo>
                  <a:lnTo>
                    <a:pt x="14194" y="14344"/>
                  </a:lnTo>
                  <a:lnTo>
                    <a:pt x="14174" y="14311"/>
                  </a:lnTo>
                  <a:lnTo>
                    <a:pt x="14174" y="14278"/>
                  </a:lnTo>
                  <a:lnTo>
                    <a:pt x="14194" y="14244"/>
                  </a:lnTo>
                  <a:lnTo>
                    <a:pt x="14234" y="14211"/>
                  </a:lnTo>
                  <a:lnTo>
                    <a:pt x="14314" y="14211"/>
                  </a:lnTo>
                  <a:lnTo>
                    <a:pt x="14354" y="14244"/>
                  </a:lnTo>
                  <a:lnTo>
                    <a:pt x="15269" y="15145"/>
                  </a:lnTo>
                  <a:lnTo>
                    <a:pt x="15269" y="15178"/>
                  </a:lnTo>
                  <a:lnTo>
                    <a:pt x="15309" y="15195"/>
                  </a:lnTo>
                  <a:lnTo>
                    <a:pt x="15269" y="15245"/>
                  </a:lnTo>
                  <a:lnTo>
                    <a:pt x="15249" y="15278"/>
                  </a:lnTo>
                  <a:lnTo>
                    <a:pt x="15210" y="15295"/>
                  </a:lnTo>
                  <a:lnTo>
                    <a:pt x="15170" y="15295"/>
                  </a:lnTo>
                  <a:lnTo>
                    <a:pt x="15150" y="15278"/>
                  </a:lnTo>
                  <a:lnTo>
                    <a:pt x="15110" y="15262"/>
                  </a:lnTo>
                  <a:close/>
                  <a:moveTo>
                    <a:pt x="13557" y="13694"/>
                  </a:moveTo>
                  <a:lnTo>
                    <a:pt x="12622" y="12760"/>
                  </a:lnTo>
                  <a:lnTo>
                    <a:pt x="12582" y="12726"/>
                  </a:lnTo>
                  <a:lnTo>
                    <a:pt x="12582" y="12710"/>
                  </a:lnTo>
                  <a:lnTo>
                    <a:pt x="12622" y="12676"/>
                  </a:lnTo>
                  <a:lnTo>
                    <a:pt x="12641" y="12643"/>
                  </a:lnTo>
                  <a:lnTo>
                    <a:pt x="12681" y="12610"/>
                  </a:lnTo>
                  <a:lnTo>
                    <a:pt x="12701" y="12610"/>
                  </a:lnTo>
                  <a:lnTo>
                    <a:pt x="12741" y="12643"/>
                  </a:lnTo>
                  <a:lnTo>
                    <a:pt x="12781" y="12660"/>
                  </a:lnTo>
                  <a:lnTo>
                    <a:pt x="13697" y="13577"/>
                  </a:lnTo>
                  <a:lnTo>
                    <a:pt x="13716" y="13594"/>
                  </a:lnTo>
                  <a:lnTo>
                    <a:pt x="13716" y="13627"/>
                  </a:lnTo>
                  <a:lnTo>
                    <a:pt x="13697" y="13677"/>
                  </a:lnTo>
                  <a:lnTo>
                    <a:pt x="13677" y="13694"/>
                  </a:lnTo>
                  <a:lnTo>
                    <a:pt x="13637" y="13711"/>
                  </a:lnTo>
                  <a:lnTo>
                    <a:pt x="13577" y="13711"/>
                  </a:lnTo>
                  <a:lnTo>
                    <a:pt x="13557" y="13694"/>
                  </a:lnTo>
                  <a:close/>
                  <a:moveTo>
                    <a:pt x="11965" y="12109"/>
                  </a:moveTo>
                  <a:lnTo>
                    <a:pt x="11049" y="11192"/>
                  </a:lnTo>
                  <a:lnTo>
                    <a:pt x="11029" y="11159"/>
                  </a:lnTo>
                  <a:lnTo>
                    <a:pt x="11029" y="11092"/>
                  </a:lnTo>
                  <a:lnTo>
                    <a:pt x="11089" y="11042"/>
                  </a:lnTo>
                  <a:lnTo>
                    <a:pt x="11188" y="11042"/>
                  </a:lnTo>
                  <a:lnTo>
                    <a:pt x="11208" y="11092"/>
                  </a:lnTo>
                  <a:lnTo>
                    <a:pt x="12124" y="11993"/>
                  </a:lnTo>
                  <a:lnTo>
                    <a:pt x="12144" y="12026"/>
                  </a:lnTo>
                  <a:lnTo>
                    <a:pt x="12144" y="12076"/>
                  </a:lnTo>
                  <a:lnTo>
                    <a:pt x="12124" y="12126"/>
                  </a:lnTo>
                  <a:lnTo>
                    <a:pt x="12084" y="12143"/>
                  </a:lnTo>
                  <a:lnTo>
                    <a:pt x="12044" y="12143"/>
                  </a:lnTo>
                  <a:lnTo>
                    <a:pt x="11985" y="12126"/>
                  </a:lnTo>
                  <a:lnTo>
                    <a:pt x="11965" y="12109"/>
                  </a:lnTo>
                  <a:close/>
                  <a:moveTo>
                    <a:pt x="10392" y="10525"/>
                  </a:moveTo>
                  <a:lnTo>
                    <a:pt x="9476" y="9607"/>
                  </a:lnTo>
                  <a:lnTo>
                    <a:pt x="9456" y="9574"/>
                  </a:lnTo>
                  <a:lnTo>
                    <a:pt x="9456" y="9524"/>
                  </a:lnTo>
                  <a:lnTo>
                    <a:pt x="9496" y="9474"/>
                  </a:lnTo>
                  <a:lnTo>
                    <a:pt x="9516" y="9457"/>
                  </a:lnTo>
                  <a:lnTo>
                    <a:pt x="9556" y="9457"/>
                  </a:lnTo>
                  <a:lnTo>
                    <a:pt x="9635" y="9491"/>
                  </a:lnTo>
                  <a:lnTo>
                    <a:pt x="10551" y="10425"/>
                  </a:lnTo>
                  <a:lnTo>
                    <a:pt x="10571" y="10441"/>
                  </a:lnTo>
                  <a:lnTo>
                    <a:pt x="10571" y="10508"/>
                  </a:lnTo>
                  <a:lnTo>
                    <a:pt x="10551" y="10525"/>
                  </a:lnTo>
                  <a:lnTo>
                    <a:pt x="10491" y="10558"/>
                  </a:lnTo>
                  <a:lnTo>
                    <a:pt x="10412" y="10558"/>
                  </a:lnTo>
                  <a:lnTo>
                    <a:pt x="10392" y="10525"/>
                  </a:lnTo>
                  <a:close/>
                  <a:moveTo>
                    <a:pt x="8819" y="8940"/>
                  </a:moveTo>
                  <a:lnTo>
                    <a:pt x="7903" y="8040"/>
                  </a:lnTo>
                  <a:lnTo>
                    <a:pt x="7884" y="8006"/>
                  </a:lnTo>
                  <a:lnTo>
                    <a:pt x="7884" y="7973"/>
                  </a:lnTo>
                  <a:lnTo>
                    <a:pt x="7903" y="7923"/>
                  </a:lnTo>
                  <a:lnTo>
                    <a:pt x="7943" y="7889"/>
                  </a:lnTo>
                  <a:lnTo>
                    <a:pt x="8023" y="7889"/>
                  </a:lnTo>
                  <a:lnTo>
                    <a:pt x="8063" y="7923"/>
                  </a:lnTo>
                  <a:lnTo>
                    <a:pt x="8978" y="8840"/>
                  </a:lnTo>
                  <a:lnTo>
                    <a:pt x="8978" y="8874"/>
                  </a:lnTo>
                  <a:lnTo>
                    <a:pt x="8998" y="8907"/>
                  </a:lnTo>
                  <a:lnTo>
                    <a:pt x="8978" y="8924"/>
                  </a:lnTo>
                  <a:lnTo>
                    <a:pt x="8959" y="8957"/>
                  </a:lnTo>
                  <a:lnTo>
                    <a:pt x="8919" y="8974"/>
                  </a:lnTo>
                  <a:lnTo>
                    <a:pt x="8879" y="8974"/>
                  </a:lnTo>
                  <a:lnTo>
                    <a:pt x="8859" y="8957"/>
                  </a:lnTo>
                  <a:lnTo>
                    <a:pt x="8819" y="8940"/>
                  </a:lnTo>
                  <a:close/>
                  <a:moveTo>
                    <a:pt x="7246" y="7372"/>
                  </a:moveTo>
                  <a:lnTo>
                    <a:pt x="6311" y="6455"/>
                  </a:lnTo>
                  <a:lnTo>
                    <a:pt x="6291" y="6422"/>
                  </a:lnTo>
                  <a:lnTo>
                    <a:pt x="6291" y="6388"/>
                  </a:lnTo>
                  <a:lnTo>
                    <a:pt x="6311" y="6355"/>
                  </a:lnTo>
                  <a:lnTo>
                    <a:pt x="6351" y="6322"/>
                  </a:lnTo>
                  <a:lnTo>
                    <a:pt x="6390" y="6305"/>
                  </a:lnTo>
                  <a:lnTo>
                    <a:pt x="6410" y="6305"/>
                  </a:lnTo>
                  <a:lnTo>
                    <a:pt x="6490" y="6338"/>
                  </a:lnTo>
                  <a:lnTo>
                    <a:pt x="7406" y="7272"/>
                  </a:lnTo>
                  <a:lnTo>
                    <a:pt x="7426" y="7289"/>
                  </a:lnTo>
                  <a:lnTo>
                    <a:pt x="7426" y="7322"/>
                  </a:lnTo>
                  <a:lnTo>
                    <a:pt x="7406" y="7356"/>
                  </a:lnTo>
                  <a:lnTo>
                    <a:pt x="7386" y="7372"/>
                  </a:lnTo>
                  <a:lnTo>
                    <a:pt x="7346" y="7389"/>
                  </a:lnTo>
                  <a:lnTo>
                    <a:pt x="7286" y="7389"/>
                  </a:lnTo>
                  <a:lnTo>
                    <a:pt x="7246" y="7372"/>
                  </a:lnTo>
                  <a:close/>
                  <a:moveTo>
                    <a:pt x="5674" y="5788"/>
                  </a:moveTo>
                  <a:lnTo>
                    <a:pt x="4758" y="4887"/>
                  </a:lnTo>
                  <a:lnTo>
                    <a:pt x="4738" y="4837"/>
                  </a:lnTo>
                  <a:lnTo>
                    <a:pt x="4718" y="4804"/>
                  </a:lnTo>
                  <a:lnTo>
                    <a:pt x="4738" y="4770"/>
                  </a:lnTo>
                  <a:lnTo>
                    <a:pt x="4758" y="4754"/>
                  </a:lnTo>
                  <a:lnTo>
                    <a:pt x="4798" y="4737"/>
                  </a:lnTo>
                  <a:lnTo>
                    <a:pt x="4897" y="4737"/>
                  </a:lnTo>
                  <a:lnTo>
                    <a:pt x="4917" y="4770"/>
                  </a:lnTo>
                  <a:lnTo>
                    <a:pt x="5833" y="5688"/>
                  </a:lnTo>
                  <a:lnTo>
                    <a:pt x="5853" y="5721"/>
                  </a:lnTo>
                  <a:lnTo>
                    <a:pt x="5853" y="5754"/>
                  </a:lnTo>
                  <a:lnTo>
                    <a:pt x="5833" y="5771"/>
                  </a:lnTo>
                  <a:lnTo>
                    <a:pt x="5813" y="5804"/>
                  </a:lnTo>
                  <a:lnTo>
                    <a:pt x="5793" y="5821"/>
                  </a:lnTo>
                  <a:lnTo>
                    <a:pt x="5753" y="5821"/>
                  </a:lnTo>
                  <a:lnTo>
                    <a:pt x="5694" y="5804"/>
                  </a:lnTo>
                  <a:lnTo>
                    <a:pt x="5674" y="5788"/>
                  </a:lnTo>
                  <a:close/>
                  <a:moveTo>
                    <a:pt x="4101" y="4220"/>
                  </a:moveTo>
                  <a:lnTo>
                    <a:pt x="3185" y="3286"/>
                  </a:lnTo>
                  <a:lnTo>
                    <a:pt x="3165" y="3253"/>
                  </a:lnTo>
                  <a:lnTo>
                    <a:pt x="3165" y="3202"/>
                  </a:lnTo>
                  <a:lnTo>
                    <a:pt x="3205" y="3186"/>
                  </a:lnTo>
                  <a:lnTo>
                    <a:pt x="3225" y="3169"/>
                  </a:lnTo>
                  <a:lnTo>
                    <a:pt x="3265" y="3152"/>
                  </a:lnTo>
                  <a:lnTo>
                    <a:pt x="3305" y="3169"/>
                  </a:lnTo>
                  <a:lnTo>
                    <a:pt x="3325" y="3186"/>
                  </a:lnTo>
                  <a:lnTo>
                    <a:pt x="4260" y="4120"/>
                  </a:lnTo>
                  <a:lnTo>
                    <a:pt x="4280" y="4137"/>
                  </a:lnTo>
                  <a:lnTo>
                    <a:pt x="4280" y="4203"/>
                  </a:lnTo>
                  <a:lnTo>
                    <a:pt x="4260" y="4220"/>
                  </a:lnTo>
                  <a:lnTo>
                    <a:pt x="4201" y="4237"/>
                  </a:lnTo>
                  <a:lnTo>
                    <a:pt x="4121" y="4237"/>
                  </a:lnTo>
                  <a:lnTo>
                    <a:pt x="4101" y="4220"/>
                  </a:lnTo>
                  <a:close/>
                  <a:moveTo>
                    <a:pt x="2528" y="2635"/>
                  </a:moveTo>
                  <a:lnTo>
                    <a:pt x="1613" y="1718"/>
                  </a:lnTo>
                  <a:lnTo>
                    <a:pt x="1593" y="1685"/>
                  </a:lnTo>
                  <a:lnTo>
                    <a:pt x="1593" y="1618"/>
                  </a:lnTo>
                  <a:lnTo>
                    <a:pt x="1632" y="1601"/>
                  </a:lnTo>
                  <a:lnTo>
                    <a:pt x="1652" y="1585"/>
                  </a:lnTo>
                  <a:lnTo>
                    <a:pt x="1732" y="1585"/>
                  </a:lnTo>
                  <a:lnTo>
                    <a:pt x="1772" y="1618"/>
                  </a:lnTo>
                  <a:lnTo>
                    <a:pt x="2688" y="2535"/>
                  </a:lnTo>
                  <a:lnTo>
                    <a:pt x="2688" y="2635"/>
                  </a:lnTo>
                  <a:lnTo>
                    <a:pt x="2668" y="2652"/>
                  </a:lnTo>
                  <a:lnTo>
                    <a:pt x="2628" y="2669"/>
                  </a:lnTo>
                  <a:lnTo>
                    <a:pt x="2588" y="2669"/>
                  </a:lnTo>
                  <a:lnTo>
                    <a:pt x="2568" y="2652"/>
                  </a:lnTo>
                  <a:lnTo>
                    <a:pt x="2528" y="2635"/>
                  </a:lnTo>
                  <a:close/>
                  <a:moveTo>
                    <a:pt x="936" y="1067"/>
                  </a:moveTo>
                  <a:lnTo>
                    <a:pt x="20" y="133"/>
                  </a:lnTo>
                  <a:lnTo>
                    <a:pt x="0" y="117"/>
                  </a:lnTo>
                  <a:lnTo>
                    <a:pt x="0" y="83"/>
                  </a:lnTo>
                  <a:lnTo>
                    <a:pt x="20" y="50"/>
                  </a:lnTo>
                  <a:lnTo>
                    <a:pt x="40" y="33"/>
                  </a:lnTo>
                  <a:lnTo>
                    <a:pt x="100" y="17"/>
                  </a:lnTo>
                  <a:lnTo>
                    <a:pt x="119" y="0"/>
                  </a:lnTo>
                  <a:lnTo>
                    <a:pt x="199" y="33"/>
                  </a:lnTo>
                  <a:lnTo>
                    <a:pt x="1115" y="951"/>
                  </a:lnTo>
                  <a:lnTo>
                    <a:pt x="1135" y="984"/>
                  </a:lnTo>
                  <a:lnTo>
                    <a:pt x="1135" y="1017"/>
                  </a:lnTo>
                  <a:lnTo>
                    <a:pt x="1095" y="1084"/>
                  </a:lnTo>
                  <a:lnTo>
                    <a:pt x="995" y="1084"/>
                  </a:lnTo>
                  <a:lnTo>
                    <a:pt x="936" y="106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834" name="Shape 4834"/>
            <p:cNvSpPr/>
            <p:nvPr/>
          </p:nvSpPr>
          <p:spPr>
            <a:xfrm>
              <a:off x="2738437" y="2663825"/>
              <a:ext cx="57151" cy="52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94"/>
                  </a:moveTo>
                  <a:lnTo>
                    <a:pt x="1543" y="0"/>
                  </a:lnTo>
                  <a:lnTo>
                    <a:pt x="0" y="21600"/>
                  </a:ln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pic>
          <p:nvPicPr>
            <p:cNvPr id="4835" name="image.png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3633787" y="1547812"/>
              <a:ext cx="2408238" cy="14319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836" name="Shape 4836"/>
            <p:cNvSpPr/>
            <p:nvPr/>
          </p:nvSpPr>
          <p:spPr>
            <a:xfrm>
              <a:off x="2344737" y="520700"/>
              <a:ext cx="1" cy="152400"/>
            </a:xfrm>
            <a:prstGeom prst="line">
              <a:avLst/>
            </a:prstGeom>
            <a:noFill/>
            <a:ln w="9525" cap="flat">
              <a:solidFill>
                <a:srgbClr val="003366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37" name="Shape 4837"/>
            <p:cNvSpPr/>
            <p:nvPr/>
          </p:nvSpPr>
          <p:spPr>
            <a:xfrm>
              <a:off x="2268537" y="368299"/>
              <a:ext cx="152401" cy="152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3153952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0" name="Shape 4840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41" name="Shape 484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Use-case</a:t>
            </a:r>
          </a:p>
        </p:txBody>
      </p:sp>
      <p:sp>
        <p:nvSpPr>
          <p:cNvPr id="4842" name="Shape 484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Requirement analysis</a:t>
            </a:r>
          </a:p>
          <a:p>
            <a:pPr lvl="1">
              <a:defRPr sz="1800"/>
            </a:pPr>
            <a:r>
              <a:rPr sz="2000"/>
              <a:t>Activity diagram</a:t>
            </a:r>
          </a:p>
          <a:p>
            <a:pPr lvl="2">
              <a:defRPr sz="1800"/>
            </a:pPr>
            <a:r>
              <a:rPr/>
              <a:t>The relationship between the use-case diagram and activity diagram</a:t>
            </a:r>
          </a:p>
        </p:txBody>
      </p:sp>
      <p:pic>
        <p:nvPicPr>
          <p:cNvPr id="4843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078880" y="2495104"/>
            <a:ext cx="7526240" cy="2955727"/>
          </a:xfrm>
          <a:prstGeom prst="rect">
            <a:avLst/>
          </a:prstGeom>
          <a:ln w="12700">
            <a:miter lim="400000"/>
          </a:ln>
        </p:spPr>
      </p:pic>
      <p:sp>
        <p:nvSpPr>
          <p:cNvPr id="4844" name="Shape 4844"/>
          <p:cNvSpPr/>
          <p:nvPr/>
        </p:nvSpPr>
        <p:spPr>
          <a:xfrm>
            <a:off x="6567537" y="3476253"/>
            <a:ext cx="1823145" cy="2076153"/>
          </a:xfrm>
          <a:prstGeom prst="rect">
            <a:avLst/>
          </a:prstGeom>
          <a:ln>
            <a:solidFill>
              <a:srgbClr val="FF0000"/>
            </a:solidFill>
            <a:prstDash val="sysDot"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845" name="Shape 4845"/>
          <p:cNvSpPr/>
          <p:nvPr/>
        </p:nvSpPr>
        <p:spPr>
          <a:xfrm>
            <a:off x="4824760" y="3485183"/>
            <a:ext cx="1607345" cy="346026"/>
          </a:xfrm>
          <a:prstGeom prst="rect">
            <a:avLst/>
          </a:prstGeom>
          <a:ln>
            <a:solidFill>
              <a:srgbClr val="FF0000"/>
            </a:solidFill>
            <a:prstDash val="sysDot"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845597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7" name="Shape 4847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48" name="Shape 48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Main Activities of Software Development</a:t>
            </a:r>
          </a:p>
        </p:txBody>
      </p:sp>
      <p:sp>
        <p:nvSpPr>
          <p:cNvPr id="4849" name="Shape 4849"/>
          <p:cNvSpPr/>
          <p:nvPr/>
        </p:nvSpPr>
        <p:spPr>
          <a:xfrm>
            <a:off x="4714968" y="927334"/>
            <a:ext cx="2762064" cy="1642505"/>
          </a:xfrm>
          <a:prstGeom prst="roundRect">
            <a:avLst>
              <a:gd name="adj" fmla="val 8155"/>
            </a:avLst>
          </a:prstGeom>
          <a:solidFill>
            <a:srgbClr val="00F900"/>
          </a:solidFill>
          <a:ln w="6350"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Analysis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Define the conceptual model</a:t>
            </a:r>
          </a:p>
        </p:txBody>
      </p:sp>
      <p:sp>
        <p:nvSpPr>
          <p:cNvPr id="4850" name="Shape 4850"/>
          <p:cNvSpPr/>
          <p:nvPr/>
        </p:nvSpPr>
        <p:spPr>
          <a:xfrm>
            <a:off x="7702259" y="927334"/>
            <a:ext cx="2762065" cy="1642505"/>
          </a:xfrm>
          <a:prstGeom prst="roundRect">
            <a:avLst>
              <a:gd name="adj" fmla="val 8155"/>
            </a:avLst>
          </a:prstGeom>
          <a:solidFill>
            <a:srgbClr val="00F900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Design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Design the solution / software plan</a:t>
            </a:r>
          </a:p>
        </p:txBody>
      </p:sp>
      <p:sp>
        <p:nvSpPr>
          <p:cNvPr id="4851" name="Shape 4851"/>
          <p:cNvSpPr/>
          <p:nvPr/>
        </p:nvSpPr>
        <p:spPr>
          <a:xfrm>
            <a:off x="1727677" y="2788005"/>
            <a:ext cx="2762065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Implementation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Code the system based on the design</a:t>
            </a:r>
          </a:p>
        </p:txBody>
      </p:sp>
      <p:sp>
        <p:nvSpPr>
          <p:cNvPr id="4852" name="Shape 4852"/>
          <p:cNvSpPr/>
          <p:nvPr/>
        </p:nvSpPr>
        <p:spPr>
          <a:xfrm>
            <a:off x="4714968" y="2788005"/>
            <a:ext cx="2762064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Integration and Test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Prove that the system meets the requirements</a:t>
            </a:r>
          </a:p>
        </p:txBody>
      </p:sp>
      <p:sp>
        <p:nvSpPr>
          <p:cNvPr id="4853" name="Shape 4853"/>
          <p:cNvSpPr/>
          <p:nvPr/>
        </p:nvSpPr>
        <p:spPr>
          <a:xfrm>
            <a:off x="7702259" y="2788005"/>
            <a:ext cx="2762065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Deployment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Installation and training</a:t>
            </a:r>
          </a:p>
        </p:txBody>
      </p:sp>
      <p:sp>
        <p:nvSpPr>
          <p:cNvPr id="4854" name="Shape 4854"/>
          <p:cNvSpPr/>
          <p:nvPr/>
        </p:nvSpPr>
        <p:spPr>
          <a:xfrm>
            <a:off x="4714968" y="4648678"/>
            <a:ext cx="2762064" cy="1642505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Maintenance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Post-install review</a:t>
            </a: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Support docs</a:t>
            </a: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Active support</a:t>
            </a:r>
          </a:p>
        </p:txBody>
      </p:sp>
      <p:sp>
        <p:nvSpPr>
          <p:cNvPr id="4855" name="Shape 4855"/>
          <p:cNvSpPr/>
          <p:nvPr/>
        </p:nvSpPr>
        <p:spPr>
          <a:xfrm>
            <a:off x="1727677" y="927334"/>
            <a:ext cx="2762065" cy="1642505"/>
          </a:xfrm>
          <a:prstGeom prst="roundRect">
            <a:avLst>
              <a:gd name="adj" fmla="val 8155"/>
            </a:avLst>
          </a:prstGeom>
          <a:solidFill>
            <a:srgbClr val="00F900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Requirements Gathering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Define requirement specification</a:t>
            </a:r>
          </a:p>
        </p:txBody>
      </p:sp>
    </p:spTree>
    <p:extLst>
      <p:ext uri="{BB962C8B-B14F-4D97-AF65-F5344CB8AC3E}">
        <p14:creationId xmlns:p14="http://schemas.microsoft.com/office/powerpoint/2010/main" val="377063357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7" name="Shape 4857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58" name="Shape 485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859" name="Shape 485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/>
              <a:t>Analysis</a:t>
            </a:r>
          </a:p>
          <a:p>
            <a:pPr lvl="1">
              <a:defRPr sz="1800"/>
            </a:pPr>
            <a:r>
              <a:rPr sz="2300"/>
              <a:t>Modelling the real world</a:t>
            </a:r>
          </a:p>
          <a:p>
            <a:pPr lvl="1">
              <a:defRPr sz="1800"/>
            </a:pPr>
            <a:r>
              <a:rPr sz="2300"/>
              <a:t>Independent of the implementation</a:t>
            </a:r>
          </a:p>
          <a:p>
            <a:pPr lvl="1">
              <a:defRPr sz="1800"/>
            </a:pPr>
            <a:r>
              <a:rPr sz="2300"/>
              <a:t>Modelling of the domain: conceptual class diagram</a:t>
            </a:r>
          </a:p>
          <a:p>
            <a:pPr lvl="1">
              <a:defRPr sz="1800"/>
            </a:pPr>
            <a:r>
              <a:rPr sz="2300"/>
              <a:t>Modelling of the dynamic behaviour of the system: collaboration diagram</a:t>
            </a:r>
          </a:p>
        </p:txBody>
      </p:sp>
    </p:spTree>
    <p:extLst>
      <p:ext uri="{BB962C8B-B14F-4D97-AF65-F5344CB8AC3E}">
        <p14:creationId xmlns:p14="http://schemas.microsoft.com/office/powerpoint/2010/main" val="275770123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1" name="Shape 486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62" name="Shape 48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863" name="Shape 486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Modeling of conceptual class diagram</a:t>
            </a:r>
          </a:p>
        </p:txBody>
      </p:sp>
      <p:pic>
        <p:nvPicPr>
          <p:cNvPr id="4864" name="image.pdf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354" y="1815753"/>
            <a:ext cx="4725293" cy="336649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0802283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6" name="Shape 486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67" name="Shape 48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868" name="Shape 486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 first collaboration diagram</a:t>
            </a:r>
          </a:p>
        </p:txBody>
      </p:sp>
      <p:pic>
        <p:nvPicPr>
          <p:cNvPr id="4869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281287" y="2573983"/>
            <a:ext cx="7121427" cy="171003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9559533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1" name="Shape 487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72" name="Shape 487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873" name="Shape 487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 first class diagram</a:t>
            </a:r>
          </a:p>
        </p:txBody>
      </p:sp>
      <p:pic>
        <p:nvPicPr>
          <p:cNvPr id="4874" name="image.pdf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664" y="1722872"/>
            <a:ext cx="4994673" cy="341225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9175968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6" name="Shape 487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77" name="Shape 487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878" name="Shape 487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Collaboration diagram and class diagram</a:t>
            </a:r>
          </a:p>
        </p:txBody>
      </p:sp>
      <p:pic>
        <p:nvPicPr>
          <p:cNvPr id="4879" name="image.pdf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6598" y="2006948"/>
            <a:ext cx="3936504" cy="26900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0" name="image.pdf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0898" y="3603129"/>
            <a:ext cx="5198568" cy="1247924"/>
          </a:xfrm>
          <a:prstGeom prst="rect">
            <a:avLst/>
          </a:prstGeom>
          <a:ln w="12700">
            <a:miter lim="400000"/>
          </a:ln>
        </p:spPr>
      </p:pic>
      <p:sp>
        <p:nvSpPr>
          <p:cNvPr id="4881" name="Shape 4881"/>
          <p:cNvSpPr/>
          <p:nvPr/>
        </p:nvSpPr>
        <p:spPr>
          <a:xfrm>
            <a:off x="3411637" y="2096185"/>
            <a:ext cx="2564743" cy="1861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977" extrusionOk="0">
                <a:moveTo>
                  <a:pt x="0" y="19977"/>
                </a:moveTo>
                <a:cubicBezTo>
                  <a:pt x="2151" y="11577"/>
                  <a:pt x="4302" y="3177"/>
                  <a:pt x="7902" y="777"/>
                </a:cubicBezTo>
                <a:cubicBezTo>
                  <a:pt x="11502" y="-1623"/>
                  <a:pt x="16551" y="1977"/>
                  <a:pt x="21600" y="5577"/>
                </a:cubicBezTo>
              </a:path>
            </a:pathLst>
          </a:custGeom>
          <a:ln w="25400">
            <a:solidFill>
              <a:srgbClr val="FF6600"/>
            </a:solidFill>
            <a:round/>
            <a:headEnd type="triangle"/>
            <a:tailEnd type="triangle"/>
          </a:ln>
        </p:spPr>
        <p:txBody>
          <a:bodyPr lIns="38267" tIns="38268" rIns="38267" bIns="38268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882" name="Shape 4882"/>
          <p:cNvSpPr/>
          <p:nvPr/>
        </p:nvSpPr>
        <p:spPr>
          <a:xfrm>
            <a:off x="5437187" y="2638013"/>
            <a:ext cx="3377965" cy="1578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607" extrusionOk="0">
                <a:moveTo>
                  <a:pt x="0" y="19722"/>
                </a:moveTo>
                <a:cubicBezTo>
                  <a:pt x="3240" y="20661"/>
                  <a:pt x="6480" y="21600"/>
                  <a:pt x="10080" y="18313"/>
                </a:cubicBezTo>
                <a:cubicBezTo>
                  <a:pt x="13680" y="15026"/>
                  <a:pt x="17640" y="7513"/>
                  <a:pt x="21600" y="0"/>
                </a:cubicBezTo>
              </a:path>
            </a:pathLst>
          </a:custGeom>
          <a:ln w="25400">
            <a:solidFill>
              <a:srgbClr val="FF6600"/>
            </a:solidFill>
            <a:round/>
            <a:headEnd type="triangle"/>
            <a:tailEnd type="triangle"/>
          </a:ln>
        </p:spPr>
        <p:txBody>
          <a:bodyPr lIns="38267" tIns="38268" rIns="38267" bIns="38268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21621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" name="Shape 4884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85" name="Shape 488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886" name="Shape 488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Sequence diagram</a:t>
            </a:r>
          </a:p>
        </p:txBody>
      </p:sp>
      <p:pic>
        <p:nvPicPr>
          <p:cNvPr id="4887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500808" y="2334555"/>
            <a:ext cx="6682384" cy="218889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630045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9" name="Shape 4889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90" name="Shape 489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891" name="Shape 489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creation of objects at the beginning of the game (DiceGame) for a player</a:t>
            </a:r>
          </a:p>
        </p:txBody>
      </p:sp>
      <p:pic>
        <p:nvPicPr>
          <p:cNvPr id="4892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264172" y="1813284"/>
            <a:ext cx="7155657" cy="323143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9767802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" name="Shape 4894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895" name="Shape 489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896" name="Shape 489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State diagram: modelling the states of the DiceGame</a:t>
            </a:r>
          </a:p>
        </p:txBody>
      </p:sp>
      <p:pic>
        <p:nvPicPr>
          <p:cNvPr id="4897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568525" y="2198054"/>
            <a:ext cx="6546950" cy="260188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6732686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9" name="Shape 4899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00" name="Shape 490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01" name="Shape 490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Detection of inconsistency between the activity diagram and the state diagram</a:t>
            </a:r>
          </a:p>
        </p:txBody>
      </p:sp>
      <p:pic>
        <p:nvPicPr>
          <p:cNvPr id="4902" name="image.pdf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2722" y="2146474"/>
            <a:ext cx="4253509" cy="2565053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3" name="image.pdf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2222" y="2463477"/>
            <a:ext cx="4819056" cy="1915419"/>
          </a:xfrm>
          <a:prstGeom prst="rect">
            <a:avLst/>
          </a:prstGeom>
          <a:ln w="12700">
            <a:miter lim="400000"/>
          </a:ln>
        </p:spPr>
      </p:pic>
      <p:sp>
        <p:nvSpPr>
          <p:cNvPr id="4904" name="Shape 4904"/>
          <p:cNvSpPr/>
          <p:nvPr/>
        </p:nvSpPr>
        <p:spPr>
          <a:xfrm>
            <a:off x="4255491" y="2248345"/>
            <a:ext cx="4118076" cy="843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980" extrusionOk="0">
                <a:moveTo>
                  <a:pt x="21600" y="5865"/>
                </a:moveTo>
                <a:cubicBezTo>
                  <a:pt x="17526" y="2123"/>
                  <a:pt x="13453" y="-1620"/>
                  <a:pt x="9853" y="732"/>
                </a:cubicBezTo>
                <a:cubicBezTo>
                  <a:pt x="6253" y="3085"/>
                  <a:pt x="3126" y="11532"/>
                  <a:pt x="0" y="19980"/>
                </a:cubicBezTo>
              </a:path>
            </a:pathLst>
          </a:custGeom>
          <a:ln w="25400">
            <a:solidFill>
              <a:srgbClr val="CC0000"/>
            </a:solidFill>
            <a:round/>
            <a:headEnd type="triangle"/>
            <a:tailEnd type="triangle"/>
          </a:ln>
        </p:spPr>
        <p:txBody>
          <a:bodyPr lIns="38267" tIns="38268" rIns="38267" bIns="38268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905" name="Shape 4905"/>
          <p:cNvSpPr/>
          <p:nvPr/>
        </p:nvSpPr>
        <p:spPr>
          <a:xfrm>
            <a:off x="4255492" y="3497089"/>
            <a:ext cx="3984130" cy="8199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80" extrusionOk="0">
                <a:moveTo>
                  <a:pt x="21600" y="0"/>
                </a:moveTo>
                <a:cubicBezTo>
                  <a:pt x="18386" y="9663"/>
                  <a:pt x="15171" y="19326"/>
                  <a:pt x="11571" y="20463"/>
                </a:cubicBezTo>
                <a:cubicBezTo>
                  <a:pt x="7971" y="21600"/>
                  <a:pt x="3986" y="14211"/>
                  <a:pt x="0" y="6821"/>
                </a:cubicBezTo>
              </a:path>
            </a:pathLst>
          </a:custGeom>
          <a:ln w="25400">
            <a:solidFill>
              <a:srgbClr val="CC0000"/>
            </a:solidFill>
            <a:round/>
            <a:headEnd type="triangle"/>
            <a:tailEnd type="triangle"/>
          </a:ln>
        </p:spPr>
        <p:txBody>
          <a:bodyPr lIns="38267" tIns="38268" rIns="38267" bIns="38268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80493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7" name="Shape 4907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08" name="Shape 49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09" name="Shape 490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Modification of the activity diagram as well as the envisaged graphical user interface</a:t>
            </a:r>
          </a:p>
        </p:txBody>
      </p:sp>
      <p:pic>
        <p:nvPicPr>
          <p:cNvPr id="4910" name="image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6080" y="1869095"/>
            <a:ext cx="5671840" cy="311981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4013123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2" name="Shape 4912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13" name="Shape 49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14" name="Shape 49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treatment of the scoreboard must be taken into account: the update and the creation</a:t>
            </a:r>
          </a:p>
        </p:txBody>
      </p:sp>
      <p:pic>
        <p:nvPicPr>
          <p:cNvPr id="4915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875096" y="1874577"/>
            <a:ext cx="7526240" cy="2955727"/>
          </a:xfrm>
          <a:prstGeom prst="rect">
            <a:avLst/>
          </a:prstGeom>
          <a:ln w="12700">
            <a:miter lim="400000"/>
          </a:ln>
        </p:spPr>
      </p:pic>
      <p:sp>
        <p:nvSpPr>
          <p:cNvPr id="4916" name="Shape 4916"/>
          <p:cNvSpPr/>
          <p:nvPr/>
        </p:nvSpPr>
        <p:spPr>
          <a:xfrm>
            <a:off x="4393143" y="4862673"/>
            <a:ext cx="1813334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No treatment</a:t>
            </a:r>
          </a:p>
        </p:txBody>
      </p:sp>
      <p:sp>
        <p:nvSpPr>
          <p:cNvPr id="4917" name="Shape 4917"/>
          <p:cNvSpPr/>
          <p:nvPr/>
        </p:nvSpPr>
        <p:spPr>
          <a:xfrm flipH="1" flipV="1">
            <a:off x="4730983" y="4102534"/>
            <a:ext cx="269379" cy="760140"/>
          </a:xfrm>
          <a:prstGeom prst="line">
            <a:avLst/>
          </a:prstGeom>
          <a:ln w="19050">
            <a:solidFill/>
            <a:prstDash val="dash"/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918" name="Shape 4918"/>
          <p:cNvSpPr/>
          <p:nvPr/>
        </p:nvSpPr>
        <p:spPr>
          <a:xfrm flipV="1">
            <a:off x="5269742" y="3140360"/>
            <a:ext cx="1418333" cy="1722314"/>
          </a:xfrm>
          <a:prstGeom prst="line">
            <a:avLst/>
          </a:prstGeom>
          <a:ln w="19050">
            <a:solidFill/>
            <a:prstDash val="dash"/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919" name="Shape 4919"/>
          <p:cNvSpPr/>
          <p:nvPr/>
        </p:nvSpPr>
        <p:spPr>
          <a:xfrm flipV="1">
            <a:off x="5540608" y="4761099"/>
            <a:ext cx="1890118" cy="152921"/>
          </a:xfrm>
          <a:prstGeom prst="line">
            <a:avLst/>
          </a:prstGeom>
          <a:ln w="19050">
            <a:solidFill/>
            <a:prstDash val="dash"/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68694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1" name="Shape 492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22" name="Shape 49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23" name="Shape 49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Sequence diagram: manage high score, create new player</a:t>
            </a:r>
          </a:p>
        </p:txBody>
      </p:sp>
      <p:pic>
        <p:nvPicPr>
          <p:cNvPr id="4924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230685" y="2048805"/>
            <a:ext cx="7222630" cy="276039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1106535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6" name="Shape 492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27" name="Shape 492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28" name="Shape 492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Sequence diagram: add high score to score board</a:t>
            </a:r>
          </a:p>
        </p:txBody>
      </p:sp>
      <p:pic>
        <p:nvPicPr>
          <p:cNvPr id="4929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1960562" y="2541847"/>
            <a:ext cx="7762876" cy="191430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3271284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1" name="Shape 493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32" name="Shape 49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33" name="Shape 493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Class diagram</a:t>
            </a:r>
          </a:p>
        </p:txBody>
      </p:sp>
      <p:pic>
        <p:nvPicPr>
          <p:cNvPr id="4934" name="image.pdf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9107" y="1892213"/>
            <a:ext cx="5805787" cy="32135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4444004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6" name="Shape 493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37" name="Shape 493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Main Activities of Software Development</a:t>
            </a:r>
          </a:p>
        </p:txBody>
      </p:sp>
      <p:sp>
        <p:nvSpPr>
          <p:cNvPr id="4938" name="Shape 4938"/>
          <p:cNvSpPr/>
          <p:nvPr/>
        </p:nvSpPr>
        <p:spPr>
          <a:xfrm>
            <a:off x="4714968" y="927334"/>
            <a:ext cx="2762064" cy="1642505"/>
          </a:xfrm>
          <a:prstGeom prst="roundRect">
            <a:avLst>
              <a:gd name="adj" fmla="val 8155"/>
            </a:avLst>
          </a:prstGeom>
          <a:solidFill>
            <a:srgbClr val="00F900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Analysis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Define the conceptual model</a:t>
            </a:r>
          </a:p>
        </p:txBody>
      </p:sp>
      <p:sp>
        <p:nvSpPr>
          <p:cNvPr id="4939" name="Shape 4939"/>
          <p:cNvSpPr/>
          <p:nvPr/>
        </p:nvSpPr>
        <p:spPr>
          <a:xfrm>
            <a:off x="7702259" y="927334"/>
            <a:ext cx="2762065" cy="1642505"/>
          </a:xfrm>
          <a:prstGeom prst="roundRect">
            <a:avLst>
              <a:gd name="adj" fmla="val 8155"/>
            </a:avLst>
          </a:prstGeom>
          <a:solidFill>
            <a:srgbClr val="00F900"/>
          </a:solidFill>
          <a:ln w="6350"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Design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Design the solution / software plan</a:t>
            </a:r>
          </a:p>
        </p:txBody>
      </p:sp>
      <p:sp>
        <p:nvSpPr>
          <p:cNvPr id="4940" name="Shape 4940"/>
          <p:cNvSpPr/>
          <p:nvPr/>
        </p:nvSpPr>
        <p:spPr>
          <a:xfrm>
            <a:off x="1727677" y="2788005"/>
            <a:ext cx="2762065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Implementation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Code the system based on the design</a:t>
            </a:r>
          </a:p>
        </p:txBody>
      </p:sp>
      <p:sp>
        <p:nvSpPr>
          <p:cNvPr id="4941" name="Shape 4941"/>
          <p:cNvSpPr/>
          <p:nvPr/>
        </p:nvSpPr>
        <p:spPr>
          <a:xfrm>
            <a:off x="4714968" y="2788005"/>
            <a:ext cx="2762064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Integration and Test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Prove that the system meets the requirements</a:t>
            </a:r>
          </a:p>
        </p:txBody>
      </p:sp>
      <p:sp>
        <p:nvSpPr>
          <p:cNvPr id="4942" name="Shape 4942"/>
          <p:cNvSpPr/>
          <p:nvPr/>
        </p:nvSpPr>
        <p:spPr>
          <a:xfrm>
            <a:off x="7702259" y="2788005"/>
            <a:ext cx="2762065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Deployment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Installation and training</a:t>
            </a:r>
          </a:p>
        </p:txBody>
      </p:sp>
      <p:sp>
        <p:nvSpPr>
          <p:cNvPr id="4943" name="Shape 4943"/>
          <p:cNvSpPr/>
          <p:nvPr/>
        </p:nvSpPr>
        <p:spPr>
          <a:xfrm>
            <a:off x="4714968" y="4648678"/>
            <a:ext cx="2762064" cy="1642505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Maintenance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Post-install review</a:t>
            </a: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Support docs</a:t>
            </a: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Active support</a:t>
            </a:r>
          </a:p>
        </p:txBody>
      </p:sp>
      <p:sp>
        <p:nvSpPr>
          <p:cNvPr id="4944" name="Shape 4944"/>
          <p:cNvSpPr/>
          <p:nvPr/>
        </p:nvSpPr>
        <p:spPr>
          <a:xfrm>
            <a:off x="1727677" y="927334"/>
            <a:ext cx="2762065" cy="1642505"/>
          </a:xfrm>
          <a:prstGeom prst="roundRect">
            <a:avLst>
              <a:gd name="adj" fmla="val 8155"/>
            </a:avLst>
          </a:prstGeom>
          <a:solidFill>
            <a:srgbClr val="00F900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Requirements Gathering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Define requirement specification</a:t>
            </a:r>
          </a:p>
        </p:txBody>
      </p:sp>
    </p:spTree>
    <p:extLst>
      <p:ext uri="{BB962C8B-B14F-4D97-AF65-F5344CB8AC3E}">
        <p14:creationId xmlns:p14="http://schemas.microsoft.com/office/powerpoint/2010/main" val="164838283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Shape 494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47" name="Shape 49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48" name="Shape 494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/>
              <a:t>Design</a:t>
            </a:r>
          </a:p>
          <a:p>
            <a:pPr lvl="1">
              <a:defRPr sz="1800"/>
            </a:pPr>
            <a:r>
              <a:rPr sz="2300"/>
              <a:t>Take into account the implementation</a:t>
            </a:r>
          </a:p>
          <a:p>
            <a:pPr lvl="2">
              <a:defRPr sz="1800"/>
            </a:pPr>
            <a:r>
              <a:rPr sz="2300"/>
              <a:t>Manage the graphical user interface part</a:t>
            </a:r>
          </a:p>
          <a:p>
            <a:pPr lvl="2">
              <a:defRPr sz="1800"/>
            </a:pPr>
            <a:r>
              <a:rPr sz="2300"/>
              <a:t>Manage the persistence of scoreboard</a:t>
            </a:r>
          </a:p>
          <a:p>
            <a:pPr lvl="1">
              <a:defRPr sz="1800"/>
            </a:pPr>
            <a:r>
              <a:rPr sz="2300"/>
              <a:t>Define the logical architecture</a:t>
            </a:r>
          </a:p>
          <a:p>
            <a:pPr lvl="1">
              <a:defRPr sz="1800"/>
            </a:pPr>
            <a:r>
              <a:rPr sz="2300"/>
              <a:t>Define the physical architecture</a:t>
            </a:r>
          </a:p>
          <a:p>
            <a:pPr lvl="1">
              <a:defRPr sz="1800"/>
            </a:pPr>
            <a:r>
              <a:rPr sz="2300"/>
              <a:t>Introduce the technical class permitting to implement the architecture</a:t>
            </a:r>
          </a:p>
        </p:txBody>
      </p:sp>
    </p:spTree>
    <p:extLst>
      <p:ext uri="{BB962C8B-B14F-4D97-AF65-F5344CB8AC3E}">
        <p14:creationId xmlns:p14="http://schemas.microsoft.com/office/powerpoint/2010/main" val="65475989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0" name="Shape 4950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51" name="Shape 49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52" name="Shape 495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General architecture</a:t>
            </a:r>
          </a:p>
          <a:p>
            <a:pPr lvl="1">
              <a:defRPr sz="1800"/>
            </a:pPr>
            <a:r>
              <a:rPr sz="2000"/>
              <a:t>Classical three layer architecture</a:t>
            </a:r>
          </a:p>
        </p:txBody>
      </p:sp>
      <p:sp>
        <p:nvSpPr>
          <p:cNvPr id="4953" name="Shape 4953"/>
          <p:cNvSpPr/>
          <p:nvPr/>
        </p:nvSpPr>
        <p:spPr>
          <a:xfrm>
            <a:off x="3131344" y="3280534"/>
            <a:ext cx="5857875" cy="1"/>
          </a:xfrm>
          <a:prstGeom prst="line">
            <a:avLst/>
          </a:prstGeom>
          <a:ln w="28575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954" name="Shape 4954"/>
          <p:cNvSpPr/>
          <p:nvPr/>
        </p:nvSpPr>
        <p:spPr>
          <a:xfrm>
            <a:off x="3131344" y="4292937"/>
            <a:ext cx="5857875" cy="1"/>
          </a:xfrm>
          <a:prstGeom prst="line">
            <a:avLst/>
          </a:prstGeom>
          <a:ln w="28575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955" name="image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1781" y="2064980"/>
            <a:ext cx="2357438" cy="10191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956" name="image.pdf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1148" y="3557354"/>
            <a:ext cx="1119188" cy="430858"/>
          </a:xfrm>
          <a:prstGeom prst="rect">
            <a:avLst/>
          </a:prstGeom>
          <a:ln w="12700">
            <a:miter lim="400000"/>
          </a:ln>
        </p:spPr>
      </p:pic>
      <p:pic>
        <p:nvPicPr>
          <p:cNvPr id="4957" name="image.pdf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45587" y="3450198"/>
            <a:ext cx="1515070" cy="57931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960" name="Group 4960"/>
          <p:cNvGrpSpPr/>
          <p:nvPr/>
        </p:nvGrpSpPr>
        <p:grpSpPr>
          <a:xfrm>
            <a:off x="7274719" y="4564177"/>
            <a:ext cx="1143000" cy="589360"/>
            <a:chOff x="0" y="0"/>
            <a:chExt cx="1219200" cy="838200"/>
          </a:xfrm>
        </p:grpSpPr>
        <p:sp>
          <p:nvSpPr>
            <p:cNvPr id="4958" name="Shape 4958"/>
            <p:cNvSpPr/>
            <p:nvPr/>
          </p:nvSpPr>
          <p:spPr>
            <a:xfrm>
              <a:off x="0" y="0"/>
              <a:ext cx="1219200" cy="838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10800" y="0"/>
                  </a:lnTo>
                  <a:cubicBezTo>
                    <a:pt x="4835" y="0"/>
                    <a:pt x="0" y="1209"/>
                    <a:pt x="0" y="2700"/>
                  </a:cubicBezTo>
                  <a:lnTo>
                    <a:pt x="0" y="18900"/>
                  </a:lnTo>
                  <a:cubicBezTo>
                    <a:pt x="0" y="20391"/>
                    <a:pt x="4835" y="21600"/>
                    <a:pt x="10800" y="21600"/>
                  </a:cubicBezTo>
                  <a:cubicBezTo>
                    <a:pt x="16765" y="21600"/>
                    <a:pt x="21600" y="20391"/>
                    <a:pt x="21600" y="18900"/>
                  </a:cubicBezTo>
                  <a:lnTo>
                    <a:pt x="21600" y="2700"/>
                  </a:lnTo>
                  <a:cubicBezTo>
                    <a:pt x="21600" y="1209"/>
                    <a:pt x="16765" y="0"/>
                    <a:pt x="10800" y="0"/>
                  </a:cubicBezTo>
                  <a:close/>
                </a:path>
              </a:pathLst>
            </a:custGeom>
            <a:noFill/>
            <a:ln w="19050" cap="flat">
              <a:solidFill>
                <a:srgbClr val="00336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959" name="Shape 4959"/>
            <p:cNvSpPr/>
            <p:nvPr/>
          </p:nvSpPr>
          <p:spPr>
            <a:xfrm>
              <a:off x="0" y="104775"/>
              <a:ext cx="1219200" cy="104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1929"/>
                    <a:pt x="4835" y="21600"/>
                    <a:pt x="10800" y="21600"/>
                  </a:cubicBezTo>
                  <a:cubicBezTo>
                    <a:pt x="16765" y="21600"/>
                    <a:pt x="21600" y="11929"/>
                    <a:pt x="21600" y="0"/>
                  </a:cubicBezTo>
                </a:path>
              </a:pathLst>
            </a:custGeom>
            <a:noFill/>
            <a:ln w="19050" cap="flat">
              <a:solidFill>
                <a:srgbClr val="00336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  <p:sp>
        <p:nvSpPr>
          <p:cNvPr id="4961" name="Shape 4961"/>
          <p:cNvSpPr/>
          <p:nvPr/>
        </p:nvSpPr>
        <p:spPr>
          <a:xfrm>
            <a:off x="3345656" y="2520394"/>
            <a:ext cx="1305182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003366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Presentation</a:t>
            </a:r>
          </a:p>
        </p:txBody>
      </p:sp>
      <p:sp>
        <p:nvSpPr>
          <p:cNvPr id="4962" name="Shape 4962"/>
          <p:cNvSpPr/>
          <p:nvPr/>
        </p:nvSpPr>
        <p:spPr>
          <a:xfrm>
            <a:off x="3345657" y="4621103"/>
            <a:ext cx="1218619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003366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Persistence</a:t>
            </a:r>
          </a:p>
        </p:txBody>
      </p:sp>
      <p:sp>
        <p:nvSpPr>
          <p:cNvPr id="4963" name="Shape 4963"/>
          <p:cNvSpPr/>
          <p:nvPr/>
        </p:nvSpPr>
        <p:spPr>
          <a:xfrm>
            <a:off x="3385246" y="3654819"/>
            <a:ext cx="1547236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003366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Business Logic</a:t>
            </a:r>
          </a:p>
        </p:txBody>
      </p:sp>
    </p:spTree>
    <p:extLst>
      <p:ext uri="{BB962C8B-B14F-4D97-AF65-F5344CB8AC3E}">
        <p14:creationId xmlns:p14="http://schemas.microsoft.com/office/powerpoint/2010/main" val="324206790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5" name="Shape 496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66" name="Shape 49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67" name="Shape 496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 package diagram corresponds to the architecture</a:t>
            </a:r>
          </a:p>
        </p:txBody>
      </p:sp>
      <p:pic>
        <p:nvPicPr>
          <p:cNvPr id="4968" name="image.pdf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45586" y="1739614"/>
            <a:ext cx="3839766" cy="3378772"/>
          </a:xfrm>
          <a:prstGeom prst="rect">
            <a:avLst/>
          </a:prstGeom>
          <a:ln w="12700">
            <a:miter lim="400000"/>
          </a:ln>
        </p:spPr>
      </p:pic>
      <p:sp>
        <p:nvSpPr>
          <p:cNvPr id="4969" name="Shape 4969"/>
          <p:cNvSpPr/>
          <p:nvPr/>
        </p:nvSpPr>
        <p:spPr>
          <a:xfrm>
            <a:off x="664765" y="2968228"/>
            <a:ext cx="5249082" cy="1123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 b="1">
                <a:latin typeface="Verdana"/>
                <a:ea typeface="Verdana"/>
                <a:cs typeface="Verdana"/>
                <a:sym typeface="Verdana"/>
              </a:rPr>
              <a:t>UI 	</a:t>
            </a:r>
            <a:r>
              <a:rPr sz="1700">
                <a:latin typeface="Verdana"/>
                <a:ea typeface="Verdana"/>
                <a:cs typeface="Verdana"/>
                <a:sym typeface="Verdana"/>
              </a:rPr>
              <a:t>: presentation layer</a:t>
            </a:r>
          </a:p>
          <a:p>
            <a:pPr>
              <a:defRPr sz="1800">
                <a:uFillTx/>
              </a:defRPr>
            </a:pPr>
            <a:r>
              <a:rPr sz="1700" b="1">
                <a:latin typeface="Verdana"/>
                <a:ea typeface="Verdana"/>
                <a:cs typeface="Verdana"/>
                <a:sym typeface="Verdana"/>
              </a:rPr>
              <a:t>Core</a:t>
            </a:r>
            <a:r>
              <a:rPr sz="1700">
                <a:latin typeface="Verdana"/>
                <a:ea typeface="Verdana"/>
                <a:cs typeface="Verdana"/>
                <a:sym typeface="Verdana"/>
              </a:rPr>
              <a:t> 	: Business logic layer</a:t>
            </a:r>
          </a:p>
          <a:p>
            <a:pPr>
              <a:defRPr sz="1800">
                <a:uFillTx/>
              </a:defRPr>
            </a:pPr>
            <a:r>
              <a:rPr sz="1700" b="1">
                <a:latin typeface="Verdana"/>
                <a:ea typeface="Verdana"/>
                <a:cs typeface="Verdana"/>
                <a:sym typeface="Verdana"/>
              </a:rPr>
              <a:t>DB</a:t>
            </a:r>
            <a:r>
              <a:rPr sz="1700">
                <a:latin typeface="Verdana"/>
                <a:ea typeface="Verdana"/>
                <a:cs typeface="Verdana"/>
                <a:sym typeface="Verdana"/>
              </a:rPr>
              <a:t> 	: Persistence layer</a:t>
            </a:r>
          </a:p>
          <a:p>
            <a:pPr>
              <a:defRPr sz="1800">
                <a:uFillTx/>
              </a:defRPr>
            </a:pPr>
            <a:r>
              <a:rPr sz="1700" b="1">
                <a:latin typeface="Verdana"/>
                <a:ea typeface="Verdana"/>
                <a:cs typeface="Verdana"/>
                <a:sym typeface="Verdana"/>
              </a:rPr>
              <a:t>Util</a:t>
            </a:r>
            <a:r>
              <a:rPr sz="1700">
                <a:latin typeface="Verdana"/>
                <a:ea typeface="Verdana"/>
                <a:cs typeface="Verdana"/>
                <a:sym typeface="Verdana"/>
              </a:rPr>
              <a:t> 	: utility services/classes/functionalities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375128575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1" name="Shape 497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72" name="Shape 497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73" name="Shape 497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Use design patterns to improve the classes of “Core” package</a:t>
            </a:r>
          </a:p>
        </p:txBody>
      </p:sp>
      <p:pic>
        <p:nvPicPr>
          <p:cNvPr id="4974" name="image.pdf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2246" y="2105174"/>
            <a:ext cx="4783337" cy="2647652"/>
          </a:xfrm>
          <a:prstGeom prst="rect">
            <a:avLst/>
          </a:prstGeom>
          <a:ln w="12700">
            <a:miter lim="400000"/>
          </a:ln>
        </p:spPr>
      </p:pic>
      <p:sp>
        <p:nvSpPr>
          <p:cNvPr id="4975" name="Shape 4975"/>
          <p:cNvSpPr/>
          <p:nvPr/>
        </p:nvSpPr>
        <p:spPr>
          <a:xfrm>
            <a:off x="1158379" y="2460465"/>
            <a:ext cx="3685667" cy="60050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lang="vi-VN" sz="1700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sz="1700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1700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DiceGame</a:t>
            </a:r>
            <a:r>
              <a:rPr sz="1700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700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has only one object</a:t>
            </a:r>
            <a:endParaRPr sz="1700" dirty="0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 sz="1800">
                <a:uFillTx/>
              </a:defRPr>
            </a:pPr>
            <a:r>
              <a:rPr lang="vi-VN" sz="1700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lang="en-US" sz="1700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HighScore</a:t>
            </a:r>
            <a:r>
              <a:rPr lang="vi-VN" sz="1700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has only one object</a:t>
            </a:r>
          </a:p>
        </p:txBody>
      </p:sp>
      <p:sp>
        <p:nvSpPr>
          <p:cNvPr id="4976" name="Shape 4976"/>
          <p:cNvSpPr/>
          <p:nvPr/>
        </p:nvSpPr>
        <p:spPr>
          <a:xfrm>
            <a:off x="1010357" y="3822953"/>
            <a:ext cx="3981711" cy="33889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>
              <a:defRPr sz="2000">
                <a:solidFill>
                  <a:srgbClr val="003366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1700" dirty="0"/>
              <a:t>Design pattern</a:t>
            </a:r>
            <a:r>
              <a:rPr sz="1700" dirty="0"/>
              <a:t> : Singleton</a:t>
            </a:r>
          </a:p>
        </p:txBody>
      </p:sp>
      <p:sp>
        <p:nvSpPr>
          <p:cNvPr id="4977" name="Shape 4977"/>
          <p:cNvSpPr/>
          <p:nvPr/>
        </p:nvSpPr>
        <p:spPr>
          <a:xfrm>
            <a:off x="2751181" y="3424314"/>
            <a:ext cx="500063" cy="3214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CCFFFF"/>
          </a:solidFill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75939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9" name="Shape 4979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80" name="Shape 498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81" name="Shape 498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b="1"/>
              <a:t>Singleton</a:t>
            </a:r>
            <a:r>
              <a:rPr sz="2000"/>
              <a:t> design pattern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1">
              <a:defRPr sz="1800"/>
            </a:pPr>
            <a:r>
              <a:rPr sz="2000"/>
              <a:t>Application to </a:t>
            </a:r>
            <a:r>
              <a:rPr sz="2000" b="1"/>
              <a:t>DiceGame</a:t>
            </a:r>
            <a:r>
              <a:rPr sz="2000"/>
              <a:t> and </a:t>
            </a:r>
            <a:r>
              <a:rPr sz="2000" b="1"/>
              <a:t>HighScore</a:t>
            </a:r>
            <a:r>
              <a:rPr sz="2000"/>
              <a:t>.</a:t>
            </a:r>
          </a:p>
        </p:txBody>
      </p:sp>
      <p:sp>
        <p:nvSpPr>
          <p:cNvPr id="4982" name="Shape 4982"/>
          <p:cNvSpPr/>
          <p:nvPr/>
        </p:nvSpPr>
        <p:spPr>
          <a:xfrm>
            <a:off x="2882801" y="1701105"/>
            <a:ext cx="2786808" cy="171106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spcBef>
                <a:spcPts val="753"/>
              </a:spcBef>
              <a:defRPr sz="1800">
                <a:uFillTx/>
              </a:defRPr>
            </a:pPr>
            <a:r>
              <a:rPr sz="1700">
                <a:latin typeface="Tahoma"/>
                <a:ea typeface="Tahoma"/>
                <a:cs typeface="Tahoma"/>
                <a:sym typeface="Tahoma"/>
              </a:rPr>
              <a:t>Singleton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700">
                <a:latin typeface="Tahoma"/>
                <a:ea typeface="Tahoma"/>
                <a:cs typeface="Tahoma"/>
                <a:sym typeface="Tahoma"/>
              </a:rPr>
              <a:t>static uniqueSingleton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700">
                <a:latin typeface="Tahoma"/>
                <a:ea typeface="Tahoma"/>
                <a:cs typeface="Tahoma"/>
                <a:sym typeface="Tahoma"/>
              </a:rPr>
              <a:t>other attributs </a:t>
            </a:r>
            <a:r>
              <a:rPr sz="17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endParaRPr sz="1700">
              <a:latin typeface="Tahoma"/>
              <a:ea typeface="Tahoma"/>
              <a:cs typeface="Tahoma"/>
              <a:sym typeface="Tahoma"/>
            </a:endParaRP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700">
                <a:latin typeface="Tahoma"/>
                <a:ea typeface="Tahoma"/>
                <a:cs typeface="Tahoma"/>
                <a:sym typeface="Tahoma"/>
              </a:rPr>
              <a:t>static instance()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700">
                <a:latin typeface="Tahoma"/>
                <a:ea typeface="Tahoma"/>
                <a:cs typeface="Tahoma"/>
                <a:sym typeface="Tahoma"/>
              </a:rPr>
              <a:t>other operations </a:t>
            </a:r>
            <a:r>
              <a:rPr sz="17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</a:p>
        </p:txBody>
      </p:sp>
      <p:sp>
        <p:nvSpPr>
          <p:cNvPr id="4983" name="Shape 4983"/>
          <p:cNvSpPr/>
          <p:nvPr/>
        </p:nvSpPr>
        <p:spPr>
          <a:xfrm flipV="1">
            <a:off x="2882801" y="1970112"/>
            <a:ext cx="2786808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984" name="Shape 4984"/>
          <p:cNvSpPr/>
          <p:nvPr/>
        </p:nvSpPr>
        <p:spPr>
          <a:xfrm>
            <a:off x="2891111" y="2569852"/>
            <a:ext cx="2770188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4987" name="Group 4987"/>
          <p:cNvGrpSpPr/>
          <p:nvPr/>
        </p:nvGrpSpPr>
        <p:grpSpPr>
          <a:xfrm>
            <a:off x="6672709" y="2302519"/>
            <a:ext cx="2764235" cy="321470"/>
            <a:chOff x="0" y="54"/>
            <a:chExt cx="2948516" cy="457200"/>
          </a:xfrm>
        </p:grpSpPr>
        <p:sp>
          <p:nvSpPr>
            <p:cNvPr id="4985" name="Shape 4985"/>
            <p:cNvSpPr/>
            <p:nvPr/>
          </p:nvSpPr>
          <p:spPr>
            <a:xfrm rot="16200000">
              <a:off x="1244070" y="-1244017"/>
              <a:ext cx="457201" cy="29453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18900" y="21600"/>
                  </a:lnTo>
                  <a:lnTo>
                    <a:pt x="21600" y="189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986" name="Shape 4986"/>
            <p:cNvSpPr/>
            <p:nvPr/>
          </p:nvSpPr>
          <p:spPr>
            <a:xfrm rot="16200000">
              <a:off x="2702333" y="-155929"/>
              <a:ext cx="90201" cy="402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592" y="736"/>
                  </a:lnTo>
                  <a:cubicBezTo>
                    <a:pt x="7752" y="4048"/>
                    <a:pt x="13504" y="4048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  <p:sp>
        <p:nvSpPr>
          <p:cNvPr id="4988" name="Shape 4988"/>
          <p:cNvSpPr/>
          <p:nvPr/>
        </p:nvSpPr>
        <p:spPr>
          <a:xfrm>
            <a:off x="6669732" y="2323951"/>
            <a:ext cx="2770189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>
              <a:defRPr sz="2000"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700"/>
              <a:t>return uniqueSingleton;</a:t>
            </a:r>
          </a:p>
        </p:txBody>
      </p:sp>
      <p:sp>
        <p:nvSpPr>
          <p:cNvPr id="4989" name="Shape 4989"/>
          <p:cNvSpPr/>
          <p:nvPr/>
        </p:nvSpPr>
        <p:spPr>
          <a:xfrm flipV="1">
            <a:off x="4642321" y="2403202"/>
            <a:ext cx="2086448" cy="339998"/>
          </a:xfrm>
          <a:prstGeom prst="line">
            <a:avLst/>
          </a:prstGeom>
          <a:ln>
            <a:solidFill/>
            <a:prstDash val="dash"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499829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1" name="Shape 499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92" name="Shape 49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93" name="Shape 499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Modified class diagram</a:t>
            </a:r>
          </a:p>
        </p:txBody>
      </p:sp>
      <p:pic>
        <p:nvPicPr>
          <p:cNvPr id="4994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128738" y="1883841"/>
            <a:ext cx="7426524" cy="323031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0931827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6" name="Shape 499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997" name="Shape 499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4998" name="Shape 499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b="1"/>
              <a:t>Observer</a:t>
            </a:r>
            <a:r>
              <a:rPr sz="2000"/>
              <a:t> design pattern</a:t>
            </a:r>
          </a:p>
        </p:txBody>
      </p:sp>
      <p:pic>
        <p:nvPicPr>
          <p:cNvPr id="4999" name="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526562" y="1137089"/>
            <a:ext cx="4630876" cy="2337701"/>
          </a:xfrm>
          <a:prstGeom prst="rect">
            <a:avLst/>
          </a:prstGeom>
          <a:ln w="12700">
            <a:miter lim="400000"/>
          </a:ln>
        </p:spPr>
      </p:pic>
      <p:sp>
        <p:nvSpPr>
          <p:cNvPr id="5000" name="Shape 5000"/>
          <p:cNvSpPr/>
          <p:nvPr/>
        </p:nvSpPr>
        <p:spPr>
          <a:xfrm>
            <a:off x="3181945" y="3842031"/>
            <a:ext cx="2000250" cy="915975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spcBef>
                <a:spcPts val="753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Subject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attach(o Observer)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dettach(o Observer)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notify()</a:t>
            </a:r>
          </a:p>
        </p:txBody>
      </p:sp>
      <p:sp>
        <p:nvSpPr>
          <p:cNvPr id="5001" name="Shape 5001"/>
          <p:cNvSpPr/>
          <p:nvPr/>
        </p:nvSpPr>
        <p:spPr>
          <a:xfrm>
            <a:off x="3181945" y="4056343"/>
            <a:ext cx="2000251" cy="1117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02" name="Shape 5002"/>
          <p:cNvSpPr/>
          <p:nvPr/>
        </p:nvSpPr>
        <p:spPr>
          <a:xfrm>
            <a:off x="4110633" y="4645703"/>
            <a:ext cx="142876" cy="107157"/>
          </a:xfrm>
          <a:prstGeom prst="triangle">
            <a:avLst/>
          </a:prstGeom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5003" name="Shape 5003"/>
          <p:cNvSpPr/>
          <p:nvPr/>
        </p:nvSpPr>
        <p:spPr>
          <a:xfrm>
            <a:off x="4182070" y="4752860"/>
            <a:ext cx="0" cy="160735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5006" name="Group 5006"/>
          <p:cNvGrpSpPr/>
          <p:nvPr/>
        </p:nvGrpSpPr>
        <p:grpSpPr>
          <a:xfrm>
            <a:off x="5467945" y="4324234"/>
            <a:ext cx="1500188" cy="375048"/>
            <a:chOff x="0" y="0"/>
            <a:chExt cx="1600200" cy="533400"/>
          </a:xfrm>
        </p:grpSpPr>
        <p:sp>
          <p:nvSpPr>
            <p:cNvPr id="5004" name="Shape 5004"/>
            <p:cNvSpPr/>
            <p:nvPr/>
          </p:nvSpPr>
          <p:spPr>
            <a:xfrm rot="16200000">
              <a:off x="533400" y="-533400"/>
              <a:ext cx="533400" cy="1600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18900" y="21600"/>
                  </a:lnTo>
                  <a:lnTo>
                    <a:pt x="21600" y="189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05" name="Shape 5005"/>
            <p:cNvSpPr/>
            <p:nvPr/>
          </p:nvSpPr>
          <p:spPr>
            <a:xfrm rot="16200000">
              <a:off x="1466850" y="-66675"/>
              <a:ext cx="66675" cy="200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592" y="736"/>
                  </a:lnTo>
                  <a:cubicBezTo>
                    <a:pt x="7752" y="4048"/>
                    <a:pt x="13504" y="4048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  <p:sp>
        <p:nvSpPr>
          <p:cNvPr id="5007" name="Shape 5007"/>
          <p:cNvSpPr/>
          <p:nvPr/>
        </p:nvSpPr>
        <p:spPr>
          <a:xfrm>
            <a:off x="5467945" y="4324234"/>
            <a:ext cx="1643063" cy="446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200">
                <a:latin typeface="Tahoma"/>
                <a:ea typeface="Tahoma"/>
                <a:cs typeface="Tahoma"/>
                <a:sym typeface="Tahoma"/>
              </a:rPr>
              <a:t>for all o in observer</a:t>
            </a:r>
          </a:p>
          <a:p>
            <a:pPr>
              <a:defRPr sz="1800">
                <a:uFillTx/>
              </a:defRPr>
            </a:pPr>
            <a:r>
              <a:rPr sz="1200">
                <a:latin typeface="Tahoma"/>
                <a:ea typeface="Tahoma"/>
                <a:cs typeface="Tahoma"/>
                <a:sym typeface="Tahoma"/>
              </a:rPr>
              <a:t>     o.update()</a:t>
            </a:r>
          </a:p>
        </p:txBody>
      </p:sp>
      <p:sp>
        <p:nvSpPr>
          <p:cNvPr id="5008" name="Shape 5008"/>
          <p:cNvSpPr/>
          <p:nvPr/>
        </p:nvSpPr>
        <p:spPr>
          <a:xfrm>
            <a:off x="3896320" y="4539440"/>
            <a:ext cx="1571625" cy="1"/>
          </a:xfrm>
          <a:prstGeom prst="line">
            <a:avLst/>
          </a:prstGeom>
          <a:ln>
            <a:solidFill/>
            <a:prstDash val="dash"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09" name="Shape 5009"/>
          <p:cNvSpPr/>
          <p:nvPr/>
        </p:nvSpPr>
        <p:spPr>
          <a:xfrm>
            <a:off x="3181945" y="4908012"/>
            <a:ext cx="2000250" cy="915975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spcBef>
                <a:spcPts val="753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ConcreteSubject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getState()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setState()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subjectState</a:t>
            </a:r>
          </a:p>
        </p:txBody>
      </p:sp>
      <p:sp>
        <p:nvSpPr>
          <p:cNvPr id="5010" name="Shape 5010"/>
          <p:cNvSpPr/>
          <p:nvPr/>
        </p:nvSpPr>
        <p:spPr>
          <a:xfrm>
            <a:off x="3181945" y="5122325"/>
            <a:ext cx="2000251" cy="1117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11" name="Shape 5011"/>
          <p:cNvSpPr/>
          <p:nvPr/>
        </p:nvSpPr>
        <p:spPr>
          <a:xfrm>
            <a:off x="3181945" y="5501837"/>
            <a:ext cx="2000251" cy="1117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12" name="Shape 5012"/>
          <p:cNvSpPr/>
          <p:nvPr/>
        </p:nvSpPr>
        <p:spPr>
          <a:xfrm>
            <a:off x="7111008" y="3842031"/>
            <a:ext cx="1500188" cy="490217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spcBef>
                <a:spcPts val="753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Observer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update()</a:t>
            </a:r>
          </a:p>
        </p:txBody>
      </p:sp>
      <p:sp>
        <p:nvSpPr>
          <p:cNvPr id="5013" name="Shape 5013"/>
          <p:cNvSpPr/>
          <p:nvPr/>
        </p:nvSpPr>
        <p:spPr>
          <a:xfrm>
            <a:off x="7111009" y="4056343"/>
            <a:ext cx="1500188" cy="1117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14" name="Shape 5014"/>
          <p:cNvSpPr/>
          <p:nvPr/>
        </p:nvSpPr>
        <p:spPr>
          <a:xfrm>
            <a:off x="7837289" y="4270656"/>
            <a:ext cx="107156" cy="107157"/>
          </a:xfrm>
          <a:prstGeom prst="triangle">
            <a:avLst/>
          </a:prstGeom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5015" name="Shape 5015"/>
          <p:cNvSpPr/>
          <p:nvPr/>
        </p:nvSpPr>
        <p:spPr>
          <a:xfrm>
            <a:off x="7896820" y="4377813"/>
            <a:ext cx="0" cy="535782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16" name="Shape 5016"/>
          <p:cNvSpPr/>
          <p:nvPr/>
        </p:nvSpPr>
        <p:spPr>
          <a:xfrm>
            <a:off x="7039570" y="4913594"/>
            <a:ext cx="1785938" cy="703096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spcBef>
                <a:spcPts val="753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ConcreteObserver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update()</a:t>
            </a:r>
          </a:p>
          <a:p>
            <a:pPr>
              <a:spcBef>
                <a:spcPts val="84"/>
              </a:spcBef>
              <a:defRPr sz="1800">
                <a:uFillTx/>
              </a:defRPr>
            </a:pPr>
            <a:r>
              <a:rPr sz="1300">
                <a:latin typeface="Tahoma"/>
                <a:ea typeface="Tahoma"/>
                <a:cs typeface="Tahoma"/>
                <a:sym typeface="Tahoma"/>
              </a:rPr>
              <a:t>observerState</a:t>
            </a:r>
          </a:p>
        </p:txBody>
      </p:sp>
      <p:sp>
        <p:nvSpPr>
          <p:cNvPr id="5017" name="Shape 5017"/>
          <p:cNvSpPr/>
          <p:nvPr/>
        </p:nvSpPr>
        <p:spPr>
          <a:xfrm>
            <a:off x="7039571" y="5127907"/>
            <a:ext cx="1785938" cy="1117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18" name="Shape 5018"/>
          <p:cNvSpPr/>
          <p:nvPr/>
        </p:nvSpPr>
        <p:spPr>
          <a:xfrm>
            <a:off x="5182195" y="5235063"/>
            <a:ext cx="1857375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19" name="Shape 5019"/>
          <p:cNvSpPr/>
          <p:nvPr/>
        </p:nvSpPr>
        <p:spPr>
          <a:xfrm>
            <a:off x="5182195" y="4163500"/>
            <a:ext cx="1928813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20" name="Shape 5020"/>
          <p:cNvSpPr/>
          <p:nvPr/>
        </p:nvSpPr>
        <p:spPr>
          <a:xfrm>
            <a:off x="5325070" y="3949188"/>
            <a:ext cx="665969" cy="26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1400">
                <a:solidFill>
                  <a:srgbClr val="003366"/>
                </a:solidFill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/>
              <a:t>observer</a:t>
            </a:r>
          </a:p>
        </p:txBody>
      </p:sp>
      <p:sp>
        <p:nvSpPr>
          <p:cNvPr id="5021" name="Shape 5021"/>
          <p:cNvSpPr/>
          <p:nvPr/>
        </p:nvSpPr>
        <p:spPr>
          <a:xfrm>
            <a:off x="7039571" y="5341103"/>
            <a:ext cx="1785938" cy="1117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5024" name="Group 5024"/>
          <p:cNvGrpSpPr/>
          <p:nvPr/>
        </p:nvGrpSpPr>
        <p:grpSpPr>
          <a:xfrm>
            <a:off x="7371457" y="6048780"/>
            <a:ext cx="1571626" cy="375048"/>
            <a:chOff x="0" y="0"/>
            <a:chExt cx="1676400" cy="533400"/>
          </a:xfrm>
        </p:grpSpPr>
        <p:sp>
          <p:nvSpPr>
            <p:cNvPr id="5022" name="Shape 5022"/>
            <p:cNvSpPr/>
            <p:nvPr/>
          </p:nvSpPr>
          <p:spPr>
            <a:xfrm rot="16200000">
              <a:off x="571500" y="-571500"/>
              <a:ext cx="533400" cy="1676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18900" y="21600"/>
                  </a:lnTo>
                  <a:lnTo>
                    <a:pt x="21600" y="189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23" name="Shape 5023"/>
            <p:cNvSpPr/>
            <p:nvPr/>
          </p:nvSpPr>
          <p:spPr>
            <a:xfrm rot="16200000">
              <a:off x="1538287" y="-71438"/>
              <a:ext cx="66676" cy="2095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592" y="736"/>
                  </a:lnTo>
                  <a:cubicBezTo>
                    <a:pt x="7752" y="4048"/>
                    <a:pt x="13504" y="4048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  <p:sp>
        <p:nvSpPr>
          <p:cNvPr id="5025" name="Shape 5025"/>
          <p:cNvSpPr/>
          <p:nvPr/>
        </p:nvSpPr>
        <p:spPr>
          <a:xfrm>
            <a:off x="7300020" y="6048780"/>
            <a:ext cx="1714501" cy="446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200">
                <a:latin typeface="Tahoma"/>
                <a:ea typeface="Tahoma"/>
                <a:cs typeface="Tahoma"/>
                <a:sym typeface="Tahoma"/>
              </a:rPr>
              <a:t>observerState=</a:t>
            </a:r>
          </a:p>
          <a:p>
            <a:pPr>
              <a:defRPr sz="1800">
                <a:uFillTx/>
              </a:defRPr>
            </a:pPr>
            <a:r>
              <a:rPr sz="1200">
                <a:latin typeface="Tahoma"/>
                <a:ea typeface="Tahoma"/>
                <a:cs typeface="Tahoma"/>
                <a:sym typeface="Tahoma"/>
              </a:rPr>
              <a:t>    subject.getState()</a:t>
            </a:r>
          </a:p>
        </p:txBody>
      </p:sp>
      <p:sp>
        <p:nvSpPr>
          <p:cNvPr id="5026" name="Shape 5026"/>
          <p:cNvSpPr/>
          <p:nvPr/>
        </p:nvSpPr>
        <p:spPr>
          <a:xfrm>
            <a:off x="7825382" y="5235063"/>
            <a:ext cx="555130" cy="834926"/>
          </a:xfrm>
          <a:prstGeom prst="line">
            <a:avLst/>
          </a:prstGeom>
          <a:ln>
            <a:solidFill/>
            <a:prstDash val="dash"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5029" name="Group 5029"/>
          <p:cNvGrpSpPr/>
          <p:nvPr/>
        </p:nvGrpSpPr>
        <p:grpSpPr>
          <a:xfrm>
            <a:off x="5396508" y="5449375"/>
            <a:ext cx="1571625" cy="267891"/>
            <a:chOff x="0" y="0"/>
            <a:chExt cx="1676400" cy="381000"/>
          </a:xfrm>
        </p:grpSpPr>
        <p:sp>
          <p:nvSpPr>
            <p:cNvPr id="5027" name="Shape 5027"/>
            <p:cNvSpPr/>
            <p:nvPr/>
          </p:nvSpPr>
          <p:spPr>
            <a:xfrm rot="16200000">
              <a:off x="647700" y="-647700"/>
              <a:ext cx="381000" cy="1676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18900" y="21600"/>
                  </a:lnTo>
                  <a:lnTo>
                    <a:pt x="21600" y="189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28" name="Shape 5028"/>
            <p:cNvSpPr/>
            <p:nvPr/>
          </p:nvSpPr>
          <p:spPr>
            <a:xfrm rot="16200000">
              <a:off x="1547812" y="-80963"/>
              <a:ext cx="47626" cy="2095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592" y="736"/>
                  </a:lnTo>
                  <a:cubicBezTo>
                    <a:pt x="7752" y="4048"/>
                    <a:pt x="13504" y="4048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  <p:sp>
        <p:nvSpPr>
          <p:cNvPr id="5030" name="Shape 5030"/>
          <p:cNvSpPr/>
          <p:nvPr/>
        </p:nvSpPr>
        <p:spPr>
          <a:xfrm>
            <a:off x="5396508" y="5449375"/>
            <a:ext cx="1714500" cy="26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>
              <a:defRPr sz="1400"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200"/>
              <a:t>return subjectState;</a:t>
            </a:r>
          </a:p>
        </p:txBody>
      </p:sp>
      <p:sp>
        <p:nvSpPr>
          <p:cNvPr id="5031" name="Shape 5031"/>
          <p:cNvSpPr/>
          <p:nvPr/>
        </p:nvSpPr>
        <p:spPr>
          <a:xfrm>
            <a:off x="4110633" y="5288641"/>
            <a:ext cx="1285876" cy="321469"/>
          </a:xfrm>
          <a:prstGeom prst="line">
            <a:avLst/>
          </a:prstGeom>
          <a:ln>
            <a:solidFill/>
            <a:prstDash val="dash"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32" name="Shape 5032"/>
          <p:cNvSpPr/>
          <p:nvPr/>
        </p:nvSpPr>
        <p:spPr>
          <a:xfrm>
            <a:off x="6231433" y="5020750"/>
            <a:ext cx="564594" cy="26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1400">
                <a:solidFill>
                  <a:srgbClr val="003366"/>
                </a:solidFill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/>
              <a:t>subject</a:t>
            </a:r>
          </a:p>
        </p:txBody>
      </p:sp>
    </p:spTree>
    <p:extLst>
      <p:ext uri="{BB962C8B-B14F-4D97-AF65-F5344CB8AC3E}">
        <p14:creationId xmlns:p14="http://schemas.microsoft.com/office/powerpoint/2010/main" val="57235938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4" name="Shape 5034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035" name="Shape 50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5036" name="Shape 503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Application of </a:t>
            </a:r>
            <a:r>
              <a:rPr sz="2000" b="1"/>
              <a:t>Observer</a:t>
            </a:r>
            <a:r>
              <a:rPr sz="2000"/>
              <a:t> design pattern to improve the class diagram</a:t>
            </a:r>
          </a:p>
          <a:p>
            <a:pPr lvl="1">
              <a:defRPr sz="1800"/>
            </a:pPr>
            <a:r>
              <a:rPr sz="2000"/>
              <a:t>Decouple the graphical views and objects for the dice and players</a:t>
            </a:r>
          </a:p>
          <a:p>
            <a:pPr lvl="1">
              <a:defRPr sz="1800"/>
            </a:pPr>
            <a:r>
              <a:rPr sz="2000"/>
              <a:t>Application of </a:t>
            </a:r>
            <a:r>
              <a:rPr sz="2000" b="1"/>
              <a:t>Observer</a:t>
            </a:r>
            <a:r>
              <a:rPr sz="2000"/>
              <a:t> pattern</a:t>
            </a:r>
          </a:p>
          <a:p>
            <a:pPr lvl="2">
              <a:defRPr sz="1800"/>
            </a:pPr>
            <a:r>
              <a:rPr b="1"/>
              <a:t>Die</a:t>
            </a:r>
            <a:r>
              <a:rPr/>
              <a:t> and </a:t>
            </a:r>
            <a:r>
              <a:rPr b="1"/>
              <a:t>Player</a:t>
            </a:r>
            <a:r>
              <a:rPr/>
              <a:t> classes are </a:t>
            </a:r>
            <a:r>
              <a:rPr b="1"/>
              <a:t>ConcreteSubject</a:t>
            </a:r>
            <a:r>
              <a:rPr/>
              <a:t> class</a:t>
            </a:r>
          </a:p>
          <a:p>
            <a:pPr lvl="2">
              <a:defRPr sz="1800"/>
            </a:pPr>
            <a:r>
              <a:rPr/>
              <a:t>Introduce </a:t>
            </a:r>
            <a:r>
              <a:rPr b="1"/>
              <a:t>DieView</a:t>
            </a:r>
            <a:r>
              <a:rPr/>
              <a:t> et </a:t>
            </a:r>
            <a:r>
              <a:rPr b="1"/>
              <a:t>PlayerView</a:t>
            </a:r>
            <a:r>
              <a:rPr/>
              <a:t> as </a:t>
            </a:r>
            <a:r>
              <a:rPr b="1"/>
              <a:t>ConcreteObserver</a:t>
            </a:r>
            <a:r>
              <a:rPr/>
              <a:t> classes</a:t>
            </a:r>
          </a:p>
        </p:txBody>
      </p:sp>
      <p:pic>
        <p:nvPicPr>
          <p:cNvPr id="5037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450455" y="3416722"/>
            <a:ext cx="7291091" cy="261974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9514965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9" name="Shape 5039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040" name="Shape 504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5041" name="Shape 504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User view are instances of </a:t>
            </a:r>
            <a:r>
              <a:rPr sz="2000" i="1"/>
              <a:t>javax.swing.JPanel.java</a:t>
            </a:r>
          </a:p>
        </p:txBody>
      </p:sp>
      <p:grpSp>
        <p:nvGrpSpPr>
          <p:cNvPr id="5210" name="Group 5210"/>
          <p:cNvGrpSpPr/>
          <p:nvPr/>
        </p:nvGrpSpPr>
        <p:grpSpPr>
          <a:xfrm>
            <a:off x="2736701" y="1752128"/>
            <a:ext cx="6210600" cy="3493742"/>
            <a:chOff x="0" y="0"/>
            <a:chExt cx="6624638" cy="4968876"/>
          </a:xfrm>
        </p:grpSpPr>
        <p:sp>
          <p:nvSpPr>
            <p:cNvPr id="5042" name="Shape 5042"/>
            <p:cNvSpPr/>
            <p:nvPr/>
          </p:nvSpPr>
          <p:spPr>
            <a:xfrm>
              <a:off x="0" y="1741099"/>
              <a:ext cx="832889" cy="45378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43" name="Shape 5043"/>
            <p:cNvSpPr/>
            <p:nvPr/>
          </p:nvSpPr>
          <p:spPr>
            <a:xfrm>
              <a:off x="0" y="1741099"/>
              <a:ext cx="832889" cy="453789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44" name="Shape 5044"/>
            <p:cNvSpPr/>
            <p:nvPr/>
          </p:nvSpPr>
          <p:spPr>
            <a:xfrm>
              <a:off x="13465" y="1756289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045" name="Shape 5045"/>
            <p:cNvSpPr/>
            <p:nvPr/>
          </p:nvSpPr>
          <p:spPr>
            <a:xfrm>
              <a:off x="82711" y="1756289"/>
              <a:ext cx="17440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play</a:t>
              </a:r>
            </a:p>
          </p:txBody>
        </p:sp>
        <p:sp>
          <p:nvSpPr>
            <p:cNvPr id="5046" name="Shape 5046"/>
            <p:cNvSpPr/>
            <p:nvPr/>
          </p:nvSpPr>
          <p:spPr>
            <a:xfrm>
              <a:off x="301994" y="1756289"/>
              <a:ext cx="6497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()</a:t>
              </a:r>
            </a:p>
          </p:txBody>
        </p:sp>
        <p:sp>
          <p:nvSpPr>
            <p:cNvPr id="5047" name="Shape 5047"/>
            <p:cNvSpPr/>
            <p:nvPr/>
          </p:nvSpPr>
          <p:spPr>
            <a:xfrm>
              <a:off x="13465" y="1896792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048" name="Shape 5048"/>
            <p:cNvSpPr/>
            <p:nvPr/>
          </p:nvSpPr>
          <p:spPr>
            <a:xfrm>
              <a:off x="82711" y="1896792"/>
              <a:ext cx="27015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Player</a:t>
              </a:r>
            </a:p>
          </p:txBody>
        </p:sp>
        <p:sp>
          <p:nvSpPr>
            <p:cNvPr id="5049" name="Shape 5049"/>
            <p:cNvSpPr/>
            <p:nvPr/>
          </p:nvSpPr>
          <p:spPr>
            <a:xfrm>
              <a:off x="423176" y="1896792"/>
              <a:ext cx="6497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()</a:t>
              </a:r>
            </a:p>
          </p:txBody>
        </p:sp>
        <p:sp>
          <p:nvSpPr>
            <p:cNvPr id="5050" name="Shape 5050"/>
            <p:cNvSpPr/>
            <p:nvPr/>
          </p:nvSpPr>
          <p:spPr>
            <a:xfrm>
              <a:off x="13465" y="2039194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051" name="Shape 5051"/>
            <p:cNvSpPr/>
            <p:nvPr/>
          </p:nvSpPr>
          <p:spPr>
            <a:xfrm>
              <a:off x="82711" y="2039194"/>
              <a:ext cx="29580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display</a:t>
              </a:r>
            </a:p>
          </p:txBody>
        </p:sp>
        <p:sp>
          <p:nvSpPr>
            <p:cNvPr id="5052" name="Shape 5052"/>
            <p:cNvSpPr/>
            <p:nvPr/>
          </p:nvSpPr>
          <p:spPr>
            <a:xfrm>
              <a:off x="455876" y="2039194"/>
              <a:ext cx="6497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()</a:t>
              </a:r>
            </a:p>
          </p:txBody>
        </p:sp>
        <p:sp>
          <p:nvSpPr>
            <p:cNvPr id="5053" name="Shape 5053"/>
            <p:cNvSpPr/>
            <p:nvPr/>
          </p:nvSpPr>
          <p:spPr>
            <a:xfrm>
              <a:off x="0" y="1429714"/>
              <a:ext cx="832889" cy="3113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54" name="Shape 5054"/>
            <p:cNvSpPr/>
            <p:nvPr/>
          </p:nvSpPr>
          <p:spPr>
            <a:xfrm>
              <a:off x="0" y="1429714"/>
              <a:ext cx="832889" cy="311386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55" name="Shape 5055"/>
            <p:cNvSpPr/>
            <p:nvPr/>
          </p:nvSpPr>
          <p:spPr>
            <a:xfrm>
              <a:off x="13465" y="1443005"/>
              <a:ext cx="3248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-</a:t>
              </a:r>
            </a:p>
          </p:txBody>
        </p:sp>
        <p:sp>
          <p:nvSpPr>
            <p:cNvPr id="5056" name="Shape 5056"/>
            <p:cNvSpPr/>
            <p:nvPr/>
          </p:nvSpPr>
          <p:spPr>
            <a:xfrm>
              <a:off x="53858" y="1443005"/>
              <a:ext cx="239381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name</a:t>
              </a:r>
            </a:p>
          </p:txBody>
        </p:sp>
        <p:sp>
          <p:nvSpPr>
            <p:cNvPr id="5057" name="Shape 5057"/>
            <p:cNvSpPr/>
            <p:nvPr/>
          </p:nvSpPr>
          <p:spPr>
            <a:xfrm>
              <a:off x="13465" y="1585408"/>
              <a:ext cx="3248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-</a:t>
              </a:r>
            </a:p>
          </p:txBody>
        </p:sp>
        <p:sp>
          <p:nvSpPr>
            <p:cNvPr id="5058" name="Shape 5058"/>
            <p:cNvSpPr/>
            <p:nvPr/>
          </p:nvSpPr>
          <p:spPr>
            <a:xfrm>
              <a:off x="53858" y="1585408"/>
              <a:ext cx="261611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score </a:t>
              </a:r>
            </a:p>
          </p:txBody>
        </p:sp>
        <p:sp>
          <p:nvSpPr>
            <p:cNvPr id="5059" name="Shape 5059"/>
            <p:cNvSpPr/>
            <p:nvPr/>
          </p:nvSpPr>
          <p:spPr>
            <a:xfrm>
              <a:off x="378935" y="1585408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: </a:t>
              </a:r>
            </a:p>
          </p:txBody>
        </p:sp>
        <p:sp>
          <p:nvSpPr>
            <p:cNvPr id="5060" name="Shape 5060"/>
            <p:cNvSpPr/>
            <p:nvPr/>
          </p:nvSpPr>
          <p:spPr>
            <a:xfrm>
              <a:off x="444335" y="1585408"/>
              <a:ext cx="128241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int </a:t>
              </a:r>
            </a:p>
          </p:txBody>
        </p:sp>
        <p:sp>
          <p:nvSpPr>
            <p:cNvPr id="5061" name="Shape 5061"/>
            <p:cNvSpPr/>
            <p:nvPr/>
          </p:nvSpPr>
          <p:spPr>
            <a:xfrm>
              <a:off x="605912" y="1585408"/>
              <a:ext cx="8378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= </a:t>
              </a:r>
            </a:p>
          </p:txBody>
        </p:sp>
        <p:sp>
          <p:nvSpPr>
            <p:cNvPr id="5062" name="Shape 5062"/>
            <p:cNvSpPr/>
            <p:nvPr/>
          </p:nvSpPr>
          <p:spPr>
            <a:xfrm>
              <a:off x="707859" y="1585408"/>
              <a:ext cx="5300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0</a:t>
              </a:r>
            </a:p>
          </p:txBody>
        </p:sp>
        <p:sp>
          <p:nvSpPr>
            <p:cNvPr id="5063" name="Shape 5063"/>
            <p:cNvSpPr/>
            <p:nvPr/>
          </p:nvSpPr>
          <p:spPr>
            <a:xfrm>
              <a:off x="0" y="1217061"/>
              <a:ext cx="832889" cy="21265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64" name="Shape 5064"/>
            <p:cNvSpPr/>
            <p:nvPr/>
          </p:nvSpPr>
          <p:spPr>
            <a:xfrm>
              <a:off x="0" y="1217061"/>
              <a:ext cx="832889" cy="212654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65" name="Shape 5065"/>
            <p:cNvSpPr/>
            <p:nvPr/>
          </p:nvSpPr>
          <p:spPr>
            <a:xfrm>
              <a:off x="236594" y="1247441"/>
              <a:ext cx="27015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b="1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700"/>
                <a:t>Player</a:t>
              </a:r>
            </a:p>
          </p:txBody>
        </p:sp>
        <p:sp>
          <p:nvSpPr>
            <p:cNvPr id="5066" name="Shape 5066"/>
            <p:cNvSpPr/>
            <p:nvPr/>
          </p:nvSpPr>
          <p:spPr>
            <a:xfrm>
              <a:off x="1892753" y="1615786"/>
              <a:ext cx="1073331" cy="45188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67" name="Shape 5067"/>
            <p:cNvSpPr/>
            <p:nvPr/>
          </p:nvSpPr>
          <p:spPr>
            <a:xfrm>
              <a:off x="1892753" y="1615786"/>
              <a:ext cx="1073331" cy="451889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68" name="Shape 5068"/>
            <p:cNvSpPr/>
            <p:nvPr/>
          </p:nvSpPr>
          <p:spPr>
            <a:xfrm>
              <a:off x="1906218" y="1629077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069" name="Shape 5069"/>
            <p:cNvSpPr/>
            <p:nvPr/>
          </p:nvSpPr>
          <p:spPr>
            <a:xfrm>
              <a:off x="1975465" y="1629077"/>
              <a:ext cx="17440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rolls</a:t>
              </a:r>
            </a:p>
          </p:txBody>
        </p:sp>
        <p:sp>
          <p:nvSpPr>
            <p:cNvPr id="5070" name="Shape 5070"/>
            <p:cNvSpPr/>
            <p:nvPr/>
          </p:nvSpPr>
          <p:spPr>
            <a:xfrm>
              <a:off x="2196671" y="1629077"/>
              <a:ext cx="6497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()</a:t>
              </a:r>
            </a:p>
          </p:txBody>
        </p:sp>
        <p:sp>
          <p:nvSpPr>
            <p:cNvPr id="5071" name="Shape 5071"/>
            <p:cNvSpPr/>
            <p:nvPr/>
          </p:nvSpPr>
          <p:spPr>
            <a:xfrm>
              <a:off x="1906218" y="1769580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072" name="Shape 5072"/>
            <p:cNvSpPr/>
            <p:nvPr/>
          </p:nvSpPr>
          <p:spPr>
            <a:xfrm>
              <a:off x="1975465" y="1769580"/>
              <a:ext cx="141920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Die</a:t>
              </a:r>
            </a:p>
          </p:txBody>
        </p:sp>
        <p:sp>
          <p:nvSpPr>
            <p:cNvPr id="5073" name="Shape 5073"/>
            <p:cNvSpPr/>
            <p:nvPr/>
          </p:nvSpPr>
          <p:spPr>
            <a:xfrm>
              <a:off x="2156277" y="1769580"/>
              <a:ext cx="6497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()</a:t>
              </a:r>
            </a:p>
          </p:txBody>
        </p:sp>
        <p:sp>
          <p:nvSpPr>
            <p:cNvPr id="5074" name="Shape 5074"/>
            <p:cNvSpPr/>
            <p:nvPr/>
          </p:nvSpPr>
          <p:spPr>
            <a:xfrm>
              <a:off x="1906218" y="1911982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075" name="Shape 5075"/>
            <p:cNvSpPr/>
            <p:nvPr/>
          </p:nvSpPr>
          <p:spPr>
            <a:xfrm>
              <a:off x="1975465" y="1911982"/>
              <a:ext cx="29580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display</a:t>
              </a:r>
            </a:p>
          </p:txBody>
        </p:sp>
        <p:sp>
          <p:nvSpPr>
            <p:cNvPr id="5076" name="Shape 5076"/>
            <p:cNvSpPr/>
            <p:nvPr/>
          </p:nvSpPr>
          <p:spPr>
            <a:xfrm>
              <a:off x="2348630" y="1911982"/>
              <a:ext cx="6497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()</a:t>
              </a:r>
            </a:p>
          </p:txBody>
        </p:sp>
        <p:sp>
          <p:nvSpPr>
            <p:cNvPr id="5077" name="Shape 5077"/>
            <p:cNvSpPr/>
            <p:nvPr/>
          </p:nvSpPr>
          <p:spPr>
            <a:xfrm>
              <a:off x="1892753" y="1429714"/>
              <a:ext cx="1073331" cy="18607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78" name="Shape 5078"/>
            <p:cNvSpPr/>
            <p:nvPr/>
          </p:nvSpPr>
          <p:spPr>
            <a:xfrm>
              <a:off x="1892753" y="1429714"/>
              <a:ext cx="1073331" cy="186073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79" name="Shape 5079"/>
            <p:cNvSpPr/>
            <p:nvPr/>
          </p:nvSpPr>
          <p:spPr>
            <a:xfrm>
              <a:off x="1906218" y="1443005"/>
              <a:ext cx="3248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-</a:t>
              </a:r>
            </a:p>
          </p:txBody>
        </p:sp>
        <p:sp>
          <p:nvSpPr>
            <p:cNvPr id="5080" name="Shape 5080"/>
            <p:cNvSpPr/>
            <p:nvPr/>
          </p:nvSpPr>
          <p:spPr>
            <a:xfrm>
              <a:off x="1946612" y="1443005"/>
              <a:ext cx="45140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faceValue </a:t>
              </a:r>
            </a:p>
          </p:txBody>
        </p:sp>
        <p:sp>
          <p:nvSpPr>
            <p:cNvPr id="5081" name="Shape 5081"/>
            <p:cNvSpPr/>
            <p:nvPr/>
          </p:nvSpPr>
          <p:spPr>
            <a:xfrm>
              <a:off x="2512130" y="1443005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: </a:t>
              </a:r>
            </a:p>
          </p:txBody>
        </p:sp>
        <p:sp>
          <p:nvSpPr>
            <p:cNvPr id="5082" name="Shape 5082"/>
            <p:cNvSpPr/>
            <p:nvPr/>
          </p:nvSpPr>
          <p:spPr>
            <a:xfrm>
              <a:off x="2577530" y="1443005"/>
              <a:ext cx="128241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int </a:t>
              </a:r>
            </a:p>
          </p:txBody>
        </p:sp>
        <p:sp>
          <p:nvSpPr>
            <p:cNvPr id="5083" name="Shape 5083"/>
            <p:cNvSpPr/>
            <p:nvPr/>
          </p:nvSpPr>
          <p:spPr>
            <a:xfrm>
              <a:off x="2737183" y="1443005"/>
              <a:ext cx="8378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= </a:t>
              </a:r>
            </a:p>
          </p:txBody>
        </p:sp>
        <p:sp>
          <p:nvSpPr>
            <p:cNvPr id="5084" name="Shape 5084"/>
            <p:cNvSpPr/>
            <p:nvPr/>
          </p:nvSpPr>
          <p:spPr>
            <a:xfrm>
              <a:off x="2839130" y="1443005"/>
              <a:ext cx="5300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1</a:t>
              </a:r>
            </a:p>
          </p:txBody>
        </p:sp>
        <p:sp>
          <p:nvSpPr>
            <p:cNvPr id="5085" name="Shape 5085"/>
            <p:cNvSpPr/>
            <p:nvPr/>
          </p:nvSpPr>
          <p:spPr>
            <a:xfrm>
              <a:off x="1892753" y="1217061"/>
              <a:ext cx="1073331" cy="21265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86" name="Shape 5086"/>
            <p:cNvSpPr/>
            <p:nvPr/>
          </p:nvSpPr>
          <p:spPr>
            <a:xfrm>
              <a:off x="1892753" y="1217061"/>
              <a:ext cx="1073331" cy="212654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87" name="Shape 5087"/>
            <p:cNvSpPr/>
            <p:nvPr/>
          </p:nvSpPr>
          <p:spPr>
            <a:xfrm>
              <a:off x="2335165" y="1247441"/>
              <a:ext cx="141920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b="1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700"/>
                <a:t>Die</a:t>
              </a:r>
            </a:p>
          </p:txBody>
        </p:sp>
        <p:sp>
          <p:nvSpPr>
            <p:cNvPr id="5088" name="Shape 5088"/>
            <p:cNvSpPr/>
            <p:nvPr/>
          </p:nvSpPr>
          <p:spPr>
            <a:xfrm>
              <a:off x="819423" y="396826"/>
              <a:ext cx="1286843" cy="45378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89" name="Shape 5089"/>
            <p:cNvSpPr/>
            <p:nvPr/>
          </p:nvSpPr>
          <p:spPr>
            <a:xfrm>
              <a:off x="819423" y="396826"/>
              <a:ext cx="1286843" cy="453788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90" name="Shape 5090"/>
            <p:cNvSpPr/>
            <p:nvPr/>
          </p:nvSpPr>
          <p:spPr>
            <a:xfrm>
              <a:off x="834811" y="412016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091" name="Shape 5091"/>
            <p:cNvSpPr/>
            <p:nvPr/>
          </p:nvSpPr>
          <p:spPr>
            <a:xfrm>
              <a:off x="904059" y="412016"/>
              <a:ext cx="70446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notifyObserrvers</a:t>
              </a:r>
            </a:p>
          </p:txBody>
        </p:sp>
        <p:sp>
          <p:nvSpPr>
            <p:cNvPr id="5092" name="Shape 5092"/>
            <p:cNvSpPr/>
            <p:nvPr/>
          </p:nvSpPr>
          <p:spPr>
            <a:xfrm>
              <a:off x="1781188" y="412016"/>
              <a:ext cx="6497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()</a:t>
              </a:r>
            </a:p>
          </p:txBody>
        </p:sp>
        <p:sp>
          <p:nvSpPr>
            <p:cNvPr id="5093" name="Shape 5093"/>
            <p:cNvSpPr/>
            <p:nvPr/>
          </p:nvSpPr>
          <p:spPr>
            <a:xfrm>
              <a:off x="834811" y="552519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094" name="Shape 5094"/>
            <p:cNvSpPr/>
            <p:nvPr/>
          </p:nvSpPr>
          <p:spPr>
            <a:xfrm>
              <a:off x="904059" y="552519"/>
              <a:ext cx="55399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addObserver</a:t>
              </a:r>
            </a:p>
          </p:txBody>
        </p:sp>
        <p:sp>
          <p:nvSpPr>
            <p:cNvPr id="5095" name="Shape 5095"/>
            <p:cNvSpPr/>
            <p:nvPr/>
          </p:nvSpPr>
          <p:spPr>
            <a:xfrm>
              <a:off x="1594606" y="552519"/>
              <a:ext cx="6497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()</a:t>
              </a:r>
            </a:p>
          </p:txBody>
        </p:sp>
        <p:sp>
          <p:nvSpPr>
            <p:cNvPr id="5096" name="Shape 5096"/>
            <p:cNvSpPr/>
            <p:nvPr/>
          </p:nvSpPr>
          <p:spPr>
            <a:xfrm>
              <a:off x="834811" y="693022"/>
              <a:ext cx="20347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+...()</a:t>
              </a:r>
            </a:p>
          </p:txBody>
        </p:sp>
        <p:sp>
          <p:nvSpPr>
            <p:cNvPr id="5097" name="Shape 5097"/>
            <p:cNvSpPr/>
            <p:nvPr/>
          </p:nvSpPr>
          <p:spPr>
            <a:xfrm>
              <a:off x="819423" y="212653"/>
              <a:ext cx="1286843" cy="18417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98" name="Shape 5098"/>
            <p:cNvSpPr/>
            <p:nvPr/>
          </p:nvSpPr>
          <p:spPr>
            <a:xfrm>
              <a:off x="819423" y="212653"/>
              <a:ext cx="1286843" cy="184174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099" name="Shape 5099"/>
            <p:cNvSpPr/>
            <p:nvPr/>
          </p:nvSpPr>
          <p:spPr>
            <a:xfrm>
              <a:off x="834811" y="225944"/>
              <a:ext cx="3248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-</a:t>
              </a:r>
            </a:p>
          </p:txBody>
        </p:sp>
        <p:sp>
          <p:nvSpPr>
            <p:cNvPr id="5100" name="Shape 5100"/>
            <p:cNvSpPr/>
            <p:nvPr/>
          </p:nvSpPr>
          <p:spPr>
            <a:xfrm>
              <a:off x="873282" y="225944"/>
              <a:ext cx="393270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changed </a:t>
              </a:r>
            </a:p>
          </p:txBody>
        </p:sp>
        <p:sp>
          <p:nvSpPr>
            <p:cNvPr id="5101" name="Shape 5101"/>
            <p:cNvSpPr/>
            <p:nvPr/>
          </p:nvSpPr>
          <p:spPr>
            <a:xfrm>
              <a:off x="1365706" y="225944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: </a:t>
              </a:r>
            </a:p>
          </p:txBody>
        </p:sp>
        <p:sp>
          <p:nvSpPr>
            <p:cNvPr id="5102" name="Shape 5102"/>
            <p:cNvSpPr/>
            <p:nvPr/>
          </p:nvSpPr>
          <p:spPr>
            <a:xfrm>
              <a:off x="1431106" y="225944"/>
              <a:ext cx="20689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bool </a:t>
              </a:r>
            </a:p>
          </p:txBody>
        </p:sp>
        <p:sp>
          <p:nvSpPr>
            <p:cNvPr id="5103" name="Shape 5103"/>
            <p:cNvSpPr/>
            <p:nvPr/>
          </p:nvSpPr>
          <p:spPr>
            <a:xfrm>
              <a:off x="1692706" y="225944"/>
              <a:ext cx="8378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= </a:t>
              </a:r>
            </a:p>
          </p:txBody>
        </p:sp>
        <p:sp>
          <p:nvSpPr>
            <p:cNvPr id="5104" name="Shape 5104"/>
            <p:cNvSpPr/>
            <p:nvPr/>
          </p:nvSpPr>
          <p:spPr>
            <a:xfrm>
              <a:off x="1794653" y="225944"/>
              <a:ext cx="201764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false</a:t>
              </a:r>
            </a:p>
          </p:txBody>
        </p:sp>
        <p:sp>
          <p:nvSpPr>
            <p:cNvPr id="5105" name="Shape 5105"/>
            <p:cNvSpPr/>
            <p:nvPr/>
          </p:nvSpPr>
          <p:spPr>
            <a:xfrm>
              <a:off x="819423" y="0"/>
              <a:ext cx="1286843" cy="21265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06" name="Shape 5106"/>
            <p:cNvSpPr/>
            <p:nvPr/>
          </p:nvSpPr>
          <p:spPr>
            <a:xfrm>
              <a:off x="819423" y="0"/>
              <a:ext cx="1286843" cy="212654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07" name="Shape 5107"/>
            <p:cNvSpPr/>
            <p:nvPr/>
          </p:nvSpPr>
          <p:spPr>
            <a:xfrm>
              <a:off x="1136806" y="30379"/>
              <a:ext cx="489023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b="1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700"/>
                <a:t>Observable</a:t>
              </a:r>
            </a:p>
          </p:txBody>
        </p:sp>
        <p:sp>
          <p:nvSpPr>
            <p:cNvPr id="5108" name="Shape 5108"/>
            <p:cNvSpPr/>
            <p:nvPr/>
          </p:nvSpPr>
          <p:spPr>
            <a:xfrm flipH="1">
              <a:off x="415482" y="909473"/>
              <a:ext cx="605913" cy="307589"/>
            </a:xfrm>
            <a:prstGeom prst="line">
              <a:avLst/>
            </a:prstGeom>
            <a:noFill/>
            <a:ln w="4763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09" name="Shape 5109"/>
            <p:cNvSpPr/>
            <p:nvPr/>
          </p:nvSpPr>
          <p:spPr>
            <a:xfrm>
              <a:off x="982923" y="837322"/>
              <a:ext cx="157731" cy="146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0537" y="21600"/>
                  </a:lnTo>
                  <a:lnTo>
                    <a:pt x="21600" y="1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10" name="Shape 5110"/>
            <p:cNvSpPr/>
            <p:nvPr/>
          </p:nvSpPr>
          <p:spPr>
            <a:xfrm>
              <a:off x="982923" y="837322"/>
              <a:ext cx="157731" cy="146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0537" y="21600"/>
                  </a:lnTo>
                  <a:lnTo>
                    <a:pt x="21600" y="19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11" name="Shape 5111"/>
            <p:cNvSpPr/>
            <p:nvPr/>
          </p:nvSpPr>
          <p:spPr>
            <a:xfrm>
              <a:off x="1900447" y="917067"/>
              <a:ext cx="528972" cy="299995"/>
            </a:xfrm>
            <a:prstGeom prst="line">
              <a:avLst/>
            </a:prstGeom>
            <a:noFill/>
            <a:ln w="4763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12" name="Shape 5112"/>
            <p:cNvSpPr/>
            <p:nvPr/>
          </p:nvSpPr>
          <p:spPr>
            <a:xfrm>
              <a:off x="1785036" y="844917"/>
              <a:ext cx="157730" cy="142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41" y="21600"/>
                  </a:moveTo>
                  <a:lnTo>
                    <a:pt x="21600" y="0"/>
                  </a:lnTo>
                  <a:lnTo>
                    <a:pt x="0" y="864"/>
                  </a:lnTo>
                  <a:lnTo>
                    <a:pt x="10141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13" name="Shape 5113"/>
            <p:cNvSpPr/>
            <p:nvPr/>
          </p:nvSpPr>
          <p:spPr>
            <a:xfrm>
              <a:off x="1785036" y="844917"/>
              <a:ext cx="157730" cy="142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41" y="21600"/>
                  </a:moveTo>
                  <a:lnTo>
                    <a:pt x="21600" y="0"/>
                  </a:lnTo>
                  <a:lnTo>
                    <a:pt x="0" y="864"/>
                  </a:lnTo>
                  <a:lnTo>
                    <a:pt x="10141" y="21600"/>
                  </a:lnTo>
                  <a:close/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14" name="Shape 5114"/>
            <p:cNvSpPr/>
            <p:nvPr/>
          </p:nvSpPr>
          <p:spPr>
            <a:xfrm>
              <a:off x="3204601" y="1365159"/>
              <a:ext cx="804036" cy="18417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15" name="Shape 5115"/>
            <p:cNvSpPr/>
            <p:nvPr/>
          </p:nvSpPr>
          <p:spPr>
            <a:xfrm>
              <a:off x="3204601" y="1365159"/>
              <a:ext cx="804036" cy="184174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16" name="Shape 5116"/>
            <p:cNvSpPr/>
            <p:nvPr/>
          </p:nvSpPr>
          <p:spPr>
            <a:xfrm>
              <a:off x="3204601" y="1179087"/>
              <a:ext cx="804036" cy="1860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17" name="Shape 5117"/>
            <p:cNvSpPr/>
            <p:nvPr/>
          </p:nvSpPr>
          <p:spPr>
            <a:xfrm>
              <a:off x="3204601" y="1179087"/>
              <a:ext cx="804036" cy="186072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18" name="Shape 5118"/>
            <p:cNvSpPr/>
            <p:nvPr/>
          </p:nvSpPr>
          <p:spPr>
            <a:xfrm>
              <a:off x="3204601" y="966433"/>
              <a:ext cx="804036" cy="21265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19" name="Shape 5119"/>
            <p:cNvSpPr/>
            <p:nvPr/>
          </p:nvSpPr>
          <p:spPr>
            <a:xfrm>
              <a:off x="3204601" y="966433"/>
              <a:ext cx="804036" cy="212655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20" name="Shape 5120"/>
            <p:cNvSpPr/>
            <p:nvPr/>
          </p:nvSpPr>
          <p:spPr>
            <a:xfrm>
              <a:off x="3414266" y="996812"/>
              <a:ext cx="29067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b="1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700"/>
                <a:t>JPanel</a:t>
              </a:r>
            </a:p>
          </p:txBody>
        </p:sp>
        <p:sp>
          <p:nvSpPr>
            <p:cNvPr id="5121" name="Shape 5121"/>
            <p:cNvSpPr/>
            <p:nvPr/>
          </p:nvSpPr>
          <p:spPr>
            <a:xfrm>
              <a:off x="3558530" y="486065"/>
              <a:ext cx="2129349" cy="1860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22" name="Shape 5122"/>
            <p:cNvSpPr/>
            <p:nvPr/>
          </p:nvSpPr>
          <p:spPr>
            <a:xfrm>
              <a:off x="3558530" y="486065"/>
              <a:ext cx="2129349" cy="186072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23" name="Shape 5123"/>
            <p:cNvSpPr/>
            <p:nvPr/>
          </p:nvSpPr>
          <p:spPr>
            <a:xfrm>
              <a:off x="3571995" y="501254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+</a:t>
              </a:r>
            </a:p>
          </p:txBody>
        </p:sp>
        <p:sp>
          <p:nvSpPr>
            <p:cNvPr id="5124" name="Shape 5124"/>
            <p:cNvSpPr/>
            <p:nvPr/>
          </p:nvSpPr>
          <p:spPr>
            <a:xfrm>
              <a:off x="3643165" y="501254"/>
              <a:ext cx="29238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update</a:t>
              </a:r>
            </a:p>
          </p:txBody>
        </p:sp>
        <p:sp>
          <p:nvSpPr>
            <p:cNvPr id="5125" name="Shape 5125"/>
            <p:cNvSpPr/>
            <p:nvPr/>
          </p:nvSpPr>
          <p:spPr>
            <a:xfrm>
              <a:off x="4008636" y="501254"/>
              <a:ext cx="3248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(</a:t>
              </a:r>
            </a:p>
          </p:txBody>
        </p:sp>
        <p:sp>
          <p:nvSpPr>
            <p:cNvPr id="5126" name="Shape 5126"/>
            <p:cNvSpPr/>
            <p:nvPr/>
          </p:nvSpPr>
          <p:spPr>
            <a:xfrm>
              <a:off x="4047107" y="501254"/>
              <a:ext cx="8036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o </a:t>
              </a:r>
            </a:p>
          </p:txBody>
        </p:sp>
        <p:sp>
          <p:nvSpPr>
            <p:cNvPr id="5127" name="Shape 5127"/>
            <p:cNvSpPr/>
            <p:nvPr/>
          </p:nvSpPr>
          <p:spPr>
            <a:xfrm>
              <a:off x="4147130" y="501254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: </a:t>
              </a:r>
            </a:p>
          </p:txBody>
        </p:sp>
        <p:sp>
          <p:nvSpPr>
            <p:cNvPr id="5128" name="Shape 5128"/>
            <p:cNvSpPr/>
            <p:nvPr/>
          </p:nvSpPr>
          <p:spPr>
            <a:xfrm>
              <a:off x="4214454" y="501254"/>
              <a:ext cx="489023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Observable</a:t>
              </a:r>
            </a:p>
          </p:txBody>
        </p:sp>
        <p:sp>
          <p:nvSpPr>
            <p:cNvPr id="5129" name="Shape 5129"/>
            <p:cNvSpPr/>
            <p:nvPr/>
          </p:nvSpPr>
          <p:spPr>
            <a:xfrm>
              <a:off x="4824213" y="501254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, </a:t>
              </a:r>
            </a:p>
          </p:txBody>
        </p:sp>
        <p:sp>
          <p:nvSpPr>
            <p:cNvPr id="5130" name="Shape 5130"/>
            <p:cNvSpPr/>
            <p:nvPr/>
          </p:nvSpPr>
          <p:spPr>
            <a:xfrm>
              <a:off x="4891536" y="501254"/>
              <a:ext cx="16585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arg </a:t>
              </a:r>
            </a:p>
          </p:txBody>
        </p:sp>
        <p:sp>
          <p:nvSpPr>
            <p:cNvPr id="5131" name="Shape 5131"/>
            <p:cNvSpPr/>
            <p:nvPr/>
          </p:nvSpPr>
          <p:spPr>
            <a:xfrm>
              <a:off x="5097354" y="501254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: </a:t>
              </a:r>
            </a:p>
          </p:txBody>
        </p:sp>
        <p:sp>
          <p:nvSpPr>
            <p:cNvPr id="5132" name="Shape 5132"/>
            <p:cNvSpPr/>
            <p:nvPr/>
          </p:nvSpPr>
          <p:spPr>
            <a:xfrm>
              <a:off x="5162754" y="501254"/>
              <a:ext cx="27699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Object</a:t>
              </a:r>
            </a:p>
          </p:txBody>
        </p:sp>
        <p:sp>
          <p:nvSpPr>
            <p:cNvPr id="5133" name="Shape 5133"/>
            <p:cNvSpPr/>
            <p:nvPr/>
          </p:nvSpPr>
          <p:spPr>
            <a:xfrm>
              <a:off x="5508990" y="501254"/>
              <a:ext cx="97463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i="0">
                  <a:solidFill>
                    <a:srgbClr val="000000"/>
                  </a:solidFill>
                </a:defRPr>
              </a:pPr>
              <a:r>
                <a:rPr sz="700"/>
                <a:t>)()</a:t>
              </a:r>
            </a:p>
          </p:txBody>
        </p:sp>
        <p:sp>
          <p:nvSpPr>
            <p:cNvPr id="5134" name="Shape 5134"/>
            <p:cNvSpPr/>
            <p:nvPr/>
          </p:nvSpPr>
          <p:spPr>
            <a:xfrm>
              <a:off x="3558530" y="174679"/>
              <a:ext cx="2129349" cy="31138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35" name="Shape 5135"/>
            <p:cNvSpPr/>
            <p:nvPr/>
          </p:nvSpPr>
          <p:spPr>
            <a:xfrm>
              <a:off x="3558530" y="174679"/>
              <a:ext cx="2129349" cy="311387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36" name="Shape 5136"/>
            <p:cNvSpPr/>
            <p:nvPr/>
          </p:nvSpPr>
          <p:spPr>
            <a:xfrm>
              <a:off x="4327942" y="187969"/>
              <a:ext cx="46337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 sz="7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«</a:t>
              </a:r>
              <a:r>
                <a:rPr sz="7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interface</a:t>
              </a:r>
              <a:r>
                <a:rPr sz="7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»</a:t>
              </a:r>
            </a:p>
          </p:txBody>
        </p:sp>
        <p:sp>
          <p:nvSpPr>
            <p:cNvPr id="5137" name="Shape 5137"/>
            <p:cNvSpPr/>
            <p:nvPr/>
          </p:nvSpPr>
          <p:spPr>
            <a:xfrm>
              <a:off x="4360642" y="326573"/>
              <a:ext cx="394980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b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700"/>
                <a:t>Observer</a:t>
              </a:r>
            </a:p>
          </p:txBody>
        </p:sp>
        <p:sp>
          <p:nvSpPr>
            <p:cNvPr id="5138" name="Shape 5138"/>
            <p:cNvSpPr/>
            <p:nvPr/>
          </p:nvSpPr>
          <p:spPr>
            <a:xfrm>
              <a:off x="4431813" y="2240455"/>
              <a:ext cx="2129348" cy="31138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39" name="Shape 5139"/>
            <p:cNvSpPr/>
            <p:nvPr/>
          </p:nvSpPr>
          <p:spPr>
            <a:xfrm>
              <a:off x="4431813" y="2240455"/>
              <a:ext cx="2129348" cy="311387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40" name="Shape 5140"/>
            <p:cNvSpPr/>
            <p:nvPr/>
          </p:nvSpPr>
          <p:spPr>
            <a:xfrm>
              <a:off x="4447201" y="2253747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141" name="Shape 5141"/>
            <p:cNvSpPr/>
            <p:nvPr/>
          </p:nvSpPr>
          <p:spPr>
            <a:xfrm>
              <a:off x="4516448" y="2253747"/>
              <a:ext cx="347104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DieView</a:t>
              </a:r>
            </a:p>
          </p:txBody>
        </p:sp>
        <p:sp>
          <p:nvSpPr>
            <p:cNvPr id="5142" name="Shape 5142"/>
            <p:cNvSpPr/>
            <p:nvPr/>
          </p:nvSpPr>
          <p:spPr>
            <a:xfrm>
              <a:off x="4955013" y="2253747"/>
              <a:ext cx="3248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</a:t>
              </a:r>
            </a:p>
          </p:txBody>
        </p:sp>
        <p:sp>
          <p:nvSpPr>
            <p:cNvPr id="5143" name="Shape 5143"/>
            <p:cNvSpPr/>
            <p:nvPr/>
          </p:nvSpPr>
          <p:spPr>
            <a:xfrm>
              <a:off x="4995406" y="2253747"/>
              <a:ext cx="15388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die </a:t>
              </a:r>
            </a:p>
          </p:txBody>
        </p:sp>
        <p:sp>
          <p:nvSpPr>
            <p:cNvPr id="5144" name="Shape 5144"/>
            <p:cNvSpPr/>
            <p:nvPr/>
          </p:nvSpPr>
          <p:spPr>
            <a:xfrm>
              <a:off x="5187760" y="2253747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: </a:t>
              </a:r>
            </a:p>
          </p:txBody>
        </p:sp>
        <p:sp>
          <p:nvSpPr>
            <p:cNvPr id="5145" name="Shape 5145"/>
            <p:cNvSpPr/>
            <p:nvPr/>
          </p:nvSpPr>
          <p:spPr>
            <a:xfrm>
              <a:off x="5253160" y="2253747"/>
              <a:ext cx="141920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Die</a:t>
              </a:r>
            </a:p>
          </p:txBody>
        </p:sp>
        <p:sp>
          <p:nvSpPr>
            <p:cNvPr id="5146" name="Shape 5146"/>
            <p:cNvSpPr/>
            <p:nvPr/>
          </p:nvSpPr>
          <p:spPr>
            <a:xfrm>
              <a:off x="5432048" y="2253747"/>
              <a:ext cx="97463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)()</a:t>
              </a:r>
            </a:p>
          </p:txBody>
        </p:sp>
        <p:sp>
          <p:nvSpPr>
            <p:cNvPr id="5147" name="Shape 5147"/>
            <p:cNvSpPr/>
            <p:nvPr/>
          </p:nvSpPr>
          <p:spPr>
            <a:xfrm>
              <a:off x="4447201" y="2396148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148" name="Shape 5148"/>
            <p:cNvSpPr/>
            <p:nvPr/>
          </p:nvSpPr>
          <p:spPr>
            <a:xfrm>
              <a:off x="4516448" y="2396148"/>
              <a:ext cx="29238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update</a:t>
              </a:r>
            </a:p>
          </p:txBody>
        </p:sp>
        <p:sp>
          <p:nvSpPr>
            <p:cNvPr id="5149" name="Shape 5149"/>
            <p:cNvSpPr/>
            <p:nvPr/>
          </p:nvSpPr>
          <p:spPr>
            <a:xfrm>
              <a:off x="4881919" y="2396148"/>
              <a:ext cx="3248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</a:t>
              </a:r>
            </a:p>
          </p:txBody>
        </p:sp>
        <p:sp>
          <p:nvSpPr>
            <p:cNvPr id="5150" name="Shape 5150"/>
            <p:cNvSpPr/>
            <p:nvPr/>
          </p:nvSpPr>
          <p:spPr>
            <a:xfrm>
              <a:off x="4922313" y="2396148"/>
              <a:ext cx="8036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o </a:t>
              </a:r>
            </a:p>
          </p:txBody>
        </p:sp>
        <p:sp>
          <p:nvSpPr>
            <p:cNvPr id="5151" name="Shape 5151"/>
            <p:cNvSpPr/>
            <p:nvPr/>
          </p:nvSpPr>
          <p:spPr>
            <a:xfrm>
              <a:off x="5022336" y="2396148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: </a:t>
              </a:r>
            </a:p>
          </p:txBody>
        </p:sp>
        <p:sp>
          <p:nvSpPr>
            <p:cNvPr id="5152" name="Shape 5152"/>
            <p:cNvSpPr/>
            <p:nvPr/>
          </p:nvSpPr>
          <p:spPr>
            <a:xfrm>
              <a:off x="5087736" y="2396148"/>
              <a:ext cx="489023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Observable</a:t>
              </a:r>
            </a:p>
          </p:txBody>
        </p:sp>
        <p:sp>
          <p:nvSpPr>
            <p:cNvPr id="5153" name="Shape 5153"/>
            <p:cNvSpPr/>
            <p:nvPr/>
          </p:nvSpPr>
          <p:spPr>
            <a:xfrm>
              <a:off x="5699419" y="2396148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, </a:t>
              </a:r>
            </a:p>
          </p:txBody>
        </p:sp>
        <p:sp>
          <p:nvSpPr>
            <p:cNvPr id="5154" name="Shape 5154"/>
            <p:cNvSpPr/>
            <p:nvPr/>
          </p:nvSpPr>
          <p:spPr>
            <a:xfrm>
              <a:off x="5764819" y="2396148"/>
              <a:ext cx="16585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arg </a:t>
              </a:r>
            </a:p>
          </p:txBody>
        </p:sp>
        <p:sp>
          <p:nvSpPr>
            <p:cNvPr id="5155" name="Shape 5155"/>
            <p:cNvSpPr/>
            <p:nvPr/>
          </p:nvSpPr>
          <p:spPr>
            <a:xfrm>
              <a:off x="5972560" y="2396148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: </a:t>
              </a:r>
            </a:p>
          </p:txBody>
        </p:sp>
        <p:sp>
          <p:nvSpPr>
            <p:cNvPr id="5156" name="Shape 5156"/>
            <p:cNvSpPr/>
            <p:nvPr/>
          </p:nvSpPr>
          <p:spPr>
            <a:xfrm>
              <a:off x="6037960" y="2396148"/>
              <a:ext cx="27699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Object</a:t>
              </a:r>
            </a:p>
          </p:txBody>
        </p:sp>
        <p:sp>
          <p:nvSpPr>
            <p:cNvPr id="5157" name="Shape 5157"/>
            <p:cNvSpPr/>
            <p:nvPr/>
          </p:nvSpPr>
          <p:spPr>
            <a:xfrm>
              <a:off x="6382272" y="2396148"/>
              <a:ext cx="97463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)()</a:t>
              </a:r>
            </a:p>
          </p:txBody>
        </p:sp>
        <p:sp>
          <p:nvSpPr>
            <p:cNvPr id="5158" name="Shape 5158"/>
            <p:cNvSpPr/>
            <p:nvPr/>
          </p:nvSpPr>
          <p:spPr>
            <a:xfrm>
              <a:off x="4431813" y="2054383"/>
              <a:ext cx="2129348" cy="18607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59" name="Shape 5159"/>
            <p:cNvSpPr/>
            <p:nvPr/>
          </p:nvSpPr>
          <p:spPr>
            <a:xfrm>
              <a:off x="4431813" y="2054383"/>
              <a:ext cx="2129348" cy="186073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60" name="Shape 5160"/>
            <p:cNvSpPr/>
            <p:nvPr/>
          </p:nvSpPr>
          <p:spPr>
            <a:xfrm>
              <a:off x="4431813" y="1841730"/>
              <a:ext cx="2129348" cy="21265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61" name="Shape 5161"/>
            <p:cNvSpPr/>
            <p:nvPr/>
          </p:nvSpPr>
          <p:spPr>
            <a:xfrm>
              <a:off x="4431813" y="1841730"/>
              <a:ext cx="2129348" cy="212655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62" name="Shape 5162"/>
            <p:cNvSpPr/>
            <p:nvPr/>
          </p:nvSpPr>
          <p:spPr>
            <a:xfrm>
              <a:off x="5268548" y="1874008"/>
              <a:ext cx="347104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b="1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700"/>
                <a:t>DieView</a:t>
              </a:r>
            </a:p>
          </p:txBody>
        </p:sp>
        <p:sp>
          <p:nvSpPr>
            <p:cNvPr id="5163" name="Shape 5163"/>
            <p:cNvSpPr/>
            <p:nvPr/>
          </p:nvSpPr>
          <p:spPr>
            <a:xfrm>
              <a:off x="1971618" y="2760696"/>
              <a:ext cx="2127425" cy="31138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64" name="Shape 5164"/>
            <p:cNvSpPr/>
            <p:nvPr/>
          </p:nvSpPr>
          <p:spPr>
            <a:xfrm>
              <a:off x="1971618" y="2760696"/>
              <a:ext cx="2127425" cy="311387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65" name="Shape 5165"/>
            <p:cNvSpPr/>
            <p:nvPr/>
          </p:nvSpPr>
          <p:spPr>
            <a:xfrm>
              <a:off x="1985083" y="2775885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166" name="Shape 5166"/>
            <p:cNvSpPr/>
            <p:nvPr/>
          </p:nvSpPr>
          <p:spPr>
            <a:xfrm>
              <a:off x="2054330" y="2775885"/>
              <a:ext cx="475344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PlayerView</a:t>
              </a:r>
            </a:p>
          </p:txBody>
        </p:sp>
        <p:sp>
          <p:nvSpPr>
            <p:cNvPr id="5167" name="Shape 5167"/>
            <p:cNvSpPr/>
            <p:nvPr/>
          </p:nvSpPr>
          <p:spPr>
            <a:xfrm>
              <a:off x="2652547" y="2775885"/>
              <a:ext cx="3248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</a:t>
              </a:r>
            </a:p>
          </p:txBody>
        </p:sp>
        <p:sp>
          <p:nvSpPr>
            <p:cNvPr id="5168" name="Shape 5168"/>
            <p:cNvSpPr/>
            <p:nvPr/>
          </p:nvSpPr>
          <p:spPr>
            <a:xfrm>
              <a:off x="2692942" y="2775885"/>
              <a:ext cx="28725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player </a:t>
              </a:r>
            </a:p>
          </p:txBody>
        </p:sp>
        <p:sp>
          <p:nvSpPr>
            <p:cNvPr id="5169" name="Shape 5169"/>
            <p:cNvSpPr/>
            <p:nvPr/>
          </p:nvSpPr>
          <p:spPr>
            <a:xfrm>
              <a:off x="3050718" y="2775885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: </a:t>
              </a:r>
            </a:p>
          </p:txBody>
        </p:sp>
        <p:sp>
          <p:nvSpPr>
            <p:cNvPr id="5170" name="Shape 5170"/>
            <p:cNvSpPr/>
            <p:nvPr/>
          </p:nvSpPr>
          <p:spPr>
            <a:xfrm>
              <a:off x="3118042" y="2775885"/>
              <a:ext cx="27015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Player</a:t>
              </a:r>
            </a:p>
          </p:txBody>
        </p:sp>
        <p:sp>
          <p:nvSpPr>
            <p:cNvPr id="5171" name="Shape 5171"/>
            <p:cNvSpPr/>
            <p:nvPr/>
          </p:nvSpPr>
          <p:spPr>
            <a:xfrm>
              <a:off x="3456583" y="2775885"/>
              <a:ext cx="97463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)()</a:t>
              </a:r>
            </a:p>
          </p:txBody>
        </p:sp>
        <p:sp>
          <p:nvSpPr>
            <p:cNvPr id="5172" name="Shape 5172"/>
            <p:cNvSpPr/>
            <p:nvPr/>
          </p:nvSpPr>
          <p:spPr>
            <a:xfrm>
              <a:off x="1985083" y="2916390"/>
              <a:ext cx="56427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+</a:t>
              </a:r>
            </a:p>
          </p:txBody>
        </p:sp>
        <p:sp>
          <p:nvSpPr>
            <p:cNvPr id="5173" name="Shape 5173"/>
            <p:cNvSpPr/>
            <p:nvPr/>
          </p:nvSpPr>
          <p:spPr>
            <a:xfrm>
              <a:off x="2054330" y="2916390"/>
              <a:ext cx="29238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update</a:t>
              </a:r>
            </a:p>
          </p:txBody>
        </p:sp>
        <p:sp>
          <p:nvSpPr>
            <p:cNvPr id="5174" name="Shape 5174"/>
            <p:cNvSpPr/>
            <p:nvPr/>
          </p:nvSpPr>
          <p:spPr>
            <a:xfrm>
              <a:off x="2421724" y="2916390"/>
              <a:ext cx="32489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(</a:t>
              </a:r>
            </a:p>
          </p:txBody>
        </p:sp>
        <p:sp>
          <p:nvSpPr>
            <p:cNvPr id="5175" name="Shape 5175"/>
            <p:cNvSpPr/>
            <p:nvPr/>
          </p:nvSpPr>
          <p:spPr>
            <a:xfrm>
              <a:off x="2460194" y="2916390"/>
              <a:ext cx="80365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o </a:t>
              </a:r>
            </a:p>
          </p:txBody>
        </p:sp>
        <p:sp>
          <p:nvSpPr>
            <p:cNvPr id="5176" name="Shape 5176"/>
            <p:cNvSpPr/>
            <p:nvPr/>
          </p:nvSpPr>
          <p:spPr>
            <a:xfrm>
              <a:off x="2560218" y="2916390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: </a:t>
              </a:r>
            </a:p>
          </p:txBody>
        </p:sp>
        <p:sp>
          <p:nvSpPr>
            <p:cNvPr id="5177" name="Shape 5177"/>
            <p:cNvSpPr/>
            <p:nvPr/>
          </p:nvSpPr>
          <p:spPr>
            <a:xfrm>
              <a:off x="2625618" y="2916390"/>
              <a:ext cx="489023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Observable</a:t>
              </a:r>
            </a:p>
          </p:txBody>
        </p:sp>
        <p:sp>
          <p:nvSpPr>
            <p:cNvPr id="5178" name="Shape 5178"/>
            <p:cNvSpPr/>
            <p:nvPr/>
          </p:nvSpPr>
          <p:spPr>
            <a:xfrm>
              <a:off x="3237301" y="2916390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, </a:t>
              </a:r>
            </a:p>
          </p:txBody>
        </p:sp>
        <p:sp>
          <p:nvSpPr>
            <p:cNvPr id="5179" name="Shape 5179"/>
            <p:cNvSpPr/>
            <p:nvPr/>
          </p:nvSpPr>
          <p:spPr>
            <a:xfrm>
              <a:off x="3302701" y="2916390"/>
              <a:ext cx="213512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arg </a:t>
              </a:r>
            </a:p>
          </p:txBody>
        </p:sp>
        <p:sp>
          <p:nvSpPr>
            <p:cNvPr id="5180" name="Shape 5180"/>
            <p:cNvSpPr/>
            <p:nvPr/>
          </p:nvSpPr>
          <p:spPr>
            <a:xfrm>
              <a:off x="3510442" y="2916390"/>
              <a:ext cx="54716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: </a:t>
              </a:r>
            </a:p>
          </p:txBody>
        </p:sp>
        <p:sp>
          <p:nvSpPr>
            <p:cNvPr id="5181" name="Shape 5181"/>
            <p:cNvSpPr/>
            <p:nvPr/>
          </p:nvSpPr>
          <p:spPr>
            <a:xfrm>
              <a:off x="3575842" y="2916390"/>
              <a:ext cx="276998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Object</a:t>
              </a:r>
            </a:p>
          </p:txBody>
        </p:sp>
        <p:sp>
          <p:nvSpPr>
            <p:cNvPr id="5182" name="Shape 5182"/>
            <p:cNvSpPr/>
            <p:nvPr/>
          </p:nvSpPr>
          <p:spPr>
            <a:xfrm>
              <a:off x="3920153" y="2916390"/>
              <a:ext cx="97463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/>
              </a:pPr>
              <a:r>
                <a:rPr sz="700"/>
                <a:t>)()</a:t>
              </a:r>
            </a:p>
          </p:txBody>
        </p:sp>
        <p:sp>
          <p:nvSpPr>
            <p:cNvPr id="5183" name="Shape 5183"/>
            <p:cNvSpPr/>
            <p:nvPr/>
          </p:nvSpPr>
          <p:spPr>
            <a:xfrm>
              <a:off x="1971618" y="2574625"/>
              <a:ext cx="2127425" cy="18607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84" name="Shape 5184"/>
            <p:cNvSpPr/>
            <p:nvPr/>
          </p:nvSpPr>
          <p:spPr>
            <a:xfrm>
              <a:off x="1971618" y="2574625"/>
              <a:ext cx="2127425" cy="186073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85" name="Shape 5185"/>
            <p:cNvSpPr/>
            <p:nvPr/>
          </p:nvSpPr>
          <p:spPr>
            <a:xfrm>
              <a:off x="1971618" y="2363870"/>
              <a:ext cx="2127425" cy="21075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86" name="Shape 5186"/>
            <p:cNvSpPr/>
            <p:nvPr/>
          </p:nvSpPr>
          <p:spPr>
            <a:xfrm>
              <a:off x="1971618" y="2363870"/>
              <a:ext cx="2127425" cy="210756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87" name="Shape 5187"/>
            <p:cNvSpPr/>
            <p:nvPr/>
          </p:nvSpPr>
          <p:spPr>
            <a:xfrm>
              <a:off x="2719871" y="2394249"/>
              <a:ext cx="475344" cy="153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marL="0" marR="0">
                <a:defRPr sz="800" b="1">
                  <a:solidFill>
                    <a:srgbClr val="333399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700"/>
                <a:t>PlayerView</a:t>
              </a:r>
            </a:p>
          </p:txBody>
        </p:sp>
        <p:sp>
          <p:nvSpPr>
            <p:cNvPr id="5188" name="Shape 5188"/>
            <p:cNvSpPr/>
            <p:nvPr/>
          </p:nvSpPr>
          <p:spPr>
            <a:xfrm>
              <a:off x="4124048" y="1329083"/>
              <a:ext cx="840583" cy="512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913" y="956"/>
                  </a:lnTo>
                  <a:lnTo>
                    <a:pt x="963" y="797"/>
                  </a:lnTo>
                  <a:lnTo>
                    <a:pt x="1012" y="677"/>
                  </a:lnTo>
                  <a:lnTo>
                    <a:pt x="1086" y="558"/>
                  </a:lnTo>
                  <a:lnTo>
                    <a:pt x="1160" y="478"/>
                  </a:lnTo>
                  <a:lnTo>
                    <a:pt x="1210" y="438"/>
                  </a:lnTo>
                  <a:lnTo>
                    <a:pt x="1308" y="319"/>
                  </a:lnTo>
                  <a:lnTo>
                    <a:pt x="1382" y="279"/>
                  </a:lnTo>
                  <a:lnTo>
                    <a:pt x="1481" y="239"/>
                  </a:lnTo>
                  <a:lnTo>
                    <a:pt x="1555" y="239"/>
                  </a:lnTo>
                  <a:lnTo>
                    <a:pt x="1654" y="199"/>
                  </a:lnTo>
                  <a:lnTo>
                    <a:pt x="1728" y="239"/>
                  </a:lnTo>
                  <a:lnTo>
                    <a:pt x="1901" y="239"/>
                  </a:lnTo>
                  <a:lnTo>
                    <a:pt x="2000" y="279"/>
                  </a:lnTo>
                  <a:lnTo>
                    <a:pt x="2074" y="399"/>
                  </a:lnTo>
                  <a:lnTo>
                    <a:pt x="2172" y="438"/>
                  </a:lnTo>
                  <a:lnTo>
                    <a:pt x="2320" y="598"/>
                  </a:lnTo>
                  <a:lnTo>
                    <a:pt x="2419" y="837"/>
                  </a:lnTo>
                  <a:lnTo>
                    <a:pt x="2444" y="956"/>
                  </a:lnTo>
                  <a:lnTo>
                    <a:pt x="2518" y="1076"/>
                  </a:lnTo>
                  <a:lnTo>
                    <a:pt x="2543" y="1196"/>
                  </a:lnTo>
                  <a:lnTo>
                    <a:pt x="2567" y="1355"/>
                  </a:lnTo>
                  <a:lnTo>
                    <a:pt x="2567" y="1913"/>
                  </a:lnTo>
                  <a:lnTo>
                    <a:pt x="2543" y="2032"/>
                  </a:lnTo>
                  <a:lnTo>
                    <a:pt x="2543" y="2192"/>
                  </a:lnTo>
                  <a:lnTo>
                    <a:pt x="2493" y="2311"/>
                  </a:lnTo>
                  <a:lnTo>
                    <a:pt x="2444" y="2471"/>
                  </a:lnTo>
                  <a:lnTo>
                    <a:pt x="21600" y="21600"/>
                  </a:lnTo>
                </a:path>
              </a:pathLst>
            </a:custGeom>
            <a:noFill/>
            <a:ln w="635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89" name="Shape 5189"/>
            <p:cNvSpPr/>
            <p:nvPr/>
          </p:nvSpPr>
          <p:spPr>
            <a:xfrm>
              <a:off x="4008636" y="1256933"/>
              <a:ext cx="157731" cy="142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83" y="21600"/>
                  </a:moveTo>
                  <a:lnTo>
                    <a:pt x="21600" y="0"/>
                  </a:lnTo>
                  <a:lnTo>
                    <a:pt x="0" y="145"/>
                  </a:lnTo>
                  <a:lnTo>
                    <a:pt x="948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90" name="Shape 5190"/>
            <p:cNvSpPr/>
            <p:nvPr/>
          </p:nvSpPr>
          <p:spPr>
            <a:xfrm>
              <a:off x="4008636" y="1256933"/>
              <a:ext cx="157731" cy="142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83" y="21600"/>
                  </a:moveTo>
                  <a:lnTo>
                    <a:pt x="21600" y="0"/>
                  </a:lnTo>
                  <a:lnTo>
                    <a:pt x="0" y="145"/>
                  </a:lnTo>
                  <a:lnTo>
                    <a:pt x="9483" y="21600"/>
                  </a:lnTo>
                  <a:close/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91" name="Shape 5191"/>
            <p:cNvSpPr/>
            <p:nvPr/>
          </p:nvSpPr>
          <p:spPr>
            <a:xfrm flipH="1">
              <a:off x="3035330" y="1659456"/>
              <a:ext cx="494348" cy="704415"/>
            </a:xfrm>
            <a:prstGeom prst="line">
              <a:avLst/>
            </a:prstGeom>
            <a:noFill/>
            <a:ln w="4763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92" name="Shape 5192"/>
            <p:cNvSpPr/>
            <p:nvPr/>
          </p:nvSpPr>
          <p:spPr>
            <a:xfrm>
              <a:off x="3462354" y="1549332"/>
              <a:ext cx="144265" cy="157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09"/>
                  </a:moveTo>
                  <a:lnTo>
                    <a:pt x="20321" y="21600"/>
                  </a:lnTo>
                  <a:lnTo>
                    <a:pt x="21600" y="0"/>
                  </a:lnTo>
                  <a:lnTo>
                    <a:pt x="0" y="850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93" name="Shape 5193"/>
            <p:cNvSpPr/>
            <p:nvPr/>
          </p:nvSpPr>
          <p:spPr>
            <a:xfrm>
              <a:off x="3462354" y="1549332"/>
              <a:ext cx="144265" cy="157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509"/>
                  </a:moveTo>
                  <a:lnTo>
                    <a:pt x="20321" y="21600"/>
                  </a:lnTo>
                  <a:lnTo>
                    <a:pt x="21600" y="0"/>
                  </a:lnTo>
                  <a:lnTo>
                    <a:pt x="0" y="8509"/>
                  </a:lnTo>
                  <a:close/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94" name="Shape 5194"/>
            <p:cNvSpPr/>
            <p:nvPr/>
          </p:nvSpPr>
          <p:spPr>
            <a:xfrm>
              <a:off x="3577765" y="780362"/>
              <a:ext cx="977154" cy="1564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9"/>
                  </a:moveTo>
                  <a:lnTo>
                    <a:pt x="21006" y="655"/>
                  </a:lnTo>
                  <a:lnTo>
                    <a:pt x="20985" y="668"/>
                  </a:lnTo>
                  <a:lnTo>
                    <a:pt x="20900" y="668"/>
                  </a:lnTo>
                  <a:lnTo>
                    <a:pt x="20857" y="642"/>
                  </a:lnTo>
                  <a:lnTo>
                    <a:pt x="20857" y="629"/>
                  </a:lnTo>
                  <a:lnTo>
                    <a:pt x="20879" y="603"/>
                  </a:lnTo>
                  <a:lnTo>
                    <a:pt x="21451" y="13"/>
                  </a:lnTo>
                  <a:lnTo>
                    <a:pt x="21473" y="0"/>
                  </a:lnTo>
                  <a:lnTo>
                    <a:pt x="21579" y="0"/>
                  </a:lnTo>
                  <a:lnTo>
                    <a:pt x="21579" y="13"/>
                  </a:lnTo>
                  <a:lnTo>
                    <a:pt x="21600" y="26"/>
                  </a:lnTo>
                  <a:lnTo>
                    <a:pt x="21600" y="79"/>
                  </a:lnTo>
                  <a:close/>
                  <a:moveTo>
                    <a:pt x="20582" y="1062"/>
                  </a:moveTo>
                  <a:lnTo>
                    <a:pt x="20009" y="1638"/>
                  </a:lnTo>
                  <a:lnTo>
                    <a:pt x="19987" y="1665"/>
                  </a:lnTo>
                  <a:lnTo>
                    <a:pt x="19966" y="1678"/>
                  </a:lnTo>
                  <a:lnTo>
                    <a:pt x="19945" y="1678"/>
                  </a:lnTo>
                  <a:lnTo>
                    <a:pt x="19924" y="1665"/>
                  </a:lnTo>
                  <a:lnTo>
                    <a:pt x="19903" y="1665"/>
                  </a:lnTo>
                  <a:lnTo>
                    <a:pt x="19860" y="1625"/>
                  </a:lnTo>
                  <a:lnTo>
                    <a:pt x="19860" y="1612"/>
                  </a:lnTo>
                  <a:lnTo>
                    <a:pt x="19903" y="1599"/>
                  </a:lnTo>
                  <a:lnTo>
                    <a:pt x="20454" y="1022"/>
                  </a:lnTo>
                  <a:lnTo>
                    <a:pt x="20497" y="1009"/>
                  </a:lnTo>
                  <a:lnTo>
                    <a:pt x="20518" y="996"/>
                  </a:lnTo>
                  <a:lnTo>
                    <a:pt x="20539" y="996"/>
                  </a:lnTo>
                  <a:lnTo>
                    <a:pt x="20603" y="1035"/>
                  </a:lnTo>
                  <a:lnTo>
                    <a:pt x="20603" y="1049"/>
                  </a:lnTo>
                  <a:lnTo>
                    <a:pt x="20582" y="1062"/>
                  </a:lnTo>
                  <a:close/>
                  <a:moveTo>
                    <a:pt x="19606" y="2071"/>
                  </a:moveTo>
                  <a:lnTo>
                    <a:pt x="19033" y="2648"/>
                  </a:lnTo>
                  <a:lnTo>
                    <a:pt x="19011" y="2661"/>
                  </a:lnTo>
                  <a:lnTo>
                    <a:pt x="18905" y="2661"/>
                  </a:lnTo>
                  <a:lnTo>
                    <a:pt x="18884" y="2648"/>
                  </a:lnTo>
                  <a:lnTo>
                    <a:pt x="18884" y="2595"/>
                  </a:lnTo>
                  <a:lnTo>
                    <a:pt x="19478" y="2005"/>
                  </a:lnTo>
                  <a:lnTo>
                    <a:pt x="19499" y="1992"/>
                  </a:lnTo>
                  <a:lnTo>
                    <a:pt x="19563" y="1992"/>
                  </a:lnTo>
                  <a:lnTo>
                    <a:pt x="19606" y="2005"/>
                  </a:lnTo>
                  <a:lnTo>
                    <a:pt x="19627" y="2032"/>
                  </a:lnTo>
                  <a:lnTo>
                    <a:pt x="19627" y="2045"/>
                  </a:lnTo>
                  <a:lnTo>
                    <a:pt x="19606" y="2071"/>
                  </a:lnTo>
                  <a:close/>
                  <a:moveTo>
                    <a:pt x="18608" y="3067"/>
                  </a:moveTo>
                  <a:lnTo>
                    <a:pt x="18035" y="3644"/>
                  </a:lnTo>
                  <a:lnTo>
                    <a:pt x="17993" y="3670"/>
                  </a:lnTo>
                  <a:lnTo>
                    <a:pt x="17950" y="3670"/>
                  </a:lnTo>
                  <a:lnTo>
                    <a:pt x="17908" y="3657"/>
                  </a:lnTo>
                  <a:lnTo>
                    <a:pt x="17887" y="3644"/>
                  </a:lnTo>
                  <a:lnTo>
                    <a:pt x="17887" y="3591"/>
                  </a:lnTo>
                  <a:lnTo>
                    <a:pt x="18481" y="3015"/>
                  </a:lnTo>
                  <a:lnTo>
                    <a:pt x="18481" y="3001"/>
                  </a:lnTo>
                  <a:lnTo>
                    <a:pt x="18502" y="2988"/>
                  </a:lnTo>
                  <a:lnTo>
                    <a:pt x="18566" y="2988"/>
                  </a:lnTo>
                  <a:lnTo>
                    <a:pt x="18587" y="3001"/>
                  </a:lnTo>
                  <a:lnTo>
                    <a:pt x="18608" y="3001"/>
                  </a:lnTo>
                  <a:lnTo>
                    <a:pt x="18608" y="3067"/>
                  </a:lnTo>
                  <a:close/>
                  <a:moveTo>
                    <a:pt x="17611" y="4063"/>
                  </a:moveTo>
                  <a:lnTo>
                    <a:pt x="17017" y="4640"/>
                  </a:lnTo>
                  <a:lnTo>
                    <a:pt x="16996" y="4666"/>
                  </a:lnTo>
                  <a:lnTo>
                    <a:pt x="16932" y="4666"/>
                  </a:lnTo>
                  <a:lnTo>
                    <a:pt x="16911" y="4640"/>
                  </a:lnTo>
                  <a:lnTo>
                    <a:pt x="16890" y="4627"/>
                  </a:lnTo>
                  <a:lnTo>
                    <a:pt x="16890" y="4600"/>
                  </a:lnTo>
                  <a:lnTo>
                    <a:pt x="16911" y="4587"/>
                  </a:lnTo>
                  <a:lnTo>
                    <a:pt x="17462" y="4011"/>
                  </a:lnTo>
                  <a:lnTo>
                    <a:pt x="17505" y="3984"/>
                  </a:lnTo>
                  <a:lnTo>
                    <a:pt x="17590" y="3984"/>
                  </a:lnTo>
                  <a:lnTo>
                    <a:pt x="17611" y="4011"/>
                  </a:lnTo>
                  <a:lnTo>
                    <a:pt x="17611" y="4063"/>
                  </a:lnTo>
                  <a:close/>
                  <a:moveTo>
                    <a:pt x="16635" y="5059"/>
                  </a:moveTo>
                  <a:lnTo>
                    <a:pt x="16041" y="5636"/>
                  </a:lnTo>
                  <a:lnTo>
                    <a:pt x="16020" y="5649"/>
                  </a:lnTo>
                  <a:lnTo>
                    <a:pt x="15998" y="5649"/>
                  </a:lnTo>
                  <a:lnTo>
                    <a:pt x="15956" y="5662"/>
                  </a:lnTo>
                  <a:lnTo>
                    <a:pt x="15892" y="5623"/>
                  </a:lnTo>
                  <a:lnTo>
                    <a:pt x="15892" y="5610"/>
                  </a:lnTo>
                  <a:lnTo>
                    <a:pt x="15914" y="5583"/>
                  </a:lnTo>
                  <a:lnTo>
                    <a:pt x="16486" y="5007"/>
                  </a:lnTo>
                  <a:lnTo>
                    <a:pt x="16529" y="4981"/>
                  </a:lnTo>
                  <a:lnTo>
                    <a:pt x="16550" y="4981"/>
                  </a:lnTo>
                  <a:lnTo>
                    <a:pt x="16614" y="4994"/>
                  </a:lnTo>
                  <a:lnTo>
                    <a:pt x="16635" y="5007"/>
                  </a:lnTo>
                  <a:lnTo>
                    <a:pt x="16635" y="5059"/>
                  </a:lnTo>
                  <a:close/>
                  <a:moveTo>
                    <a:pt x="15617" y="6042"/>
                  </a:moveTo>
                  <a:lnTo>
                    <a:pt x="15044" y="6645"/>
                  </a:lnTo>
                  <a:lnTo>
                    <a:pt x="15022" y="6645"/>
                  </a:lnTo>
                  <a:lnTo>
                    <a:pt x="15001" y="6658"/>
                  </a:lnTo>
                  <a:lnTo>
                    <a:pt x="14959" y="6658"/>
                  </a:lnTo>
                  <a:lnTo>
                    <a:pt x="14895" y="6619"/>
                  </a:lnTo>
                  <a:lnTo>
                    <a:pt x="14895" y="6580"/>
                  </a:lnTo>
                  <a:lnTo>
                    <a:pt x="15489" y="6003"/>
                  </a:lnTo>
                  <a:lnTo>
                    <a:pt x="15510" y="5990"/>
                  </a:lnTo>
                  <a:lnTo>
                    <a:pt x="15553" y="5990"/>
                  </a:lnTo>
                  <a:lnTo>
                    <a:pt x="15574" y="5964"/>
                  </a:lnTo>
                  <a:lnTo>
                    <a:pt x="15595" y="5990"/>
                  </a:lnTo>
                  <a:lnTo>
                    <a:pt x="15638" y="6016"/>
                  </a:lnTo>
                  <a:lnTo>
                    <a:pt x="15638" y="6029"/>
                  </a:lnTo>
                  <a:lnTo>
                    <a:pt x="15617" y="6042"/>
                  </a:lnTo>
                  <a:close/>
                  <a:moveTo>
                    <a:pt x="14640" y="7051"/>
                  </a:moveTo>
                  <a:lnTo>
                    <a:pt x="14068" y="7628"/>
                  </a:lnTo>
                  <a:lnTo>
                    <a:pt x="14046" y="7641"/>
                  </a:lnTo>
                  <a:lnTo>
                    <a:pt x="13940" y="7641"/>
                  </a:lnTo>
                  <a:lnTo>
                    <a:pt x="13919" y="7628"/>
                  </a:lnTo>
                  <a:lnTo>
                    <a:pt x="13919" y="7589"/>
                  </a:lnTo>
                  <a:lnTo>
                    <a:pt x="14513" y="6986"/>
                  </a:lnTo>
                  <a:lnTo>
                    <a:pt x="14513" y="6973"/>
                  </a:lnTo>
                  <a:lnTo>
                    <a:pt x="14598" y="6973"/>
                  </a:lnTo>
                  <a:lnTo>
                    <a:pt x="14640" y="6986"/>
                  </a:lnTo>
                  <a:lnTo>
                    <a:pt x="14640" y="6999"/>
                  </a:lnTo>
                  <a:lnTo>
                    <a:pt x="14662" y="7038"/>
                  </a:lnTo>
                  <a:lnTo>
                    <a:pt x="14640" y="7051"/>
                  </a:lnTo>
                  <a:close/>
                  <a:moveTo>
                    <a:pt x="13643" y="8034"/>
                  </a:moveTo>
                  <a:lnTo>
                    <a:pt x="13049" y="8624"/>
                  </a:lnTo>
                  <a:lnTo>
                    <a:pt x="13049" y="8637"/>
                  </a:lnTo>
                  <a:lnTo>
                    <a:pt x="13007" y="8650"/>
                  </a:lnTo>
                  <a:lnTo>
                    <a:pt x="12985" y="8650"/>
                  </a:lnTo>
                  <a:lnTo>
                    <a:pt x="12943" y="8637"/>
                  </a:lnTo>
                  <a:lnTo>
                    <a:pt x="12922" y="8637"/>
                  </a:lnTo>
                  <a:lnTo>
                    <a:pt x="12922" y="8572"/>
                  </a:lnTo>
                  <a:lnTo>
                    <a:pt x="13495" y="7995"/>
                  </a:lnTo>
                  <a:lnTo>
                    <a:pt x="13537" y="7969"/>
                  </a:lnTo>
                  <a:lnTo>
                    <a:pt x="13601" y="7969"/>
                  </a:lnTo>
                  <a:lnTo>
                    <a:pt x="13643" y="7995"/>
                  </a:lnTo>
                  <a:lnTo>
                    <a:pt x="13643" y="8034"/>
                  </a:lnTo>
                  <a:close/>
                  <a:moveTo>
                    <a:pt x="12646" y="9044"/>
                  </a:moveTo>
                  <a:lnTo>
                    <a:pt x="12052" y="9620"/>
                  </a:lnTo>
                  <a:lnTo>
                    <a:pt x="12031" y="9633"/>
                  </a:lnTo>
                  <a:lnTo>
                    <a:pt x="11967" y="9633"/>
                  </a:lnTo>
                  <a:lnTo>
                    <a:pt x="11946" y="9620"/>
                  </a:lnTo>
                  <a:lnTo>
                    <a:pt x="11903" y="9607"/>
                  </a:lnTo>
                  <a:lnTo>
                    <a:pt x="11903" y="9594"/>
                  </a:lnTo>
                  <a:lnTo>
                    <a:pt x="11946" y="9568"/>
                  </a:lnTo>
                  <a:lnTo>
                    <a:pt x="12497" y="8978"/>
                  </a:lnTo>
                  <a:lnTo>
                    <a:pt x="12540" y="8965"/>
                  </a:lnTo>
                  <a:lnTo>
                    <a:pt x="12625" y="8965"/>
                  </a:lnTo>
                  <a:lnTo>
                    <a:pt x="12646" y="8978"/>
                  </a:lnTo>
                  <a:lnTo>
                    <a:pt x="12646" y="9044"/>
                  </a:lnTo>
                  <a:close/>
                  <a:moveTo>
                    <a:pt x="11670" y="10040"/>
                  </a:moveTo>
                  <a:lnTo>
                    <a:pt x="11076" y="10617"/>
                  </a:lnTo>
                  <a:lnTo>
                    <a:pt x="11055" y="10630"/>
                  </a:lnTo>
                  <a:lnTo>
                    <a:pt x="11012" y="10643"/>
                  </a:lnTo>
                  <a:lnTo>
                    <a:pt x="10991" y="10643"/>
                  </a:lnTo>
                  <a:lnTo>
                    <a:pt x="10927" y="10603"/>
                  </a:lnTo>
                  <a:lnTo>
                    <a:pt x="10927" y="10577"/>
                  </a:lnTo>
                  <a:lnTo>
                    <a:pt x="10949" y="10564"/>
                  </a:lnTo>
                  <a:lnTo>
                    <a:pt x="11521" y="9987"/>
                  </a:lnTo>
                  <a:lnTo>
                    <a:pt x="11564" y="9961"/>
                  </a:lnTo>
                  <a:lnTo>
                    <a:pt x="11585" y="9961"/>
                  </a:lnTo>
                  <a:lnTo>
                    <a:pt x="11606" y="9974"/>
                  </a:lnTo>
                  <a:lnTo>
                    <a:pt x="11649" y="9987"/>
                  </a:lnTo>
                  <a:lnTo>
                    <a:pt x="11670" y="10000"/>
                  </a:lnTo>
                  <a:lnTo>
                    <a:pt x="11670" y="10040"/>
                  </a:lnTo>
                  <a:close/>
                  <a:moveTo>
                    <a:pt x="10651" y="11036"/>
                  </a:moveTo>
                  <a:lnTo>
                    <a:pt x="10079" y="11613"/>
                  </a:lnTo>
                  <a:lnTo>
                    <a:pt x="10057" y="11639"/>
                  </a:lnTo>
                  <a:lnTo>
                    <a:pt x="9951" y="11639"/>
                  </a:lnTo>
                  <a:lnTo>
                    <a:pt x="9930" y="11613"/>
                  </a:lnTo>
                  <a:lnTo>
                    <a:pt x="9930" y="11560"/>
                  </a:lnTo>
                  <a:lnTo>
                    <a:pt x="10524" y="10983"/>
                  </a:lnTo>
                  <a:lnTo>
                    <a:pt x="10545" y="10970"/>
                  </a:lnTo>
                  <a:lnTo>
                    <a:pt x="10630" y="10970"/>
                  </a:lnTo>
                  <a:lnTo>
                    <a:pt x="10673" y="10997"/>
                  </a:lnTo>
                  <a:lnTo>
                    <a:pt x="10673" y="11010"/>
                  </a:lnTo>
                  <a:lnTo>
                    <a:pt x="10651" y="11036"/>
                  </a:lnTo>
                  <a:close/>
                  <a:moveTo>
                    <a:pt x="9654" y="12032"/>
                  </a:moveTo>
                  <a:lnTo>
                    <a:pt x="9103" y="12609"/>
                  </a:lnTo>
                  <a:lnTo>
                    <a:pt x="9060" y="12622"/>
                  </a:lnTo>
                  <a:lnTo>
                    <a:pt x="9039" y="12635"/>
                  </a:lnTo>
                  <a:lnTo>
                    <a:pt x="8996" y="12635"/>
                  </a:lnTo>
                  <a:lnTo>
                    <a:pt x="8954" y="12609"/>
                  </a:lnTo>
                  <a:lnTo>
                    <a:pt x="8954" y="12569"/>
                  </a:lnTo>
                  <a:lnTo>
                    <a:pt x="9548" y="11980"/>
                  </a:lnTo>
                  <a:lnTo>
                    <a:pt x="9548" y="11967"/>
                  </a:lnTo>
                  <a:lnTo>
                    <a:pt x="9591" y="11953"/>
                  </a:lnTo>
                  <a:lnTo>
                    <a:pt x="9612" y="11953"/>
                  </a:lnTo>
                  <a:lnTo>
                    <a:pt x="9633" y="11967"/>
                  </a:lnTo>
                  <a:lnTo>
                    <a:pt x="9654" y="11967"/>
                  </a:lnTo>
                  <a:lnTo>
                    <a:pt x="9654" y="12032"/>
                  </a:lnTo>
                  <a:close/>
                  <a:moveTo>
                    <a:pt x="8678" y="13015"/>
                  </a:moveTo>
                  <a:lnTo>
                    <a:pt x="8084" y="13618"/>
                  </a:lnTo>
                  <a:lnTo>
                    <a:pt x="8042" y="13631"/>
                  </a:lnTo>
                  <a:lnTo>
                    <a:pt x="7978" y="13631"/>
                  </a:lnTo>
                  <a:lnTo>
                    <a:pt x="7957" y="13618"/>
                  </a:lnTo>
                  <a:lnTo>
                    <a:pt x="7957" y="13605"/>
                  </a:lnTo>
                  <a:lnTo>
                    <a:pt x="7936" y="13566"/>
                  </a:lnTo>
                  <a:lnTo>
                    <a:pt x="7957" y="13552"/>
                  </a:lnTo>
                  <a:lnTo>
                    <a:pt x="8530" y="12976"/>
                  </a:lnTo>
                  <a:lnTo>
                    <a:pt x="8551" y="12963"/>
                  </a:lnTo>
                  <a:lnTo>
                    <a:pt x="8572" y="12963"/>
                  </a:lnTo>
                  <a:lnTo>
                    <a:pt x="8636" y="12950"/>
                  </a:lnTo>
                  <a:lnTo>
                    <a:pt x="8678" y="12976"/>
                  </a:lnTo>
                  <a:lnTo>
                    <a:pt x="8678" y="13015"/>
                  </a:lnTo>
                  <a:close/>
                  <a:moveTo>
                    <a:pt x="7681" y="14024"/>
                  </a:moveTo>
                  <a:lnTo>
                    <a:pt x="7087" y="14601"/>
                  </a:lnTo>
                  <a:lnTo>
                    <a:pt x="7066" y="14614"/>
                  </a:lnTo>
                  <a:lnTo>
                    <a:pt x="7002" y="14614"/>
                  </a:lnTo>
                  <a:lnTo>
                    <a:pt x="6960" y="14601"/>
                  </a:lnTo>
                  <a:lnTo>
                    <a:pt x="6938" y="14588"/>
                  </a:lnTo>
                  <a:lnTo>
                    <a:pt x="6938" y="14575"/>
                  </a:lnTo>
                  <a:lnTo>
                    <a:pt x="6960" y="14562"/>
                  </a:lnTo>
                  <a:lnTo>
                    <a:pt x="7532" y="13959"/>
                  </a:lnTo>
                  <a:lnTo>
                    <a:pt x="7554" y="13946"/>
                  </a:lnTo>
                  <a:lnTo>
                    <a:pt x="7660" y="13946"/>
                  </a:lnTo>
                  <a:lnTo>
                    <a:pt x="7660" y="13959"/>
                  </a:lnTo>
                  <a:lnTo>
                    <a:pt x="7681" y="13985"/>
                  </a:lnTo>
                  <a:lnTo>
                    <a:pt x="7681" y="14024"/>
                  </a:lnTo>
                  <a:close/>
                  <a:moveTo>
                    <a:pt x="6684" y="15020"/>
                  </a:moveTo>
                  <a:lnTo>
                    <a:pt x="6111" y="15597"/>
                  </a:lnTo>
                  <a:lnTo>
                    <a:pt x="6090" y="15610"/>
                  </a:lnTo>
                  <a:lnTo>
                    <a:pt x="6047" y="15623"/>
                  </a:lnTo>
                  <a:lnTo>
                    <a:pt x="6026" y="15623"/>
                  </a:lnTo>
                  <a:lnTo>
                    <a:pt x="6005" y="15610"/>
                  </a:lnTo>
                  <a:lnTo>
                    <a:pt x="5983" y="15610"/>
                  </a:lnTo>
                  <a:lnTo>
                    <a:pt x="5962" y="15584"/>
                  </a:lnTo>
                  <a:lnTo>
                    <a:pt x="5962" y="15558"/>
                  </a:lnTo>
                  <a:lnTo>
                    <a:pt x="5983" y="15545"/>
                  </a:lnTo>
                  <a:lnTo>
                    <a:pt x="6556" y="14968"/>
                  </a:lnTo>
                  <a:lnTo>
                    <a:pt x="6599" y="14942"/>
                  </a:lnTo>
                  <a:lnTo>
                    <a:pt x="6620" y="14942"/>
                  </a:lnTo>
                  <a:lnTo>
                    <a:pt x="6641" y="14955"/>
                  </a:lnTo>
                  <a:lnTo>
                    <a:pt x="6684" y="14968"/>
                  </a:lnTo>
                  <a:lnTo>
                    <a:pt x="6705" y="14981"/>
                  </a:lnTo>
                  <a:lnTo>
                    <a:pt x="6705" y="14994"/>
                  </a:lnTo>
                  <a:lnTo>
                    <a:pt x="6684" y="15020"/>
                  </a:lnTo>
                  <a:close/>
                  <a:moveTo>
                    <a:pt x="5686" y="16017"/>
                  </a:moveTo>
                  <a:lnTo>
                    <a:pt x="5114" y="16593"/>
                  </a:lnTo>
                  <a:lnTo>
                    <a:pt x="5092" y="16619"/>
                  </a:lnTo>
                  <a:lnTo>
                    <a:pt x="4986" y="16619"/>
                  </a:lnTo>
                  <a:lnTo>
                    <a:pt x="4965" y="16593"/>
                  </a:lnTo>
                  <a:lnTo>
                    <a:pt x="4965" y="16554"/>
                  </a:lnTo>
                  <a:lnTo>
                    <a:pt x="5559" y="15964"/>
                  </a:lnTo>
                  <a:lnTo>
                    <a:pt x="5580" y="15938"/>
                  </a:lnTo>
                  <a:lnTo>
                    <a:pt x="5665" y="15938"/>
                  </a:lnTo>
                  <a:lnTo>
                    <a:pt x="5686" y="15964"/>
                  </a:lnTo>
                  <a:lnTo>
                    <a:pt x="5708" y="15977"/>
                  </a:lnTo>
                  <a:lnTo>
                    <a:pt x="5708" y="15990"/>
                  </a:lnTo>
                  <a:lnTo>
                    <a:pt x="5686" y="16017"/>
                  </a:lnTo>
                  <a:close/>
                  <a:moveTo>
                    <a:pt x="4689" y="17013"/>
                  </a:moveTo>
                  <a:lnTo>
                    <a:pt x="4138" y="17589"/>
                  </a:lnTo>
                  <a:lnTo>
                    <a:pt x="4095" y="17602"/>
                  </a:lnTo>
                  <a:lnTo>
                    <a:pt x="4074" y="17616"/>
                  </a:lnTo>
                  <a:lnTo>
                    <a:pt x="4031" y="17616"/>
                  </a:lnTo>
                  <a:lnTo>
                    <a:pt x="3989" y="17589"/>
                  </a:lnTo>
                  <a:lnTo>
                    <a:pt x="3989" y="17537"/>
                  </a:lnTo>
                  <a:lnTo>
                    <a:pt x="4583" y="16960"/>
                  </a:lnTo>
                  <a:lnTo>
                    <a:pt x="4583" y="16947"/>
                  </a:lnTo>
                  <a:lnTo>
                    <a:pt x="4626" y="16934"/>
                  </a:lnTo>
                  <a:lnTo>
                    <a:pt x="4647" y="16934"/>
                  </a:lnTo>
                  <a:lnTo>
                    <a:pt x="4689" y="16960"/>
                  </a:lnTo>
                  <a:lnTo>
                    <a:pt x="4689" y="17013"/>
                  </a:lnTo>
                  <a:close/>
                  <a:moveTo>
                    <a:pt x="3713" y="18009"/>
                  </a:moveTo>
                  <a:lnTo>
                    <a:pt x="3119" y="18599"/>
                  </a:lnTo>
                  <a:lnTo>
                    <a:pt x="3098" y="18612"/>
                  </a:lnTo>
                  <a:lnTo>
                    <a:pt x="3013" y="18612"/>
                  </a:lnTo>
                  <a:lnTo>
                    <a:pt x="2992" y="18599"/>
                  </a:lnTo>
                  <a:lnTo>
                    <a:pt x="2971" y="18572"/>
                  </a:lnTo>
                  <a:lnTo>
                    <a:pt x="2971" y="18559"/>
                  </a:lnTo>
                  <a:lnTo>
                    <a:pt x="2992" y="18533"/>
                  </a:lnTo>
                  <a:lnTo>
                    <a:pt x="3565" y="17956"/>
                  </a:lnTo>
                  <a:lnTo>
                    <a:pt x="3586" y="17943"/>
                  </a:lnTo>
                  <a:lnTo>
                    <a:pt x="3692" y="17943"/>
                  </a:lnTo>
                  <a:lnTo>
                    <a:pt x="3713" y="17956"/>
                  </a:lnTo>
                  <a:lnTo>
                    <a:pt x="3713" y="18009"/>
                  </a:lnTo>
                  <a:close/>
                  <a:moveTo>
                    <a:pt x="2716" y="19005"/>
                  </a:moveTo>
                  <a:lnTo>
                    <a:pt x="2122" y="19582"/>
                  </a:lnTo>
                  <a:lnTo>
                    <a:pt x="2079" y="19608"/>
                  </a:lnTo>
                  <a:lnTo>
                    <a:pt x="2058" y="19608"/>
                  </a:lnTo>
                  <a:lnTo>
                    <a:pt x="2037" y="19595"/>
                  </a:lnTo>
                  <a:lnTo>
                    <a:pt x="1994" y="19582"/>
                  </a:lnTo>
                  <a:lnTo>
                    <a:pt x="1973" y="19568"/>
                  </a:lnTo>
                  <a:lnTo>
                    <a:pt x="1973" y="19555"/>
                  </a:lnTo>
                  <a:lnTo>
                    <a:pt x="1994" y="19542"/>
                  </a:lnTo>
                  <a:lnTo>
                    <a:pt x="2567" y="18966"/>
                  </a:lnTo>
                  <a:lnTo>
                    <a:pt x="2589" y="18939"/>
                  </a:lnTo>
                  <a:lnTo>
                    <a:pt x="2631" y="18926"/>
                  </a:lnTo>
                  <a:lnTo>
                    <a:pt x="2652" y="18926"/>
                  </a:lnTo>
                  <a:lnTo>
                    <a:pt x="2695" y="18939"/>
                  </a:lnTo>
                  <a:lnTo>
                    <a:pt x="2716" y="18979"/>
                  </a:lnTo>
                  <a:lnTo>
                    <a:pt x="2716" y="19005"/>
                  </a:lnTo>
                  <a:close/>
                  <a:moveTo>
                    <a:pt x="1697" y="20001"/>
                  </a:moveTo>
                  <a:lnTo>
                    <a:pt x="1146" y="20591"/>
                  </a:lnTo>
                  <a:lnTo>
                    <a:pt x="1103" y="20591"/>
                  </a:lnTo>
                  <a:lnTo>
                    <a:pt x="1082" y="20604"/>
                  </a:lnTo>
                  <a:lnTo>
                    <a:pt x="1040" y="20604"/>
                  </a:lnTo>
                  <a:lnTo>
                    <a:pt x="997" y="20578"/>
                  </a:lnTo>
                  <a:lnTo>
                    <a:pt x="997" y="20525"/>
                  </a:lnTo>
                  <a:lnTo>
                    <a:pt x="1591" y="19949"/>
                  </a:lnTo>
                  <a:lnTo>
                    <a:pt x="1613" y="19935"/>
                  </a:lnTo>
                  <a:lnTo>
                    <a:pt x="1676" y="19935"/>
                  </a:lnTo>
                  <a:lnTo>
                    <a:pt x="1697" y="19949"/>
                  </a:lnTo>
                  <a:lnTo>
                    <a:pt x="1740" y="19962"/>
                  </a:lnTo>
                  <a:lnTo>
                    <a:pt x="1740" y="19975"/>
                  </a:lnTo>
                  <a:lnTo>
                    <a:pt x="1697" y="20001"/>
                  </a:lnTo>
                  <a:close/>
                  <a:moveTo>
                    <a:pt x="721" y="20997"/>
                  </a:moveTo>
                  <a:lnTo>
                    <a:pt x="149" y="21574"/>
                  </a:lnTo>
                  <a:lnTo>
                    <a:pt x="127" y="21600"/>
                  </a:lnTo>
                  <a:lnTo>
                    <a:pt x="21" y="21600"/>
                  </a:lnTo>
                  <a:lnTo>
                    <a:pt x="0" y="21574"/>
                  </a:lnTo>
                  <a:lnTo>
                    <a:pt x="0" y="21534"/>
                  </a:lnTo>
                  <a:lnTo>
                    <a:pt x="594" y="20945"/>
                  </a:lnTo>
                  <a:lnTo>
                    <a:pt x="615" y="20918"/>
                  </a:lnTo>
                  <a:lnTo>
                    <a:pt x="700" y="20918"/>
                  </a:lnTo>
                  <a:lnTo>
                    <a:pt x="721" y="20945"/>
                  </a:lnTo>
                  <a:lnTo>
                    <a:pt x="743" y="20958"/>
                  </a:lnTo>
                  <a:lnTo>
                    <a:pt x="743" y="20984"/>
                  </a:lnTo>
                  <a:lnTo>
                    <a:pt x="721" y="20997"/>
                  </a:lnTo>
                  <a:close/>
                </a:path>
              </a:pathLst>
            </a:custGeom>
            <a:solidFill>
              <a:srgbClr val="0000FF"/>
            </a:solidFill>
            <a:ln w="317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95" name="Shape 5195"/>
            <p:cNvSpPr/>
            <p:nvPr/>
          </p:nvSpPr>
          <p:spPr>
            <a:xfrm>
              <a:off x="4479901" y="672136"/>
              <a:ext cx="144266" cy="155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556"/>
                  </a:moveTo>
                  <a:lnTo>
                    <a:pt x="21600" y="21600"/>
                  </a:lnTo>
                  <a:lnTo>
                    <a:pt x="21455" y="0"/>
                  </a:lnTo>
                  <a:lnTo>
                    <a:pt x="0" y="955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96" name="Shape 5196"/>
            <p:cNvSpPr/>
            <p:nvPr/>
          </p:nvSpPr>
          <p:spPr>
            <a:xfrm>
              <a:off x="4479901" y="672136"/>
              <a:ext cx="144266" cy="155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556"/>
                  </a:moveTo>
                  <a:lnTo>
                    <a:pt x="21600" y="21600"/>
                  </a:lnTo>
                  <a:lnTo>
                    <a:pt x="21455" y="0"/>
                  </a:lnTo>
                  <a:lnTo>
                    <a:pt x="0" y="9556"/>
                  </a:lnTo>
                  <a:close/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97" name="Shape 5197"/>
            <p:cNvSpPr/>
            <p:nvPr/>
          </p:nvSpPr>
          <p:spPr>
            <a:xfrm>
              <a:off x="5187760" y="795551"/>
              <a:ext cx="307766" cy="1030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4" y="40"/>
                  </a:moveTo>
                  <a:lnTo>
                    <a:pt x="1490" y="1034"/>
                  </a:lnTo>
                  <a:lnTo>
                    <a:pt x="1490" y="1094"/>
                  </a:lnTo>
                  <a:lnTo>
                    <a:pt x="1422" y="1114"/>
                  </a:lnTo>
                  <a:lnTo>
                    <a:pt x="1422" y="1134"/>
                  </a:lnTo>
                  <a:lnTo>
                    <a:pt x="1083" y="1134"/>
                  </a:lnTo>
                  <a:lnTo>
                    <a:pt x="1016" y="1114"/>
                  </a:lnTo>
                  <a:lnTo>
                    <a:pt x="1016" y="1094"/>
                  </a:lnTo>
                  <a:lnTo>
                    <a:pt x="0" y="99"/>
                  </a:lnTo>
                  <a:lnTo>
                    <a:pt x="0" y="80"/>
                  </a:lnTo>
                  <a:lnTo>
                    <a:pt x="68" y="40"/>
                  </a:lnTo>
                  <a:lnTo>
                    <a:pt x="68" y="20"/>
                  </a:lnTo>
                  <a:lnTo>
                    <a:pt x="135" y="0"/>
                  </a:lnTo>
                  <a:lnTo>
                    <a:pt x="406" y="0"/>
                  </a:lnTo>
                  <a:lnTo>
                    <a:pt x="474" y="20"/>
                  </a:lnTo>
                  <a:lnTo>
                    <a:pt x="474" y="40"/>
                  </a:lnTo>
                  <a:close/>
                  <a:moveTo>
                    <a:pt x="2234" y="1750"/>
                  </a:moveTo>
                  <a:lnTo>
                    <a:pt x="3182" y="2745"/>
                  </a:lnTo>
                  <a:lnTo>
                    <a:pt x="3182" y="2824"/>
                  </a:lnTo>
                  <a:lnTo>
                    <a:pt x="3047" y="2844"/>
                  </a:lnTo>
                  <a:lnTo>
                    <a:pt x="2776" y="2844"/>
                  </a:lnTo>
                  <a:lnTo>
                    <a:pt x="2708" y="2824"/>
                  </a:lnTo>
                  <a:lnTo>
                    <a:pt x="2708" y="2804"/>
                  </a:lnTo>
                  <a:lnTo>
                    <a:pt x="1761" y="1810"/>
                  </a:lnTo>
                  <a:lnTo>
                    <a:pt x="1625" y="1790"/>
                  </a:lnTo>
                  <a:lnTo>
                    <a:pt x="1896" y="1710"/>
                  </a:lnTo>
                  <a:lnTo>
                    <a:pt x="2031" y="1710"/>
                  </a:lnTo>
                  <a:lnTo>
                    <a:pt x="2099" y="1730"/>
                  </a:lnTo>
                  <a:lnTo>
                    <a:pt x="2234" y="1750"/>
                  </a:lnTo>
                  <a:close/>
                  <a:moveTo>
                    <a:pt x="3860" y="3461"/>
                  </a:moveTo>
                  <a:lnTo>
                    <a:pt x="4808" y="4455"/>
                  </a:lnTo>
                  <a:lnTo>
                    <a:pt x="4808" y="4515"/>
                  </a:lnTo>
                  <a:lnTo>
                    <a:pt x="4672" y="4555"/>
                  </a:lnTo>
                  <a:lnTo>
                    <a:pt x="4469" y="4555"/>
                  </a:lnTo>
                  <a:lnTo>
                    <a:pt x="4334" y="4515"/>
                  </a:lnTo>
                  <a:lnTo>
                    <a:pt x="3386" y="3520"/>
                  </a:lnTo>
                  <a:lnTo>
                    <a:pt x="3386" y="3441"/>
                  </a:lnTo>
                  <a:lnTo>
                    <a:pt x="3453" y="3421"/>
                  </a:lnTo>
                  <a:lnTo>
                    <a:pt x="3724" y="3421"/>
                  </a:lnTo>
                  <a:lnTo>
                    <a:pt x="3860" y="3461"/>
                  </a:lnTo>
                  <a:close/>
                  <a:moveTo>
                    <a:pt x="5485" y="5171"/>
                  </a:moveTo>
                  <a:lnTo>
                    <a:pt x="6568" y="6166"/>
                  </a:lnTo>
                  <a:lnTo>
                    <a:pt x="6568" y="6186"/>
                  </a:lnTo>
                  <a:lnTo>
                    <a:pt x="6297" y="6265"/>
                  </a:lnTo>
                  <a:lnTo>
                    <a:pt x="6229" y="6265"/>
                  </a:lnTo>
                  <a:lnTo>
                    <a:pt x="6162" y="6245"/>
                  </a:lnTo>
                  <a:lnTo>
                    <a:pt x="6094" y="6245"/>
                  </a:lnTo>
                  <a:lnTo>
                    <a:pt x="5959" y="6225"/>
                  </a:lnTo>
                  <a:lnTo>
                    <a:pt x="5011" y="5231"/>
                  </a:lnTo>
                  <a:lnTo>
                    <a:pt x="5011" y="5151"/>
                  </a:lnTo>
                  <a:lnTo>
                    <a:pt x="5146" y="5131"/>
                  </a:lnTo>
                  <a:lnTo>
                    <a:pt x="5214" y="5131"/>
                  </a:lnTo>
                  <a:lnTo>
                    <a:pt x="5282" y="5112"/>
                  </a:lnTo>
                  <a:lnTo>
                    <a:pt x="5485" y="5171"/>
                  </a:lnTo>
                  <a:close/>
                  <a:moveTo>
                    <a:pt x="7177" y="6882"/>
                  </a:moveTo>
                  <a:lnTo>
                    <a:pt x="8193" y="7876"/>
                  </a:lnTo>
                  <a:lnTo>
                    <a:pt x="8193" y="7896"/>
                  </a:lnTo>
                  <a:lnTo>
                    <a:pt x="8125" y="7936"/>
                  </a:lnTo>
                  <a:lnTo>
                    <a:pt x="8125" y="7956"/>
                  </a:lnTo>
                  <a:lnTo>
                    <a:pt x="8058" y="7976"/>
                  </a:lnTo>
                  <a:lnTo>
                    <a:pt x="7855" y="7976"/>
                  </a:lnTo>
                  <a:lnTo>
                    <a:pt x="7719" y="7936"/>
                  </a:lnTo>
                  <a:lnTo>
                    <a:pt x="7719" y="7896"/>
                  </a:lnTo>
                  <a:lnTo>
                    <a:pt x="6703" y="6902"/>
                  </a:lnTo>
                  <a:lnTo>
                    <a:pt x="6703" y="6862"/>
                  </a:lnTo>
                  <a:lnTo>
                    <a:pt x="6839" y="6822"/>
                  </a:lnTo>
                  <a:lnTo>
                    <a:pt x="7042" y="6822"/>
                  </a:lnTo>
                  <a:lnTo>
                    <a:pt x="7110" y="6842"/>
                  </a:lnTo>
                  <a:lnTo>
                    <a:pt x="7177" y="6842"/>
                  </a:lnTo>
                  <a:lnTo>
                    <a:pt x="7177" y="6882"/>
                  </a:lnTo>
                  <a:close/>
                  <a:moveTo>
                    <a:pt x="8938" y="8572"/>
                  </a:moveTo>
                  <a:lnTo>
                    <a:pt x="9886" y="9587"/>
                  </a:lnTo>
                  <a:lnTo>
                    <a:pt x="9886" y="9646"/>
                  </a:lnTo>
                  <a:lnTo>
                    <a:pt x="9750" y="9666"/>
                  </a:lnTo>
                  <a:lnTo>
                    <a:pt x="9480" y="9666"/>
                  </a:lnTo>
                  <a:lnTo>
                    <a:pt x="9412" y="9646"/>
                  </a:lnTo>
                  <a:lnTo>
                    <a:pt x="9412" y="9607"/>
                  </a:lnTo>
                  <a:lnTo>
                    <a:pt x="8329" y="8612"/>
                  </a:lnTo>
                  <a:lnTo>
                    <a:pt x="8329" y="8592"/>
                  </a:lnTo>
                  <a:lnTo>
                    <a:pt x="8464" y="8572"/>
                  </a:lnTo>
                  <a:lnTo>
                    <a:pt x="8464" y="8552"/>
                  </a:lnTo>
                  <a:lnTo>
                    <a:pt x="8599" y="8533"/>
                  </a:lnTo>
                  <a:lnTo>
                    <a:pt x="8667" y="8533"/>
                  </a:lnTo>
                  <a:lnTo>
                    <a:pt x="8735" y="8552"/>
                  </a:lnTo>
                  <a:lnTo>
                    <a:pt x="8803" y="8552"/>
                  </a:lnTo>
                  <a:lnTo>
                    <a:pt x="8938" y="8572"/>
                  </a:lnTo>
                  <a:close/>
                  <a:moveTo>
                    <a:pt x="10563" y="10283"/>
                  </a:moveTo>
                  <a:lnTo>
                    <a:pt x="11511" y="11277"/>
                  </a:lnTo>
                  <a:lnTo>
                    <a:pt x="11511" y="11357"/>
                  </a:lnTo>
                  <a:lnTo>
                    <a:pt x="11443" y="11377"/>
                  </a:lnTo>
                  <a:lnTo>
                    <a:pt x="11172" y="11377"/>
                  </a:lnTo>
                  <a:lnTo>
                    <a:pt x="11105" y="11357"/>
                  </a:lnTo>
                  <a:lnTo>
                    <a:pt x="11037" y="11317"/>
                  </a:lnTo>
                  <a:lnTo>
                    <a:pt x="10089" y="10323"/>
                  </a:lnTo>
                  <a:lnTo>
                    <a:pt x="10021" y="10303"/>
                  </a:lnTo>
                  <a:lnTo>
                    <a:pt x="10224" y="10243"/>
                  </a:lnTo>
                  <a:lnTo>
                    <a:pt x="10428" y="10243"/>
                  </a:lnTo>
                  <a:lnTo>
                    <a:pt x="10563" y="10283"/>
                  </a:lnTo>
                  <a:close/>
                  <a:moveTo>
                    <a:pt x="12188" y="11993"/>
                  </a:moveTo>
                  <a:lnTo>
                    <a:pt x="13136" y="12988"/>
                  </a:lnTo>
                  <a:lnTo>
                    <a:pt x="13136" y="13028"/>
                  </a:lnTo>
                  <a:lnTo>
                    <a:pt x="13068" y="13067"/>
                  </a:lnTo>
                  <a:lnTo>
                    <a:pt x="13001" y="13087"/>
                  </a:lnTo>
                  <a:lnTo>
                    <a:pt x="12865" y="13087"/>
                  </a:lnTo>
                  <a:lnTo>
                    <a:pt x="12662" y="13028"/>
                  </a:lnTo>
                  <a:lnTo>
                    <a:pt x="11714" y="12033"/>
                  </a:lnTo>
                  <a:lnTo>
                    <a:pt x="11714" y="11973"/>
                  </a:lnTo>
                  <a:lnTo>
                    <a:pt x="11850" y="11954"/>
                  </a:lnTo>
                  <a:lnTo>
                    <a:pt x="12053" y="11954"/>
                  </a:lnTo>
                  <a:lnTo>
                    <a:pt x="12188" y="11993"/>
                  </a:lnTo>
                  <a:close/>
                  <a:moveTo>
                    <a:pt x="13881" y="13704"/>
                  </a:moveTo>
                  <a:lnTo>
                    <a:pt x="14897" y="14698"/>
                  </a:lnTo>
                  <a:lnTo>
                    <a:pt x="14897" y="14718"/>
                  </a:lnTo>
                  <a:lnTo>
                    <a:pt x="14829" y="14738"/>
                  </a:lnTo>
                  <a:lnTo>
                    <a:pt x="14829" y="14778"/>
                  </a:lnTo>
                  <a:lnTo>
                    <a:pt x="14761" y="14798"/>
                  </a:lnTo>
                  <a:lnTo>
                    <a:pt x="14558" y="14798"/>
                  </a:lnTo>
                  <a:lnTo>
                    <a:pt x="14490" y="14778"/>
                  </a:lnTo>
                  <a:lnTo>
                    <a:pt x="14423" y="14778"/>
                  </a:lnTo>
                  <a:lnTo>
                    <a:pt x="14423" y="14738"/>
                  </a:lnTo>
                  <a:lnTo>
                    <a:pt x="13407" y="13744"/>
                  </a:lnTo>
                  <a:lnTo>
                    <a:pt x="13407" y="13684"/>
                  </a:lnTo>
                  <a:lnTo>
                    <a:pt x="13475" y="13664"/>
                  </a:lnTo>
                  <a:lnTo>
                    <a:pt x="13542" y="13664"/>
                  </a:lnTo>
                  <a:lnTo>
                    <a:pt x="13745" y="13644"/>
                  </a:lnTo>
                  <a:lnTo>
                    <a:pt x="13881" y="13684"/>
                  </a:lnTo>
                  <a:lnTo>
                    <a:pt x="13881" y="13704"/>
                  </a:lnTo>
                  <a:close/>
                  <a:moveTo>
                    <a:pt x="15641" y="15414"/>
                  </a:moveTo>
                  <a:lnTo>
                    <a:pt x="16589" y="16409"/>
                  </a:lnTo>
                  <a:lnTo>
                    <a:pt x="16589" y="16449"/>
                  </a:lnTo>
                  <a:lnTo>
                    <a:pt x="16386" y="16508"/>
                  </a:lnTo>
                  <a:lnTo>
                    <a:pt x="16251" y="16508"/>
                  </a:lnTo>
                  <a:lnTo>
                    <a:pt x="16183" y="16488"/>
                  </a:lnTo>
                  <a:lnTo>
                    <a:pt x="16115" y="16488"/>
                  </a:lnTo>
                  <a:lnTo>
                    <a:pt x="16115" y="16449"/>
                  </a:lnTo>
                  <a:lnTo>
                    <a:pt x="15032" y="15434"/>
                  </a:lnTo>
                  <a:lnTo>
                    <a:pt x="15032" y="15414"/>
                  </a:lnTo>
                  <a:lnTo>
                    <a:pt x="15167" y="15394"/>
                  </a:lnTo>
                  <a:lnTo>
                    <a:pt x="15167" y="15375"/>
                  </a:lnTo>
                  <a:lnTo>
                    <a:pt x="15303" y="15375"/>
                  </a:lnTo>
                  <a:lnTo>
                    <a:pt x="15371" y="15355"/>
                  </a:lnTo>
                  <a:lnTo>
                    <a:pt x="15438" y="15375"/>
                  </a:lnTo>
                  <a:lnTo>
                    <a:pt x="15506" y="15375"/>
                  </a:lnTo>
                  <a:lnTo>
                    <a:pt x="15641" y="15414"/>
                  </a:lnTo>
                  <a:close/>
                  <a:moveTo>
                    <a:pt x="17266" y="17105"/>
                  </a:moveTo>
                  <a:lnTo>
                    <a:pt x="18214" y="18119"/>
                  </a:lnTo>
                  <a:lnTo>
                    <a:pt x="18214" y="18159"/>
                  </a:lnTo>
                  <a:lnTo>
                    <a:pt x="18147" y="18179"/>
                  </a:lnTo>
                  <a:lnTo>
                    <a:pt x="18079" y="18219"/>
                  </a:lnTo>
                  <a:lnTo>
                    <a:pt x="17944" y="18219"/>
                  </a:lnTo>
                  <a:lnTo>
                    <a:pt x="17876" y="18179"/>
                  </a:lnTo>
                  <a:lnTo>
                    <a:pt x="17740" y="18139"/>
                  </a:lnTo>
                  <a:lnTo>
                    <a:pt x="16792" y="17145"/>
                  </a:lnTo>
                  <a:lnTo>
                    <a:pt x="16725" y="17125"/>
                  </a:lnTo>
                  <a:lnTo>
                    <a:pt x="16928" y="17065"/>
                  </a:lnTo>
                  <a:lnTo>
                    <a:pt x="17063" y="17065"/>
                  </a:lnTo>
                  <a:lnTo>
                    <a:pt x="17131" y="17085"/>
                  </a:lnTo>
                  <a:lnTo>
                    <a:pt x="17199" y="17085"/>
                  </a:lnTo>
                  <a:lnTo>
                    <a:pt x="17266" y="17105"/>
                  </a:lnTo>
                  <a:close/>
                  <a:moveTo>
                    <a:pt x="18892" y="18815"/>
                  </a:moveTo>
                  <a:lnTo>
                    <a:pt x="19839" y="19810"/>
                  </a:lnTo>
                  <a:lnTo>
                    <a:pt x="19839" y="19870"/>
                  </a:lnTo>
                  <a:lnTo>
                    <a:pt x="19772" y="19890"/>
                  </a:lnTo>
                  <a:lnTo>
                    <a:pt x="19569" y="19890"/>
                  </a:lnTo>
                  <a:lnTo>
                    <a:pt x="19501" y="19870"/>
                  </a:lnTo>
                  <a:lnTo>
                    <a:pt x="19366" y="19850"/>
                  </a:lnTo>
                  <a:lnTo>
                    <a:pt x="18418" y="18855"/>
                  </a:lnTo>
                  <a:lnTo>
                    <a:pt x="18418" y="18815"/>
                  </a:lnTo>
                  <a:lnTo>
                    <a:pt x="18553" y="18796"/>
                  </a:lnTo>
                  <a:lnTo>
                    <a:pt x="18621" y="18776"/>
                  </a:lnTo>
                  <a:lnTo>
                    <a:pt x="18756" y="18776"/>
                  </a:lnTo>
                  <a:lnTo>
                    <a:pt x="18892" y="18815"/>
                  </a:lnTo>
                  <a:close/>
                  <a:moveTo>
                    <a:pt x="20584" y="20526"/>
                  </a:moveTo>
                  <a:lnTo>
                    <a:pt x="21600" y="21520"/>
                  </a:lnTo>
                  <a:lnTo>
                    <a:pt x="21600" y="21540"/>
                  </a:lnTo>
                  <a:lnTo>
                    <a:pt x="21397" y="21600"/>
                  </a:lnTo>
                  <a:lnTo>
                    <a:pt x="21194" y="21600"/>
                  </a:lnTo>
                  <a:lnTo>
                    <a:pt x="21058" y="21560"/>
                  </a:lnTo>
                  <a:lnTo>
                    <a:pt x="20110" y="20566"/>
                  </a:lnTo>
                  <a:lnTo>
                    <a:pt x="20110" y="20506"/>
                  </a:lnTo>
                  <a:lnTo>
                    <a:pt x="20178" y="20486"/>
                  </a:lnTo>
                  <a:lnTo>
                    <a:pt x="20517" y="20486"/>
                  </a:lnTo>
                  <a:lnTo>
                    <a:pt x="20584" y="20506"/>
                  </a:lnTo>
                  <a:lnTo>
                    <a:pt x="20584" y="20526"/>
                  </a:lnTo>
                  <a:close/>
                </a:path>
              </a:pathLst>
            </a:custGeom>
            <a:solidFill>
              <a:srgbClr val="0000FF"/>
            </a:solidFill>
            <a:ln w="317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98" name="Shape 5198"/>
            <p:cNvSpPr/>
            <p:nvPr/>
          </p:nvSpPr>
          <p:spPr>
            <a:xfrm>
              <a:off x="5110819" y="672136"/>
              <a:ext cx="161577" cy="1499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15038"/>
                  </a:lnTo>
                  <a:lnTo>
                    <a:pt x="582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199" name="Shape 5199"/>
            <p:cNvSpPr/>
            <p:nvPr/>
          </p:nvSpPr>
          <p:spPr>
            <a:xfrm>
              <a:off x="5110819" y="672136"/>
              <a:ext cx="161577" cy="1499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15038"/>
                  </a:lnTo>
                  <a:lnTo>
                    <a:pt x="582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00" name="Shape 5200"/>
            <p:cNvSpPr/>
            <p:nvPr/>
          </p:nvSpPr>
          <p:spPr>
            <a:xfrm>
              <a:off x="2962236" y="1638570"/>
              <a:ext cx="1473425" cy="562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44" y="21600"/>
                  </a:moveTo>
                  <a:lnTo>
                    <a:pt x="20853" y="20942"/>
                  </a:lnTo>
                  <a:lnTo>
                    <a:pt x="20810" y="20832"/>
                  </a:lnTo>
                  <a:lnTo>
                    <a:pt x="20810" y="20723"/>
                  </a:lnTo>
                  <a:lnTo>
                    <a:pt x="20839" y="20686"/>
                  </a:lnTo>
                  <a:lnTo>
                    <a:pt x="20853" y="20686"/>
                  </a:lnTo>
                  <a:lnTo>
                    <a:pt x="20867" y="20650"/>
                  </a:lnTo>
                  <a:lnTo>
                    <a:pt x="20881" y="20686"/>
                  </a:lnTo>
                  <a:lnTo>
                    <a:pt x="21572" y="21344"/>
                  </a:lnTo>
                  <a:lnTo>
                    <a:pt x="21586" y="21344"/>
                  </a:lnTo>
                  <a:lnTo>
                    <a:pt x="21600" y="21381"/>
                  </a:lnTo>
                  <a:lnTo>
                    <a:pt x="21600" y="21527"/>
                  </a:lnTo>
                  <a:lnTo>
                    <a:pt x="21586" y="21563"/>
                  </a:lnTo>
                  <a:lnTo>
                    <a:pt x="21572" y="21563"/>
                  </a:lnTo>
                  <a:lnTo>
                    <a:pt x="21558" y="21600"/>
                  </a:lnTo>
                  <a:lnTo>
                    <a:pt x="21544" y="21600"/>
                  </a:lnTo>
                  <a:close/>
                  <a:moveTo>
                    <a:pt x="20359" y="20430"/>
                  </a:moveTo>
                  <a:lnTo>
                    <a:pt x="19668" y="19736"/>
                  </a:lnTo>
                  <a:lnTo>
                    <a:pt x="19640" y="19663"/>
                  </a:lnTo>
                  <a:lnTo>
                    <a:pt x="19640" y="19590"/>
                  </a:lnTo>
                  <a:lnTo>
                    <a:pt x="19654" y="19517"/>
                  </a:lnTo>
                  <a:lnTo>
                    <a:pt x="19668" y="19480"/>
                  </a:lnTo>
                  <a:lnTo>
                    <a:pt x="19697" y="19480"/>
                  </a:lnTo>
                  <a:lnTo>
                    <a:pt x="20387" y="20175"/>
                  </a:lnTo>
                  <a:lnTo>
                    <a:pt x="20416" y="20248"/>
                  </a:lnTo>
                  <a:lnTo>
                    <a:pt x="20416" y="20321"/>
                  </a:lnTo>
                  <a:lnTo>
                    <a:pt x="20402" y="20394"/>
                  </a:lnTo>
                  <a:lnTo>
                    <a:pt x="20387" y="20430"/>
                  </a:lnTo>
                  <a:lnTo>
                    <a:pt x="20359" y="20430"/>
                  </a:lnTo>
                  <a:close/>
                  <a:moveTo>
                    <a:pt x="19175" y="19261"/>
                  </a:moveTo>
                  <a:lnTo>
                    <a:pt x="18484" y="18566"/>
                  </a:lnTo>
                  <a:lnTo>
                    <a:pt x="18470" y="18566"/>
                  </a:lnTo>
                  <a:lnTo>
                    <a:pt x="18456" y="18493"/>
                  </a:lnTo>
                  <a:lnTo>
                    <a:pt x="18456" y="18384"/>
                  </a:lnTo>
                  <a:lnTo>
                    <a:pt x="18484" y="18311"/>
                  </a:lnTo>
                  <a:lnTo>
                    <a:pt x="18540" y="18311"/>
                  </a:lnTo>
                  <a:lnTo>
                    <a:pt x="19203" y="19005"/>
                  </a:lnTo>
                  <a:lnTo>
                    <a:pt x="19217" y="19005"/>
                  </a:lnTo>
                  <a:lnTo>
                    <a:pt x="19245" y="19078"/>
                  </a:lnTo>
                  <a:lnTo>
                    <a:pt x="19245" y="19224"/>
                  </a:lnTo>
                  <a:lnTo>
                    <a:pt x="19217" y="19224"/>
                  </a:lnTo>
                  <a:lnTo>
                    <a:pt x="19189" y="19261"/>
                  </a:lnTo>
                  <a:lnTo>
                    <a:pt x="19175" y="19261"/>
                  </a:lnTo>
                  <a:close/>
                  <a:moveTo>
                    <a:pt x="17991" y="18091"/>
                  </a:moveTo>
                  <a:lnTo>
                    <a:pt x="17314" y="17397"/>
                  </a:lnTo>
                  <a:lnTo>
                    <a:pt x="17286" y="17324"/>
                  </a:lnTo>
                  <a:lnTo>
                    <a:pt x="17286" y="17178"/>
                  </a:lnTo>
                  <a:lnTo>
                    <a:pt x="17300" y="17141"/>
                  </a:lnTo>
                  <a:lnTo>
                    <a:pt x="17356" y="17141"/>
                  </a:lnTo>
                  <a:lnTo>
                    <a:pt x="18047" y="17836"/>
                  </a:lnTo>
                  <a:lnTo>
                    <a:pt x="18061" y="17872"/>
                  </a:lnTo>
                  <a:lnTo>
                    <a:pt x="18061" y="17909"/>
                  </a:lnTo>
                  <a:lnTo>
                    <a:pt x="18075" y="17945"/>
                  </a:lnTo>
                  <a:lnTo>
                    <a:pt x="18075" y="18018"/>
                  </a:lnTo>
                  <a:lnTo>
                    <a:pt x="18047" y="18091"/>
                  </a:lnTo>
                  <a:lnTo>
                    <a:pt x="17991" y="18091"/>
                  </a:lnTo>
                  <a:close/>
                  <a:moveTo>
                    <a:pt x="16820" y="16885"/>
                  </a:moveTo>
                  <a:lnTo>
                    <a:pt x="16144" y="16227"/>
                  </a:lnTo>
                  <a:lnTo>
                    <a:pt x="16115" y="16227"/>
                  </a:lnTo>
                  <a:lnTo>
                    <a:pt x="16101" y="16191"/>
                  </a:lnTo>
                  <a:lnTo>
                    <a:pt x="16101" y="16045"/>
                  </a:lnTo>
                  <a:lnTo>
                    <a:pt x="16115" y="16008"/>
                  </a:lnTo>
                  <a:lnTo>
                    <a:pt x="16144" y="15972"/>
                  </a:lnTo>
                  <a:lnTo>
                    <a:pt x="16172" y="15972"/>
                  </a:lnTo>
                  <a:lnTo>
                    <a:pt x="16863" y="16629"/>
                  </a:lnTo>
                  <a:lnTo>
                    <a:pt x="16877" y="16703"/>
                  </a:lnTo>
                  <a:lnTo>
                    <a:pt x="16891" y="16739"/>
                  </a:lnTo>
                  <a:lnTo>
                    <a:pt x="16891" y="16849"/>
                  </a:lnTo>
                  <a:lnTo>
                    <a:pt x="16877" y="16885"/>
                  </a:lnTo>
                  <a:lnTo>
                    <a:pt x="16863" y="16885"/>
                  </a:lnTo>
                  <a:lnTo>
                    <a:pt x="16849" y="16958"/>
                  </a:lnTo>
                  <a:lnTo>
                    <a:pt x="16820" y="16885"/>
                  </a:lnTo>
                  <a:close/>
                  <a:moveTo>
                    <a:pt x="15650" y="15752"/>
                  </a:moveTo>
                  <a:lnTo>
                    <a:pt x="14959" y="15058"/>
                  </a:lnTo>
                  <a:lnTo>
                    <a:pt x="14945" y="15021"/>
                  </a:lnTo>
                  <a:lnTo>
                    <a:pt x="14917" y="14985"/>
                  </a:lnTo>
                  <a:lnTo>
                    <a:pt x="14917" y="14912"/>
                  </a:lnTo>
                  <a:lnTo>
                    <a:pt x="14945" y="14875"/>
                  </a:lnTo>
                  <a:lnTo>
                    <a:pt x="14959" y="14802"/>
                  </a:lnTo>
                  <a:lnTo>
                    <a:pt x="15002" y="14802"/>
                  </a:lnTo>
                  <a:lnTo>
                    <a:pt x="15678" y="15496"/>
                  </a:lnTo>
                  <a:lnTo>
                    <a:pt x="15707" y="15570"/>
                  </a:lnTo>
                  <a:lnTo>
                    <a:pt x="15707" y="15679"/>
                  </a:lnTo>
                  <a:lnTo>
                    <a:pt x="15678" y="15752"/>
                  </a:lnTo>
                  <a:lnTo>
                    <a:pt x="15650" y="15752"/>
                  </a:lnTo>
                  <a:close/>
                  <a:moveTo>
                    <a:pt x="14466" y="14546"/>
                  </a:moveTo>
                  <a:lnTo>
                    <a:pt x="13789" y="13888"/>
                  </a:lnTo>
                  <a:lnTo>
                    <a:pt x="13761" y="13888"/>
                  </a:lnTo>
                  <a:lnTo>
                    <a:pt x="13761" y="13852"/>
                  </a:lnTo>
                  <a:lnTo>
                    <a:pt x="13733" y="13742"/>
                  </a:lnTo>
                  <a:lnTo>
                    <a:pt x="13761" y="13706"/>
                  </a:lnTo>
                  <a:lnTo>
                    <a:pt x="13761" y="13669"/>
                  </a:lnTo>
                  <a:lnTo>
                    <a:pt x="13775" y="13632"/>
                  </a:lnTo>
                  <a:lnTo>
                    <a:pt x="13817" y="13632"/>
                  </a:lnTo>
                  <a:lnTo>
                    <a:pt x="14508" y="14290"/>
                  </a:lnTo>
                  <a:lnTo>
                    <a:pt x="14522" y="14363"/>
                  </a:lnTo>
                  <a:lnTo>
                    <a:pt x="14522" y="14400"/>
                  </a:lnTo>
                  <a:lnTo>
                    <a:pt x="14550" y="14437"/>
                  </a:lnTo>
                  <a:lnTo>
                    <a:pt x="14550" y="14510"/>
                  </a:lnTo>
                  <a:lnTo>
                    <a:pt x="14522" y="14546"/>
                  </a:lnTo>
                  <a:lnTo>
                    <a:pt x="14466" y="14546"/>
                  </a:lnTo>
                  <a:close/>
                  <a:moveTo>
                    <a:pt x="13296" y="13413"/>
                  </a:moveTo>
                  <a:lnTo>
                    <a:pt x="12985" y="13121"/>
                  </a:lnTo>
                  <a:lnTo>
                    <a:pt x="12957" y="13048"/>
                  </a:lnTo>
                  <a:lnTo>
                    <a:pt x="12957" y="12938"/>
                  </a:lnTo>
                  <a:lnTo>
                    <a:pt x="12985" y="12682"/>
                  </a:lnTo>
                  <a:lnTo>
                    <a:pt x="12985" y="12499"/>
                  </a:lnTo>
                  <a:lnTo>
                    <a:pt x="12971" y="12244"/>
                  </a:lnTo>
                  <a:lnTo>
                    <a:pt x="12957" y="12024"/>
                  </a:lnTo>
                  <a:lnTo>
                    <a:pt x="12929" y="11988"/>
                  </a:lnTo>
                  <a:lnTo>
                    <a:pt x="12929" y="11915"/>
                  </a:lnTo>
                  <a:lnTo>
                    <a:pt x="12957" y="11842"/>
                  </a:lnTo>
                  <a:lnTo>
                    <a:pt x="12971" y="11842"/>
                  </a:lnTo>
                  <a:lnTo>
                    <a:pt x="12985" y="11805"/>
                  </a:lnTo>
                  <a:lnTo>
                    <a:pt x="12999" y="11805"/>
                  </a:lnTo>
                  <a:lnTo>
                    <a:pt x="13028" y="11878"/>
                  </a:lnTo>
                  <a:lnTo>
                    <a:pt x="13056" y="11915"/>
                  </a:lnTo>
                  <a:lnTo>
                    <a:pt x="13084" y="12134"/>
                  </a:lnTo>
                  <a:lnTo>
                    <a:pt x="13084" y="12426"/>
                  </a:lnTo>
                  <a:lnTo>
                    <a:pt x="13098" y="12499"/>
                  </a:lnTo>
                  <a:lnTo>
                    <a:pt x="13084" y="12719"/>
                  </a:lnTo>
                  <a:lnTo>
                    <a:pt x="13056" y="13048"/>
                  </a:lnTo>
                  <a:lnTo>
                    <a:pt x="13014" y="12865"/>
                  </a:lnTo>
                  <a:lnTo>
                    <a:pt x="13324" y="13157"/>
                  </a:lnTo>
                  <a:lnTo>
                    <a:pt x="13352" y="13157"/>
                  </a:lnTo>
                  <a:lnTo>
                    <a:pt x="13366" y="13194"/>
                  </a:lnTo>
                  <a:lnTo>
                    <a:pt x="13366" y="13340"/>
                  </a:lnTo>
                  <a:lnTo>
                    <a:pt x="13352" y="13377"/>
                  </a:lnTo>
                  <a:lnTo>
                    <a:pt x="13324" y="13413"/>
                  </a:lnTo>
                  <a:lnTo>
                    <a:pt x="13296" y="13413"/>
                  </a:lnTo>
                  <a:close/>
                  <a:moveTo>
                    <a:pt x="12591" y="11293"/>
                  </a:moveTo>
                  <a:lnTo>
                    <a:pt x="12506" y="11293"/>
                  </a:lnTo>
                  <a:lnTo>
                    <a:pt x="12407" y="11330"/>
                  </a:lnTo>
                  <a:lnTo>
                    <a:pt x="12421" y="11330"/>
                  </a:lnTo>
                  <a:lnTo>
                    <a:pt x="12323" y="11403"/>
                  </a:lnTo>
                  <a:lnTo>
                    <a:pt x="12337" y="11366"/>
                  </a:lnTo>
                  <a:lnTo>
                    <a:pt x="12252" y="11513"/>
                  </a:lnTo>
                  <a:lnTo>
                    <a:pt x="12266" y="11513"/>
                  </a:lnTo>
                  <a:lnTo>
                    <a:pt x="12182" y="11659"/>
                  </a:lnTo>
                  <a:lnTo>
                    <a:pt x="12196" y="11659"/>
                  </a:lnTo>
                  <a:lnTo>
                    <a:pt x="12125" y="11842"/>
                  </a:lnTo>
                  <a:lnTo>
                    <a:pt x="12083" y="12097"/>
                  </a:lnTo>
                  <a:lnTo>
                    <a:pt x="12069" y="12097"/>
                  </a:lnTo>
                  <a:lnTo>
                    <a:pt x="12055" y="12134"/>
                  </a:lnTo>
                  <a:lnTo>
                    <a:pt x="12013" y="12134"/>
                  </a:lnTo>
                  <a:lnTo>
                    <a:pt x="11984" y="12061"/>
                  </a:lnTo>
                  <a:lnTo>
                    <a:pt x="11984" y="12024"/>
                  </a:lnTo>
                  <a:lnTo>
                    <a:pt x="11998" y="11988"/>
                  </a:lnTo>
                  <a:lnTo>
                    <a:pt x="12027" y="11732"/>
                  </a:lnTo>
                  <a:lnTo>
                    <a:pt x="12111" y="11513"/>
                  </a:lnTo>
                  <a:lnTo>
                    <a:pt x="12111" y="11476"/>
                  </a:lnTo>
                  <a:lnTo>
                    <a:pt x="12196" y="11293"/>
                  </a:lnTo>
                  <a:lnTo>
                    <a:pt x="12295" y="11147"/>
                  </a:lnTo>
                  <a:lnTo>
                    <a:pt x="12393" y="11074"/>
                  </a:lnTo>
                  <a:lnTo>
                    <a:pt x="12492" y="11038"/>
                  </a:lnTo>
                  <a:lnTo>
                    <a:pt x="12605" y="11038"/>
                  </a:lnTo>
                  <a:lnTo>
                    <a:pt x="12633" y="11111"/>
                  </a:lnTo>
                  <a:lnTo>
                    <a:pt x="12633" y="11257"/>
                  </a:lnTo>
                  <a:lnTo>
                    <a:pt x="12619" y="11293"/>
                  </a:lnTo>
                  <a:lnTo>
                    <a:pt x="12591" y="11293"/>
                  </a:lnTo>
                  <a:close/>
                  <a:moveTo>
                    <a:pt x="12013" y="12134"/>
                  </a:moveTo>
                  <a:lnTo>
                    <a:pt x="11956" y="12061"/>
                  </a:lnTo>
                  <a:lnTo>
                    <a:pt x="11956" y="12024"/>
                  </a:lnTo>
                  <a:lnTo>
                    <a:pt x="11928" y="11988"/>
                  </a:lnTo>
                  <a:lnTo>
                    <a:pt x="11956" y="11915"/>
                  </a:lnTo>
                  <a:lnTo>
                    <a:pt x="11956" y="11878"/>
                  </a:lnTo>
                  <a:lnTo>
                    <a:pt x="11970" y="11842"/>
                  </a:lnTo>
                  <a:lnTo>
                    <a:pt x="12013" y="11842"/>
                  </a:lnTo>
                  <a:lnTo>
                    <a:pt x="12069" y="11878"/>
                  </a:lnTo>
                  <a:lnTo>
                    <a:pt x="12083" y="11915"/>
                  </a:lnTo>
                  <a:lnTo>
                    <a:pt x="12083" y="11988"/>
                  </a:lnTo>
                  <a:lnTo>
                    <a:pt x="12097" y="12024"/>
                  </a:lnTo>
                  <a:lnTo>
                    <a:pt x="12083" y="12061"/>
                  </a:lnTo>
                  <a:lnTo>
                    <a:pt x="12083" y="12097"/>
                  </a:lnTo>
                  <a:lnTo>
                    <a:pt x="12069" y="12134"/>
                  </a:lnTo>
                  <a:lnTo>
                    <a:pt x="12013" y="12134"/>
                  </a:lnTo>
                  <a:close/>
                  <a:moveTo>
                    <a:pt x="11491" y="11622"/>
                  </a:moveTo>
                  <a:lnTo>
                    <a:pt x="10800" y="10928"/>
                  </a:lnTo>
                  <a:lnTo>
                    <a:pt x="10786" y="10928"/>
                  </a:lnTo>
                  <a:lnTo>
                    <a:pt x="10772" y="10855"/>
                  </a:lnTo>
                  <a:lnTo>
                    <a:pt x="10772" y="10745"/>
                  </a:lnTo>
                  <a:lnTo>
                    <a:pt x="10800" y="10672"/>
                  </a:lnTo>
                  <a:lnTo>
                    <a:pt x="10828" y="10672"/>
                  </a:lnTo>
                  <a:lnTo>
                    <a:pt x="11519" y="11366"/>
                  </a:lnTo>
                  <a:lnTo>
                    <a:pt x="11533" y="11366"/>
                  </a:lnTo>
                  <a:lnTo>
                    <a:pt x="11561" y="11403"/>
                  </a:lnTo>
                  <a:lnTo>
                    <a:pt x="11561" y="11549"/>
                  </a:lnTo>
                  <a:lnTo>
                    <a:pt x="11533" y="11586"/>
                  </a:lnTo>
                  <a:lnTo>
                    <a:pt x="11519" y="11586"/>
                  </a:lnTo>
                  <a:lnTo>
                    <a:pt x="11505" y="11622"/>
                  </a:lnTo>
                  <a:lnTo>
                    <a:pt x="11491" y="11622"/>
                  </a:lnTo>
                  <a:close/>
                  <a:moveTo>
                    <a:pt x="10307" y="10453"/>
                  </a:moveTo>
                  <a:lnTo>
                    <a:pt x="9616" y="9758"/>
                  </a:lnTo>
                  <a:lnTo>
                    <a:pt x="9587" y="9685"/>
                  </a:lnTo>
                  <a:lnTo>
                    <a:pt x="9587" y="9612"/>
                  </a:lnTo>
                  <a:lnTo>
                    <a:pt x="9602" y="9539"/>
                  </a:lnTo>
                  <a:lnTo>
                    <a:pt x="9616" y="9503"/>
                  </a:lnTo>
                  <a:lnTo>
                    <a:pt x="9644" y="9503"/>
                  </a:lnTo>
                  <a:lnTo>
                    <a:pt x="10335" y="10197"/>
                  </a:lnTo>
                  <a:lnTo>
                    <a:pt x="10363" y="10234"/>
                  </a:lnTo>
                  <a:lnTo>
                    <a:pt x="10377" y="10270"/>
                  </a:lnTo>
                  <a:lnTo>
                    <a:pt x="10377" y="10343"/>
                  </a:lnTo>
                  <a:lnTo>
                    <a:pt x="10363" y="10416"/>
                  </a:lnTo>
                  <a:lnTo>
                    <a:pt x="10335" y="10453"/>
                  </a:lnTo>
                  <a:lnTo>
                    <a:pt x="10307" y="10453"/>
                  </a:lnTo>
                  <a:close/>
                  <a:moveTo>
                    <a:pt x="9122" y="9247"/>
                  </a:moveTo>
                  <a:lnTo>
                    <a:pt x="8431" y="8589"/>
                  </a:lnTo>
                  <a:lnTo>
                    <a:pt x="8417" y="8589"/>
                  </a:lnTo>
                  <a:lnTo>
                    <a:pt x="8417" y="8516"/>
                  </a:lnTo>
                  <a:lnTo>
                    <a:pt x="8403" y="8479"/>
                  </a:lnTo>
                  <a:lnTo>
                    <a:pt x="8417" y="8406"/>
                  </a:lnTo>
                  <a:lnTo>
                    <a:pt x="8417" y="8370"/>
                  </a:lnTo>
                  <a:lnTo>
                    <a:pt x="8431" y="8333"/>
                  </a:lnTo>
                  <a:lnTo>
                    <a:pt x="8488" y="8333"/>
                  </a:lnTo>
                  <a:lnTo>
                    <a:pt x="9179" y="8991"/>
                  </a:lnTo>
                  <a:lnTo>
                    <a:pt x="9193" y="9027"/>
                  </a:lnTo>
                  <a:lnTo>
                    <a:pt x="9193" y="9101"/>
                  </a:lnTo>
                  <a:lnTo>
                    <a:pt x="9207" y="9137"/>
                  </a:lnTo>
                  <a:lnTo>
                    <a:pt x="9193" y="9210"/>
                  </a:lnTo>
                  <a:lnTo>
                    <a:pt x="9193" y="9247"/>
                  </a:lnTo>
                  <a:lnTo>
                    <a:pt x="9179" y="9247"/>
                  </a:lnTo>
                  <a:lnTo>
                    <a:pt x="9164" y="9283"/>
                  </a:lnTo>
                  <a:lnTo>
                    <a:pt x="9122" y="9247"/>
                  </a:lnTo>
                  <a:close/>
                  <a:moveTo>
                    <a:pt x="7966" y="8114"/>
                  </a:moveTo>
                  <a:lnTo>
                    <a:pt x="7275" y="7419"/>
                  </a:lnTo>
                  <a:lnTo>
                    <a:pt x="7247" y="7383"/>
                  </a:lnTo>
                  <a:lnTo>
                    <a:pt x="7233" y="7346"/>
                  </a:lnTo>
                  <a:lnTo>
                    <a:pt x="7233" y="7273"/>
                  </a:lnTo>
                  <a:lnTo>
                    <a:pt x="7247" y="7200"/>
                  </a:lnTo>
                  <a:lnTo>
                    <a:pt x="7275" y="7163"/>
                  </a:lnTo>
                  <a:lnTo>
                    <a:pt x="7303" y="7163"/>
                  </a:lnTo>
                  <a:lnTo>
                    <a:pt x="7994" y="7858"/>
                  </a:lnTo>
                  <a:lnTo>
                    <a:pt x="8022" y="7931"/>
                  </a:lnTo>
                  <a:lnTo>
                    <a:pt x="8022" y="8041"/>
                  </a:lnTo>
                  <a:lnTo>
                    <a:pt x="7994" y="8114"/>
                  </a:lnTo>
                  <a:lnTo>
                    <a:pt x="7966" y="8114"/>
                  </a:lnTo>
                  <a:close/>
                  <a:moveTo>
                    <a:pt x="7134" y="6213"/>
                  </a:moveTo>
                  <a:lnTo>
                    <a:pt x="7106" y="6030"/>
                  </a:lnTo>
                  <a:lnTo>
                    <a:pt x="7106" y="6067"/>
                  </a:lnTo>
                  <a:lnTo>
                    <a:pt x="7036" y="5848"/>
                  </a:lnTo>
                  <a:lnTo>
                    <a:pt x="7050" y="5884"/>
                  </a:lnTo>
                  <a:lnTo>
                    <a:pt x="6979" y="5738"/>
                  </a:lnTo>
                  <a:lnTo>
                    <a:pt x="6895" y="5592"/>
                  </a:lnTo>
                  <a:lnTo>
                    <a:pt x="6796" y="5555"/>
                  </a:lnTo>
                  <a:lnTo>
                    <a:pt x="6810" y="5555"/>
                  </a:lnTo>
                  <a:lnTo>
                    <a:pt x="6711" y="5519"/>
                  </a:lnTo>
                  <a:lnTo>
                    <a:pt x="6613" y="5555"/>
                  </a:lnTo>
                  <a:lnTo>
                    <a:pt x="6627" y="5555"/>
                  </a:lnTo>
                  <a:lnTo>
                    <a:pt x="6570" y="5592"/>
                  </a:lnTo>
                  <a:lnTo>
                    <a:pt x="6528" y="5592"/>
                  </a:lnTo>
                  <a:lnTo>
                    <a:pt x="6500" y="5519"/>
                  </a:lnTo>
                  <a:lnTo>
                    <a:pt x="6500" y="5446"/>
                  </a:lnTo>
                  <a:lnTo>
                    <a:pt x="6514" y="5373"/>
                  </a:lnTo>
                  <a:lnTo>
                    <a:pt x="6528" y="5336"/>
                  </a:lnTo>
                  <a:lnTo>
                    <a:pt x="6598" y="5299"/>
                  </a:lnTo>
                  <a:lnTo>
                    <a:pt x="6697" y="5263"/>
                  </a:lnTo>
                  <a:lnTo>
                    <a:pt x="6810" y="5263"/>
                  </a:lnTo>
                  <a:lnTo>
                    <a:pt x="6824" y="5299"/>
                  </a:lnTo>
                  <a:lnTo>
                    <a:pt x="6923" y="5336"/>
                  </a:lnTo>
                  <a:lnTo>
                    <a:pt x="6937" y="5336"/>
                  </a:lnTo>
                  <a:lnTo>
                    <a:pt x="7021" y="5482"/>
                  </a:lnTo>
                  <a:lnTo>
                    <a:pt x="7036" y="5519"/>
                  </a:lnTo>
                  <a:lnTo>
                    <a:pt x="7120" y="5702"/>
                  </a:lnTo>
                  <a:lnTo>
                    <a:pt x="7191" y="5884"/>
                  </a:lnTo>
                  <a:lnTo>
                    <a:pt x="7233" y="6104"/>
                  </a:lnTo>
                  <a:lnTo>
                    <a:pt x="7233" y="6140"/>
                  </a:lnTo>
                  <a:lnTo>
                    <a:pt x="7219" y="6213"/>
                  </a:lnTo>
                  <a:lnTo>
                    <a:pt x="7205" y="6250"/>
                  </a:lnTo>
                  <a:lnTo>
                    <a:pt x="7134" y="6250"/>
                  </a:lnTo>
                  <a:lnTo>
                    <a:pt x="7134" y="6213"/>
                  </a:lnTo>
                  <a:close/>
                  <a:moveTo>
                    <a:pt x="6147" y="6323"/>
                  </a:moveTo>
                  <a:lnTo>
                    <a:pt x="5470" y="5628"/>
                  </a:lnTo>
                  <a:lnTo>
                    <a:pt x="5442" y="5592"/>
                  </a:lnTo>
                  <a:lnTo>
                    <a:pt x="5428" y="5555"/>
                  </a:lnTo>
                  <a:lnTo>
                    <a:pt x="5428" y="5446"/>
                  </a:lnTo>
                  <a:lnTo>
                    <a:pt x="5442" y="5373"/>
                  </a:lnTo>
                  <a:lnTo>
                    <a:pt x="5470" y="5373"/>
                  </a:lnTo>
                  <a:lnTo>
                    <a:pt x="5485" y="5336"/>
                  </a:lnTo>
                  <a:lnTo>
                    <a:pt x="5499" y="5373"/>
                  </a:lnTo>
                  <a:lnTo>
                    <a:pt x="6190" y="6067"/>
                  </a:lnTo>
                  <a:lnTo>
                    <a:pt x="6204" y="6067"/>
                  </a:lnTo>
                  <a:lnTo>
                    <a:pt x="6218" y="6104"/>
                  </a:lnTo>
                  <a:lnTo>
                    <a:pt x="6218" y="6250"/>
                  </a:lnTo>
                  <a:lnTo>
                    <a:pt x="6190" y="6323"/>
                  </a:lnTo>
                  <a:lnTo>
                    <a:pt x="6147" y="6323"/>
                  </a:lnTo>
                  <a:close/>
                  <a:moveTo>
                    <a:pt x="4977" y="5153"/>
                  </a:moveTo>
                  <a:lnTo>
                    <a:pt x="4286" y="4459"/>
                  </a:lnTo>
                  <a:lnTo>
                    <a:pt x="4272" y="4422"/>
                  </a:lnTo>
                  <a:lnTo>
                    <a:pt x="4244" y="4386"/>
                  </a:lnTo>
                  <a:lnTo>
                    <a:pt x="4244" y="4276"/>
                  </a:lnTo>
                  <a:lnTo>
                    <a:pt x="4272" y="4240"/>
                  </a:lnTo>
                  <a:lnTo>
                    <a:pt x="4286" y="4203"/>
                  </a:lnTo>
                  <a:lnTo>
                    <a:pt x="4314" y="4203"/>
                  </a:lnTo>
                  <a:lnTo>
                    <a:pt x="5005" y="4897"/>
                  </a:lnTo>
                  <a:lnTo>
                    <a:pt x="5033" y="4971"/>
                  </a:lnTo>
                  <a:lnTo>
                    <a:pt x="5033" y="5044"/>
                  </a:lnTo>
                  <a:lnTo>
                    <a:pt x="5019" y="5080"/>
                  </a:lnTo>
                  <a:lnTo>
                    <a:pt x="5005" y="5153"/>
                  </a:lnTo>
                  <a:lnTo>
                    <a:pt x="4977" y="5153"/>
                  </a:lnTo>
                  <a:close/>
                  <a:moveTo>
                    <a:pt x="3793" y="3984"/>
                  </a:moveTo>
                  <a:lnTo>
                    <a:pt x="3102" y="3326"/>
                  </a:lnTo>
                  <a:lnTo>
                    <a:pt x="3088" y="3253"/>
                  </a:lnTo>
                  <a:lnTo>
                    <a:pt x="3088" y="3216"/>
                  </a:lnTo>
                  <a:lnTo>
                    <a:pt x="3060" y="3180"/>
                  </a:lnTo>
                  <a:lnTo>
                    <a:pt x="3088" y="3107"/>
                  </a:lnTo>
                  <a:lnTo>
                    <a:pt x="3088" y="3070"/>
                  </a:lnTo>
                  <a:lnTo>
                    <a:pt x="3102" y="3070"/>
                  </a:lnTo>
                  <a:lnTo>
                    <a:pt x="3116" y="2997"/>
                  </a:lnTo>
                  <a:lnTo>
                    <a:pt x="3144" y="3070"/>
                  </a:lnTo>
                  <a:lnTo>
                    <a:pt x="3835" y="3728"/>
                  </a:lnTo>
                  <a:lnTo>
                    <a:pt x="3849" y="3728"/>
                  </a:lnTo>
                  <a:lnTo>
                    <a:pt x="3849" y="3764"/>
                  </a:lnTo>
                  <a:lnTo>
                    <a:pt x="3877" y="3801"/>
                  </a:lnTo>
                  <a:lnTo>
                    <a:pt x="3849" y="3911"/>
                  </a:lnTo>
                  <a:lnTo>
                    <a:pt x="3849" y="3947"/>
                  </a:lnTo>
                  <a:lnTo>
                    <a:pt x="3835" y="3947"/>
                  </a:lnTo>
                  <a:lnTo>
                    <a:pt x="3821" y="3984"/>
                  </a:lnTo>
                  <a:lnTo>
                    <a:pt x="3793" y="3984"/>
                  </a:lnTo>
                  <a:close/>
                  <a:moveTo>
                    <a:pt x="2622" y="2814"/>
                  </a:moveTo>
                  <a:lnTo>
                    <a:pt x="1932" y="2120"/>
                  </a:lnTo>
                  <a:lnTo>
                    <a:pt x="1903" y="2047"/>
                  </a:lnTo>
                  <a:lnTo>
                    <a:pt x="1903" y="1937"/>
                  </a:lnTo>
                  <a:lnTo>
                    <a:pt x="1932" y="1864"/>
                  </a:lnTo>
                  <a:lnTo>
                    <a:pt x="1960" y="1864"/>
                  </a:lnTo>
                  <a:lnTo>
                    <a:pt x="2651" y="2558"/>
                  </a:lnTo>
                  <a:lnTo>
                    <a:pt x="2679" y="2595"/>
                  </a:lnTo>
                  <a:lnTo>
                    <a:pt x="2693" y="2631"/>
                  </a:lnTo>
                  <a:lnTo>
                    <a:pt x="2693" y="2705"/>
                  </a:lnTo>
                  <a:lnTo>
                    <a:pt x="2651" y="2814"/>
                  </a:lnTo>
                  <a:lnTo>
                    <a:pt x="2622" y="2814"/>
                  </a:lnTo>
                  <a:close/>
                  <a:moveTo>
                    <a:pt x="1438" y="1645"/>
                  </a:moveTo>
                  <a:lnTo>
                    <a:pt x="747" y="914"/>
                  </a:lnTo>
                  <a:lnTo>
                    <a:pt x="733" y="914"/>
                  </a:lnTo>
                  <a:lnTo>
                    <a:pt x="719" y="877"/>
                  </a:lnTo>
                  <a:lnTo>
                    <a:pt x="719" y="768"/>
                  </a:lnTo>
                  <a:lnTo>
                    <a:pt x="747" y="694"/>
                  </a:lnTo>
                  <a:lnTo>
                    <a:pt x="790" y="694"/>
                  </a:lnTo>
                  <a:lnTo>
                    <a:pt x="1480" y="1389"/>
                  </a:lnTo>
                  <a:lnTo>
                    <a:pt x="1495" y="1389"/>
                  </a:lnTo>
                  <a:lnTo>
                    <a:pt x="1509" y="1425"/>
                  </a:lnTo>
                  <a:lnTo>
                    <a:pt x="1509" y="1572"/>
                  </a:lnTo>
                  <a:lnTo>
                    <a:pt x="1495" y="1608"/>
                  </a:lnTo>
                  <a:lnTo>
                    <a:pt x="1480" y="1608"/>
                  </a:lnTo>
                  <a:lnTo>
                    <a:pt x="1452" y="1645"/>
                  </a:lnTo>
                  <a:lnTo>
                    <a:pt x="1438" y="1645"/>
                  </a:lnTo>
                  <a:close/>
                  <a:moveTo>
                    <a:pt x="254" y="475"/>
                  </a:moveTo>
                  <a:lnTo>
                    <a:pt x="42" y="256"/>
                  </a:lnTo>
                  <a:lnTo>
                    <a:pt x="14" y="219"/>
                  </a:lnTo>
                  <a:lnTo>
                    <a:pt x="14" y="183"/>
                  </a:lnTo>
                  <a:lnTo>
                    <a:pt x="0" y="110"/>
                  </a:lnTo>
                  <a:lnTo>
                    <a:pt x="14" y="73"/>
                  </a:lnTo>
                  <a:lnTo>
                    <a:pt x="14" y="0"/>
                  </a:lnTo>
                  <a:lnTo>
                    <a:pt x="85" y="0"/>
                  </a:lnTo>
                  <a:lnTo>
                    <a:pt x="296" y="219"/>
                  </a:lnTo>
                  <a:lnTo>
                    <a:pt x="324" y="256"/>
                  </a:lnTo>
                  <a:lnTo>
                    <a:pt x="324" y="439"/>
                  </a:lnTo>
                  <a:lnTo>
                    <a:pt x="310" y="475"/>
                  </a:lnTo>
                  <a:lnTo>
                    <a:pt x="254" y="475"/>
                  </a:lnTo>
                  <a:close/>
                </a:path>
              </a:pathLst>
            </a:custGeom>
            <a:solidFill>
              <a:srgbClr val="0000FF"/>
            </a:solidFill>
            <a:ln w="317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01" name="Shape 5201"/>
            <p:cNvSpPr/>
            <p:nvPr/>
          </p:nvSpPr>
          <p:spPr>
            <a:xfrm>
              <a:off x="2966083" y="1604394"/>
              <a:ext cx="84636" cy="1215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6581"/>
                  </a:lnTo>
                  <a:lnTo>
                    <a:pt x="9708" y="21600"/>
                  </a:lnTo>
                </a:path>
              </a:pathLst>
            </a:custGeom>
            <a:noFill/>
            <a:ln w="4763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02" name="Shape 5202"/>
            <p:cNvSpPr/>
            <p:nvPr/>
          </p:nvSpPr>
          <p:spPr>
            <a:xfrm>
              <a:off x="830965" y="1946158"/>
              <a:ext cx="1675395" cy="419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38" y="21600"/>
                  </a:moveTo>
                  <a:lnTo>
                    <a:pt x="20918" y="20966"/>
                  </a:lnTo>
                  <a:lnTo>
                    <a:pt x="20906" y="20917"/>
                  </a:lnTo>
                  <a:lnTo>
                    <a:pt x="20894" y="20820"/>
                  </a:lnTo>
                  <a:lnTo>
                    <a:pt x="20869" y="20771"/>
                  </a:lnTo>
                  <a:lnTo>
                    <a:pt x="20894" y="20722"/>
                  </a:lnTo>
                  <a:lnTo>
                    <a:pt x="20894" y="20674"/>
                  </a:lnTo>
                  <a:lnTo>
                    <a:pt x="20906" y="20625"/>
                  </a:lnTo>
                  <a:lnTo>
                    <a:pt x="20931" y="20625"/>
                  </a:lnTo>
                  <a:lnTo>
                    <a:pt x="21563" y="21259"/>
                  </a:lnTo>
                  <a:lnTo>
                    <a:pt x="21588" y="21259"/>
                  </a:lnTo>
                  <a:lnTo>
                    <a:pt x="21600" y="21307"/>
                  </a:lnTo>
                  <a:lnTo>
                    <a:pt x="21600" y="21502"/>
                  </a:lnTo>
                  <a:lnTo>
                    <a:pt x="21588" y="21502"/>
                  </a:lnTo>
                  <a:lnTo>
                    <a:pt x="21563" y="21600"/>
                  </a:lnTo>
                  <a:lnTo>
                    <a:pt x="21538" y="21600"/>
                  </a:lnTo>
                  <a:close/>
                  <a:moveTo>
                    <a:pt x="20472" y="20527"/>
                  </a:moveTo>
                  <a:lnTo>
                    <a:pt x="19840" y="19893"/>
                  </a:lnTo>
                  <a:lnTo>
                    <a:pt x="19815" y="19893"/>
                  </a:lnTo>
                  <a:lnTo>
                    <a:pt x="19803" y="19845"/>
                  </a:lnTo>
                  <a:lnTo>
                    <a:pt x="19803" y="19650"/>
                  </a:lnTo>
                  <a:lnTo>
                    <a:pt x="19815" y="19601"/>
                  </a:lnTo>
                  <a:lnTo>
                    <a:pt x="19815" y="19552"/>
                  </a:lnTo>
                  <a:lnTo>
                    <a:pt x="19865" y="19552"/>
                  </a:lnTo>
                  <a:lnTo>
                    <a:pt x="20485" y="20186"/>
                  </a:lnTo>
                  <a:lnTo>
                    <a:pt x="20509" y="20186"/>
                  </a:lnTo>
                  <a:lnTo>
                    <a:pt x="20509" y="20235"/>
                  </a:lnTo>
                  <a:lnTo>
                    <a:pt x="20534" y="20284"/>
                  </a:lnTo>
                  <a:lnTo>
                    <a:pt x="20534" y="20381"/>
                  </a:lnTo>
                  <a:lnTo>
                    <a:pt x="20509" y="20430"/>
                  </a:lnTo>
                  <a:lnTo>
                    <a:pt x="20497" y="20527"/>
                  </a:lnTo>
                  <a:lnTo>
                    <a:pt x="20472" y="20527"/>
                  </a:lnTo>
                  <a:close/>
                  <a:moveTo>
                    <a:pt x="19394" y="19406"/>
                  </a:moveTo>
                  <a:lnTo>
                    <a:pt x="18762" y="18821"/>
                  </a:lnTo>
                  <a:lnTo>
                    <a:pt x="18750" y="18821"/>
                  </a:lnTo>
                  <a:lnTo>
                    <a:pt x="18737" y="18723"/>
                  </a:lnTo>
                  <a:lnTo>
                    <a:pt x="18725" y="18674"/>
                  </a:lnTo>
                  <a:lnTo>
                    <a:pt x="18737" y="18626"/>
                  </a:lnTo>
                  <a:lnTo>
                    <a:pt x="18737" y="18528"/>
                  </a:lnTo>
                  <a:lnTo>
                    <a:pt x="18750" y="18528"/>
                  </a:lnTo>
                  <a:lnTo>
                    <a:pt x="18762" y="18479"/>
                  </a:lnTo>
                  <a:lnTo>
                    <a:pt x="18787" y="18479"/>
                  </a:lnTo>
                  <a:lnTo>
                    <a:pt x="19419" y="19065"/>
                  </a:lnTo>
                  <a:lnTo>
                    <a:pt x="19431" y="19162"/>
                  </a:lnTo>
                  <a:lnTo>
                    <a:pt x="19444" y="19211"/>
                  </a:lnTo>
                  <a:lnTo>
                    <a:pt x="19444" y="19357"/>
                  </a:lnTo>
                  <a:lnTo>
                    <a:pt x="19431" y="19406"/>
                  </a:lnTo>
                  <a:lnTo>
                    <a:pt x="19394" y="19406"/>
                  </a:lnTo>
                  <a:close/>
                  <a:moveTo>
                    <a:pt x="18316" y="18431"/>
                  </a:moveTo>
                  <a:lnTo>
                    <a:pt x="17684" y="17797"/>
                  </a:lnTo>
                  <a:lnTo>
                    <a:pt x="17672" y="17748"/>
                  </a:lnTo>
                  <a:lnTo>
                    <a:pt x="17659" y="17651"/>
                  </a:lnTo>
                  <a:lnTo>
                    <a:pt x="17659" y="17553"/>
                  </a:lnTo>
                  <a:lnTo>
                    <a:pt x="17672" y="17504"/>
                  </a:lnTo>
                  <a:lnTo>
                    <a:pt x="17672" y="17456"/>
                  </a:lnTo>
                  <a:lnTo>
                    <a:pt x="17696" y="17407"/>
                  </a:lnTo>
                  <a:lnTo>
                    <a:pt x="17709" y="17456"/>
                  </a:lnTo>
                  <a:lnTo>
                    <a:pt x="18341" y="17992"/>
                  </a:lnTo>
                  <a:lnTo>
                    <a:pt x="18366" y="18089"/>
                  </a:lnTo>
                  <a:lnTo>
                    <a:pt x="18366" y="18138"/>
                  </a:lnTo>
                  <a:lnTo>
                    <a:pt x="18378" y="18187"/>
                  </a:lnTo>
                  <a:lnTo>
                    <a:pt x="18378" y="18236"/>
                  </a:lnTo>
                  <a:lnTo>
                    <a:pt x="18353" y="18333"/>
                  </a:lnTo>
                  <a:lnTo>
                    <a:pt x="18341" y="18431"/>
                  </a:lnTo>
                  <a:lnTo>
                    <a:pt x="18316" y="18431"/>
                  </a:lnTo>
                  <a:close/>
                  <a:moveTo>
                    <a:pt x="17238" y="17309"/>
                  </a:moveTo>
                  <a:lnTo>
                    <a:pt x="16618" y="16724"/>
                  </a:lnTo>
                  <a:lnTo>
                    <a:pt x="16606" y="16675"/>
                  </a:lnTo>
                  <a:lnTo>
                    <a:pt x="16593" y="16675"/>
                  </a:lnTo>
                  <a:lnTo>
                    <a:pt x="16569" y="16529"/>
                  </a:lnTo>
                  <a:lnTo>
                    <a:pt x="16593" y="16480"/>
                  </a:lnTo>
                  <a:lnTo>
                    <a:pt x="16593" y="16432"/>
                  </a:lnTo>
                  <a:lnTo>
                    <a:pt x="16606" y="16383"/>
                  </a:lnTo>
                  <a:lnTo>
                    <a:pt x="16631" y="16383"/>
                  </a:lnTo>
                  <a:lnTo>
                    <a:pt x="17263" y="16968"/>
                  </a:lnTo>
                  <a:lnTo>
                    <a:pt x="17275" y="16968"/>
                  </a:lnTo>
                  <a:lnTo>
                    <a:pt x="17300" y="17065"/>
                  </a:lnTo>
                  <a:lnTo>
                    <a:pt x="17300" y="17260"/>
                  </a:lnTo>
                  <a:lnTo>
                    <a:pt x="17275" y="17309"/>
                  </a:lnTo>
                  <a:lnTo>
                    <a:pt x="17238" y="17309"/>
                  </a:lnTo>
                  <a:close/>
                  <a:moveTo>
                    <a:pt x="16172" y="16237"/>
                  </a:moveTo>
                  <a:lnTo>
                    <a:pt x="15540" y="15651"/>
                  </a:lnTo>
                  <a:lnTo>
                    <a:pt x="15515" y="15651"/>
                  </a:lnTo>
                  <a:lnTo>
                    <a:pt x="15503" y="15554"/>
                  </a:lnTo>
                  <a:lnTo>
                    <a:pt x="15503" y="15408"/>
                  </a:lnTo>
                  <a:lnTo>
                    <a:pt x="15515" y="15359"/>
                  </a:lnTo>
                  <a:lnTo>
                    <a:pt x="15540" y="15310"/>
                  </a:lnTo>
                  <a:lnTo>
                    <a:pt x="15565" y="15310"/>
                  </a:lnTo>
                  <a:lnTo>
                    <a:pt x="16185" y="15895"/>
                  </a:lnTo>
                  <a:lnTo>
                    <a:pt x="16209" y="15993"/>
                  </a:lnTo>
                  <a:lnTo>
                    <a:pt x="16222" y="16090"/>
                  </a:lnTo>
                  <a:lnTo>
                    <a:pt x="16222" y="16139"/>
                  </a:lnTo>
                  <a:lnTo>
                    <a:pt x="16197" y="16237"/>
                  </a:lnTo>
                  <a:lnTo>
                    <a:pt x="16172" y="16237"/>
                  </a:lnTo>
                  <a:close/>
                  <a:moveTo>
                    <a:pt x="15082" y="15213"/>
                  </a:moveTo>
                  <a:lnTo>
                    <a:pt x="14462" y="14628"/>
                  </a:lnTo>
                  <a:lnTo>
                    <a:pt x="14450" y="14579"/>
                  </a:lnTo>
                  <a:lnTo>
                    <a:pt x="14437" y="14481"/>
                  </a:lnTo>
                  <a:lnTo>
                    <a:pt x="14425" y="14433"/>
                  </a:lnTo>
                  <a:lnTo>
                    <a:pt x="14437" y="14384"/>
                  </a:lnTo>
                  <a:lnTo>
                    <a:pt x="14437" y="14335"/>
                  </a:lnTo>
                  <a:lnTo>
                    <a:pt x="14462" y="14237"/>
                  </a:lnTo>
                  <a:lnTo>
                    <a:pt x="14487" y="14237"/>
                  </a:lnTo>
                  <a:lnTo>
                    <a:pt x="15119" y="14823"/>
                  </a:lnTo>
                  <a:lnTo>
                    <a:pt x="15131" y="14871"/>
                  </a:lnTo>
                  <a:lnTo>
                    <a:pt x="15144" y="14969"/>
                  </a:lnTo>
                  <a:lnTo>
                    <a:pt x="15144" y="15115"/>
                  </a:lnTo>
                  <a:lnTo>
                    <a:pt x="15119" y="15213"/>
                  </a:lnTo>
                  <a:lnTo>
                    <a:pt x="15082" y="15213"/>
                  </a:lnTo>
                  <a:close/>
                  <a:moveTo>
                    <a:pt x="14016" y="14140"/>
                  </a:moveTo>
                  <a:lnTo>
                    <a:pt x="13384" y="13555"/>
                  </a:lnTo>
                  <a:lnTo>
                    <a:pt x="13371" y="13457"/>
                  </a:lnTo>
                  <a:lnTo>
                    <a:pt x="13359" y="13409"/>
                  </a:lnTo>
                  <a:lnTo>
                    <a:pt x="13359" y="13311"/>
                  </a:lnTo>
                  <a:lnTo>
                    <a:pt x="13384" y="13214"/>
                  </a:lnTo>
                  <a:lnTo>
                    <a:pt x="13409" y="13214"/>
                  </a:lnTo>
                  <a:lnTo>
                    <a:pt x="14028" y="13799"/>
                  </a:lnTo>
                  <a:lnTo>
                    <a:pt x="14065" y="13799"/>
                  </a:lnTo>
                  <a:lnTo>
                    <a:pt x="14065" y="13896"/>
                  </a:lnTo>
                  <a:lnTo>
                    <a:pt x="14078" y="13945"/>
                  </a:lnTo>
                  <a:lnTo>
                    <a:pt x="14078" y="14042"/>
                  </a:lnTo>
                  <a:lnTo>
                    <a:pt x="14065" y="14091"/>
                  </a:lnTo>
                  <a:lnTo>
                    <a:pt x="14053" y="14091"/>
                  </a:lnTo>
                  <a:lnTo>
                    <a:pt x="14028" y="14140"/>
                  </a:lnTo>
                  <a:lnTo>
                    <a:pt x="14016" y="14140"/>
                  </a:lnTo>
                  <a:close/>
                  <a:moveTo>
                    <a:pt x="12938" y="13067"/>
                  </a:moveTo>
                  <a:lnTo>
                    <a:pt x="12318" y="12482"/>
                  </a:lnTo>
                  <a:lnTo>
                    <a:pt x="12306" y="12482"/>
                  </a:lnTo>
                  <a:lnTo>
                    <a:pt x="12293" y="12385"/>
                  </a:lnTo>
                  <a:lnTo>
                    <a:pt x="12293" y="12190"/>
                  </a:lnTo>
                  <a:lnTo>
                    <a:pt x="12306" y="12141"/>
                  </a:lnTo>
                  <a:lnTo>
                    <a:pt x="12343" y="12141"/>
                  </a:lnTo>
                  <a:lnTo>
                    <a:pt x="12962" y="12726"/>
                  </a:lnTo>
                  <a:lnTo>
                    <a:pt x="12975" y="12726"/>
                  </a:lnTo>
                  <a:lnTo>
                    <a:pt x="13000" y="12775"/>
                  </a:lnTo>
                  <a:lnTo>
                    <a:pt x="13000" y="13019"/>
                  </a:lnTo>
                  <a:lnTo>
                    <a:pt x="12975" y="13067"/>
                  </a:lnTo>
                  <a:lnTo>
                    <a:pt x="12938" y="13067"/>
                  </a:lnTo>
                  <a:close/>
                  <a:moveTo>
                    <a:pt x="11872" y="11995"/>
                  </a:moveTo>
                  <a:lnTo>
                    <a:pt x="11240" y="11458"/>
                  </a:lnTo>
                  <a:lnTo>
                    <a:pt x="11203" y="11312"/>
                  </a:lnTo>
                  <a:lnTo>
                    <a:pt x="11203" y="11214"/>
                  </a:lnTo>
                  <a:lnTo>
                    <a:pt x="11215" y="11117"/>
                  </a:lnTo>
                  <a:lnTo>
                    <a:pt x="11240" y="11117"/>
                  </a:lnTo>
                  <a:lnTo>
                    <a:pt x="11252" y="11019"/>
                  </a:lnTo>
                  <a:lnTo>
                    <a:pt x="11265" y="11019"/>
                  </a:lnTo>
                  <a:lnTo>
                    <a:pt x="11884" y="11653"/>
                  </a:lnTo>
                  <a:lnTo>
                    <a:pt x="11909" y="11702"/>
                  </a:lnTo>
                  <a:lnTo>
                    <a:pt x="11909" y="11800"/>
                  </a:lnTo>
                  <a:lnTo>
                    <a:pt x="11922" y="11848"/>
                  </a:lnTo>
                  <a:lnTo>
                    <a:pt x="11922" y="11897"/>
                  </a:lnTo>
                  <a:lnTo>
                    <a:pt x="11897" y="11995"/>
                  </a:lnTo>
                  <a:lnTo>
                    <a:pt x="11872" y="11995"/>
                  </a:lnTo>
                  <a:close/>
                  <a:moveTo>
                    <a:pt x="10781" y="10971"/>
                  </a:moveTo>
                  <a:lnTo>
                    <a:pt x="10162" y="10386"/>
                  </a:lnTo>
                  <a:lnTo>
                    <a:pt x="10149" y="10288"/>
                  </a:lnTo>
                  <a:lnTo>
                    <a:pt x="10137" y="10239"/>
                  </a:lnTo>
                  <a:lnTo>
                    <a:pt x="10137" y="10093"/>
                  </a:lnTo>
                  <a:lnTo>
                    <a:pt x="10149" y="10044"/>
                  </a:lnTo>
                  <a:lnTo>
                    <a:pt x="10162" y="9947"/>
                  </a:lnTo>
                  <a:lnTo>
                    <a:pt x="10199" y="10044"/>
                  </a:lnTo>
                  <a:lnTo>
                    <a:pt x="10819" y="10629"/>
                  </a:lnTo>
                  <a:lnTo>
                    <a:pt x="10831" y="10629"/>
                  </a:lnTo>
                  <a:lnTo>
                    <a:pt x="10843" y="10727"/>
                  </a:lnTo>
                  <a:lnTo>
                    <a:pt x="10843" y="10922"/>
                  </a:lnTo>
                  <a:lnTo>
                    <a:pt x="10831" y="10922"/>
                  </a:lnTo>
                  <a:lnTo>
                    <a:pt x="10819" y="10971"/>
                  </a:lnTo>
                  <a:lnTo>
                    <a:pt x="10781" y="10971"/>
                  </a:lnTo>
                  <a:close/>
                  <a:moveTo>
                    <a:pt x="9716" y="9898"/>
                  </a:moveTo>
                  <a:lnTo>
                    <a:pt x="9096" y="9264"/>
                  </a:lnTo>
                  <a:lnTo>
                    <a:pt x="9071" y="9264"/>
                  </a:lnTo>
                  <a:lnTo>
                    <a:pt x="9059" y="9215"/>
                  </a:lnTo>
                  <a:lnTo>
                    <a:pt x="9059" y="9069"/>
                  </a:lnTo>
                  <a:lnTo>
                    <a:pt x="9071" y="9020"/>
                  </a:lnTo>
                  <a:lnTo>
                    <a:pt x="9084" y="8923"/>
                  </a:lnTo>
                  <a:lnTo>
                    <a:pt x="9108" y="8923"/>
                  </a:lnTo>
                  <a:lnTo>
                    <a:pt x="9753" y="9557"/>
                  </a:lnTo>
                  <a:lnTo>
                    <a:pt x="9765" y="9557"/>
                  </a:lnTo>
                  <a:lnTo>
                    <a:pt x="9765" y="9605"/>
                  </a:lnTo>
                  <a:lnTo>
                    <a:pt x="9778" y="9703"/>
                  </a:lnTo>
                  <a:lnTo>
                    <a:pt x="9778" y="9800"/>
                  </a:lnTo>
                  <a:lnTo>
                    <a:pt x="9753" y="9898"/>
                  </a:lnTo>
                  <a:lnTo>
                    <a:pt x="9716" y="9898"/>
                  </a:lnTo>
                  <a:close/>
                  <a:moveTo>
                    <a:pt x="8638" y="8825"/>
                  </a:moveTo>
                  <a:lnTo>
                    <a:pt x="8018" y="8191"/>
                  </a:lnTo>
                  <a:lnTo>
                    <a:pt x="8006" y="8191"/>
                  </a:lnTo>
                  <a:lnTo>
                    <a:pt x="7981" y="8143"/>
                  </a:lnTo>
                  <a:lnTo>
                    <a:pt x="7981" y="7948"/>
                  </a:lnTo>
                  <a:lnTo>
                    <a:pt x="8006" y="7948"/>
                  </a:lnTo>
                  <a:lnTo>
                    <a:pt x="8018" y="7850"/>
                  </a:lnTo>
                  <a:lnTo>
                    <a:pt x="8043" y="7850"/>
                  </a:lnTo>
                  <a:lnTo>
                    <a:pt x="8662" y="8484"/>
                  </a:lnTo>
                  <a:lnTo>
                    <a:pt x="8699" y="8630"/>
                  </a:lnTo>
                  <a:lnTo>
                    <a:pt x="8699" y="8777"/>
                  </a:lnTo>
                  <a:lnTo>
                    <a:pt x="8675" y="8825"/>
                  </a:lnTo>
                  <a:lnTo>
                    <a:pt x="8638" y="8825"/>
                  </a:lnTo>
                  <a:close/>
                  <a:moveTo>
                    <a:pt x="7572" y="7801"/>
                  </a:moveTo>
                  <a:lnTo>
                    <a:pt x="6952" y="7167"/>
                  </a:lnTo>
                  <a:lnTo>
                    <a:pt x="6915" y="7119"/>
                  </a:lnTo>
                  <a:lnTo>
                    <a:pt x="6915" y="7070"/>
                  </a:lnTo>
                  <a:lnTo>
                    <a:pt x="6903" y="7021"/>
                  </a:lnTo>
                  <a:lnTo>
                    <a:pt x="6903" y="6972"/>
                  </a:lnTo>
                  <a:lnTo>
                    <a:pt x="6952" y="6777"/>
                  </a:lnTo>
                  <a:lnTo>
                    <a:pt x="6965" y="6777"/>
                  </a:lnTo>
                  <a:lnTo>
                    <a:pt x="7597" y="7411"/>
                  </a:lnTo>
                  <a:lnTo>
                    <a:pt x="7609" y="7460"/>
                  </a:lnTo>
                  <a:lnTo>
                    <a:pt x="7609" y="7509"/>
                  </a:lnTo>
                  <a:lnTo>
                    <a:pt x="7621" y="7606"/>
                  </a:lnTo>
                  <a:lnTo>
                    <a:pt x="7621" y="7655"/>
                  </a:lnTo>
                  <a:lnTo>
                    <a:pt x="7584" y="7801"/>
                  </a:lnTo>
                  <a:lnTo>
                    <a:pt x="7572" y="7801"/>
                  </a:lnTo>
                  <a:close/>
                  <a:moveTo>
                    <a:pt x="6481" y="6729"/>
                  </a:moveTo>
                  <a:lnTo>
                    <a:pt x="5862" y="6095"/>
                  </a:lnTo>
                  <a:lnTo>
                    <a:pt x="5837" y="5997"/>
                  </a:lnTo>
                  <a:lnTo>
                    <a:pt x="5837" y="5851"/>
                  </a:lnTo>
                  <a:lnTo>
                    <a:pt x="5849" y="5753"/>
                  </a:lnTo>
                  <a:lnTo>
                    <a:pt x="5899" y="5753"/>
                  </a:lnTo>
                  <a:lnTo>
                    <a:pt x="6518" y="6387"/>
                  </a:lnTo>
                  <a:lnTo>
                    <a:pt x="6531" y="6387"/>
                  </a:lnTo>
                  <a:lnTo>
                    <a:pt x="6543" y="6436"/>
                  </a:lnTo>
                  <a:lnTo>
                    <a:pt x="6543" y="6680"/>
                  </a:lnTo>
                  <a:lnTo>
                    <a:pt x="6531" y="6729"/>
                  </a:lnTo>
                  <a:lnTo>
                    <a:pt x="6481" y="6729"/>
                  </a:lnTo>
                  <a:close/>
                  <a:moveTo>
                    <a:pt x="5415" y="5656"/>
                  </a:moveTo>
                  <a:lnTo>
                    <a:pt x="4796" y="5022"/>
                  </a:lnTo>
                  <a:lnTo>
                    <a:pt x="4771" y="5022"/>
                  </a:lnTo>
                  <a:lnTo>
                    <a:pt x="4771" y="4973"/>
                  </a:lnTo>
                  <a:lnTo>
                    <a:pt x="4759" y="4925"/>
                  </a:lnTo>
                  <a:lnTo>
                    <a:pt x="4759" y="4827"/>
                  </a:lnTo>
                  <a:lnTo>
                    <a:pt x="4771" y="4778"/>
                  </a:lnTo>
                  <a:lnTo>
                    <a:pt x="4783" y="4681"/>
                  </a:lnTo>
                  <a:lnTo>
                    <a:pt x="4808" y="4681"/>
                  </a:lnTo>
                  <a:lnTo>
                    <a:pt x="5440" y="5315"/>
                  </a:lnTo>
                  <a:lnTo>
                    <a:pt x="5465" y="5315"/>
                  </a:lnTo>
                  <a:lnTo>
                    <a:pt x="5477" y="5363"/>
                  </a:lnTo>
                  <a:lnTo>
                    <a:pt x="5477" y="5558"/>
                  </a:lnTo>
                  <a:lnTo>
                    <a:pt x="5465" y="5607"/>
                  </a:lnTo>
                  <a:lnTo>
                    <a:pt x="5440" y="5656"/>
                  </a:lnTo>
                  <a:lnTo>
                    <a:pt x="5415" y="5656"/>
                  </a:lnTo>
                  <a:close/>
                  <a:moveTo>
                    <a:pt x="4350" y="4583"/>
                  </a:moveTo>
                  <a:lnTo>
                    <a:pt x="3718" y="3998"/>
                  </a:lnTo>
                  <a:lnTo>
                    <a:pt x="3705" y="3949"/>
                  </a:lnTo>
                  <a:lnTo>
                    <a:pt x="3681" y="3901"/>
                  </a:lnTo>
                  <a:lnTo>
                    <a:pt x="3681" y="3657"/>
                  </a:lnTo>
                  <a:lnTo>
                    <a:pt x="3705" y="3657"/>
                  </a:lnTo>
                  <a:lnTo>
                    <a:pt x="3718" y="3608"/>
                  </a:lnTo>
                  <a:lnTo>
                    <a:pt x="3743" y="3608"/>
                  </a:lnTo>
                  <a:lnTo>
                    <a:pt x="4362" y="4242"/>
                  </a:lnTo>
                  <a:lnTo>
                    <a:pt x="4387" y="4340"/>
                  </a:lnTo>
                  <a:lnTo>
                    <a:pt x="4387" y="4535"/>
                  </a:lnTo>
                  <a:lnTo>
                    <a:pt x="4362" y="4632"/>
                  </a:lnTo>
                  <a:lnTo>
                    <a:pt x="4350" y="4583"/>
                  </a:lnTo>
                  <a:close/>
                  <a:moveTo>
                    <a:pt x="3272" y="3559"/>
                  </a:moveTo>
                  <a:lnTo>
                    <a:pt x="2652" y="2926"/>
                  </a:lnTo>
                  <a:lnTo>
                    <a:pt x="2615" y="2877"/>
                  </a:lnTo>
                  <a:lnTo>
                    <a:pt x="2615" y="2828"/>
                  </a:lnTo>
                  <a:lnTo>
                    <a:pt x="2602" y="2779"/>
                  </a:lnTo>
                  <a:lnTo>
                    <a:pt x="2602" y="2730"/>
                  </a:lnTo>
                  <a:lnTo>
                    <a:pt x="2615" y="2682"/>
                  </a:lnTo>
                  <a:lnTo>
                    <a:pt x="2627" y="2584"/>
                  </a:lnTo>
                  <a:lnTo>
                    <a:pt x="2664" y="2584"/>
                  </a:lnTo>
                  <a:lnTo>
                    <a:pt x="3296" y="3218"/>
                  </a:lnTo>
                  <a:lnTo>
                    <a:pt x="3309" y="3218"/>
                  </a:lnTo>
                  <a:lnTo>
                    <a:pt x="3321" y="3267"/>
                  </a:lnTo>
                  <a:lnTo>
                    <a:pt x="3321" y="3413"/>
                  </a:lnTo>
                  <a:lnTo>
                    <a:pt x="3309" y="3511"/>
                  </a:lnTo>
                  <a:lnTo>
                    <a:pt x="3296" y="3511"/>
                  </a:lnTo>
                  <a:lnTo>
                    <a:pt x="3284" y="3559"/>
                  </a:lnTo>
                  <a:lnTo>
                    <a:pt x="3272" y="3559"/>
                  </a:lnTo>
                  <a:close/>
                  <a:moveTo>
                    <a:pt x="2193" y="2487"/>
                  </a:moveTo>
                  <a:lnTo>
                    <a:pt x="1561" y="1853"/>
                  </a:lnTo>
                  <a:lnTo>
                    <a:pt x="1549" y="1853"/>
                  </a:lnTo>
                  <a:lnTo>
                    <a:pt x="1537" y="1804"/>
                  </a:lnTo>
                  <a:lnTo>
                    <a:pt x="1537" y="1560"/>
                  </a:lnTo>
                  <a:lnTo>
                    <a:pt x="1549" y="1512"/>
                  </a:lnTo>
                  <a:lnTo>
                    <a:pt x="1599" y="1512"/>
                  </a:lnTo>
                  <a:lnTo>
                    <a:pt x="2218" y="2145"/>
                  </a:lnTo>
                  <a:lnTo>
                    <a:pt x="2231" y="2145"/>
                  </a:lnTo>
                  <a:lnTo>
                    <a:pt x="2243" y="2194"/>
                  </a:lnTo>
                  <a:lnTo>
                    <a:pt x="2243" y="2438"/>
                  </a:lnTo>
                  <a:lnTo>
                    <a:pt x="2231" y="2487"/>
                  </a:lnTo>
                  <a:lnTo>
                    <a:pt x="2193" y="2487"/>
                  </a:lnTo>
                  <a:close/>
                  <a:moveTo>
                    <a:pt x="1115" y="1414"/>
                  </a:moveTo>
                  <a:lnTo>
                    <a:pt x="496" y="780"/>
                  </a:lnTo>
                  <a:lnTo>
                    <a:pt x="471" y="780"/>
                  </a:lnTo>
                  <a:lnTo>
                    <a:pt x="471" y="731"/>
                  </a:lnTo>
                  <a:lnTo>
                    <a:pt x="459" y="683"/>
                  </a:lnTo>
                  <a:lnTo>
                    <a:pt x="459" y="634"/>
                  </a:lnTo>
                  <a:lnTo>
                    <a:pt x="471" y="488"/>
                  </a:lnTo>
                  <a:lnTo>
                    <a:pt x="483" y="488"/>
                  </a:lnTo>
                  <a:lnTo>
                    <a:pt x="496" y="439"/>
                  </a:lnTo>
                  <a:lnTo>
                    <a:pt x="508" y="439"/>
                  </a:lnTo>
                  <a:lnTo>
                    <a:pt x="1140" y="1073"/>
                  </a:lnTo>
                  <a:lnTo>
                    <a:pt x="1165" y="1121"/>
                  </a:lnTo>
                  <a:lnTo>
                    <a:pt x="1177" y="1170"/>
                  </a:lnTo>
                  <a:lnTo>
                    <a:pt x="1177" y="1316"/>
                  </a:lnTo>
                  <a:lnTo>
                    <a:pt x="1165" y="1365"/>
                  </a:lnTo>
                  <a:lnTo>
                    <a:pt x="1140" y="1414"/>
                  </a:lnTo>
                  <a:lnTo>
                    <a:pt x="1115" y="1414"/>
                  </a:lnTo>
                  <a:close/>
                  <a:moveTo>
                    <a:pt x="50" y="390"/>
                  </a:moveTo>
                  <a:lnTo>
                    <a:pt x="37" y="390"/>
                  </a:lnTo>
                  <a:lnTo>
                    <a:pt x="25" y="341"/>
                  </a:lnTo>
                  <a:lnTo>
                    <a:pt x="0" y="293"/>
                  </a:lnTo>
                  <a:lnTo>
                    <a:pt x="0" y="98"/>
                  </a:lnTo>
                  <a:lnTo>
                    <a:pt x="50" y="0"/>
                  </a:lnTo>
                  <a:lnTo>
                    <a:pt x="62" y="0"/>
                  </a:lnTo>
                  <a:lnTo>
                    <a:pt x="87" y="98"/>
                  </a:lnTo>
                  <a:lnTo>
                    <a:pt x="87" y="293"/>
                  </a:lnTo>
                  <a:lnTo>
                    <a:pt x="62" y="390"/>
                  </a:lnTo>
                  <a:lnTo>
                    <a:pt x="50" y="390"/>
                  </a:lnTo>
                  <a:close/>
                </a:path>
              </a:pathLst>
            </a:custGeom>
            <a:solidFill>
              <a:srgbClr val="0000FF"/>
            </a:solidFill>
            <a:ln w="317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03" name="Shape 5203"/>
            <p:cNvSpPr/>
            <p:nvPr/>
          </p:nvSpPr>
          <p:spPr>
            <a:xfrm>
              <a:off x="832888" y="1902488"/>
              <a:ext cx="80789" cy="1272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8060"/>
                  </a:lnTo>
                  <a:lnTo>
                    <a:pt x="12857" y="21600"/>
                  </a:lnTo>
                </a:path>
              </a:pathLst>
            </a:custGeom>
            <a:noFill/>
            <a:ln w="4763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pic>
          <p:nvPicPr>
            <p:cNvPr id="5204" name="image.pn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950930" y="3533464"/>
              <a:ext cx="2658319" cy="14354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205" name="Shape 5205"/>
            <p:cNvSpPr/>
            <p:nvPr/>
          </p:nvSpPr>
          <p:spPr>
            <a:xfrm>
              <a:off x="3947083" y="3713839"/>
              <a:ext cx="2677555" cy="364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19050" cap="flat">
              <a:solidFill>
                <a:srgbClr val="33669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06" name="Shape 5206"/>
            <p:cNvSpPr/>
            <p:nvPr/>
          </p:nvSpPr>
          <p:spPr>
            <a:xfrm>
              <a:off x="5239695" y="4169526"/>
              <a:ext cx="738637" cy="3645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19050" cap="flat">
              <a:solidFill>
                <a:srgbClr val="33669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07" name="Shape 5207"/>
            <p:cNvSpPr/>
            <p:nvPr/>
          </p:nvSpPr>
          <p:spPr>
            <a:xfrm>
              <a:off x="5610283" y="2529056"/>
              <a:ext cx="1" cy="1640470"/>
            </a:xfrm>
            <a:prstGeom prst="line">
              <a:avLst/>
            </a:prstGeom>
            <a:noFill/>
            <a:ln w="19050" cap="flat">
              <a:solidFill>
                <a:srgbClr val="336699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08" name="Shape 5208"/>
            <p:cNvSpPr/>
            <p:nvPr/>
          </p:nvSpPr>
          <p:spPr>
            <a:xfrm>
              <a:off x="3023789" y="3075879"/>
              <a:ext cx="923295" cy="820236"/>
            </a:xfrm>
            <a:prstGeom prst="line">
              <a:avLst/>
            </a:prstGeom>
            <a:noFill/>
            <a:ln w="19050" cap="flat">
              <a:solidFill>
                <a:srgbClr val="336699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09" name="Shape 5209"/>
            <p:cNvSpPr/>
            <p:nvPr/>
          </p:nvSpPr>
          <p:spPr>
            <a:xfrm>
              <a:off x="2100494" y="250627"/>
              <a:ext cx="1477272" cy="1"/>
            </a:xfrm>
            <a:prstGeom prst="line">
              <a:avLst/>
            </a:prstGeom>
            <a:noFill/>
            <a:ln w="9525" cap="flat">
              <a:solidFill>
                <a:srgbClr val="00336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150289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" name="Shape 5212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213" name="Shape 52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5214" name="Shape 52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Sequence diagram describes the interactions between </a:t>
            </a:r>
            <a:r>
              <a:rPr sz="2000" b="1"/>
              <a:t>Die</a:t>
            </a:r>
            <a:r>
              <a:rPr sz="2000"/>
              <a:t> object the its view</a:t>
            </a:r>
          </a:p>
        </p:txBody>
      </p:sp>
      <p:pic>
        <p:nvPicPr>
          <p:cNvPr id="5215" name="image.pdf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9107" y="1849561"/>
            <a:ext cx="5805787" cy="315887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9986639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7" name="Shape 5217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218" name="Shape 52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5219" name="Shape 521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design of “UI” package</a:t>
            </a:r>
          </a:p>
        </p:txBody>
      </p:sp>
      <p:pic>
        <p:nvPicPr>
          <p:cNvPr id="5220" name="image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0156" y="1923231"/>
            <a:ext cx="6643688" cy="3011538"/>
          </a:xfrm>
          <a:prstGeom prst="rect">
            <a:avLst/>
          </a:prstGeom>
          <a:ln w="12700">
            <a:miter lim="400000"/>
          </a:ln>
        </p:spPr>
      </p:pic>
      <p:sp>
        <p:nvSpPr>
          <p:cNvPr id="5221" name="Shape 5221"/>
          <p:cNvSpPr/>
          <p:nvPr/>
        </p:nvSpPr>
        <p:spPr>
          <a:xfrm>
            <a:off x="4377531" y="2249713"/>
            <a:ext cx="2286001" cy="959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37" extrusionOk="0">
                <a:moveTo>
                  <a:pt x="0" y="20537"/>
                </a:moveTo>
                <a:cubicBezTo>
                  <a:pt x="900" y="12987"/>
                  <a:pt x="1800" y="5436"/>
                  <a:pt x="5400" y="2187"/>
                </a:cubicBezTo>
                <a:cubicBezTo>
                  <a:pt x="9000" y="-1063"/>
                  <a:pt x="15300" y="-12"/>
                  <a:pt x="21600" y="1040"/>
                </a:cubicBezTo>
              </a:path>
            </a:pathLst>
          </a:custGeom>
          <a:ln w="19050">
            <a:solidFill>
              <a:srgbClr val="003366"/>
            </a:solidFill>
            <a:round/>
            <a:headEnd type="triangle"/>
            <a:tailEnd type="triangle"/>
          </a:ln>
        </p:spPr>
        <p:txBody>
          <a:bodyPr lIns="38267" tIns="38268" rIns="38267" bIns="38268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5222" name="Shape 5222"/>
          <p:cNvSpPr/>
          <p:nvPr/>
        </p:nvSpPr>
        <p:spPr>
          <a:xfrm>
            <a:off x="5591969" y="2940568"/>
            <a:ext cx="1428751" cy="214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799" extrusionOk="0">
                <a:moveTo>
                  <a:pt x="0" y="15615"/>
                </a:moveTo>
                <a:cubicBezTo>
                  <a:pt x="2520" y="7407"/>
                  <a:pt x="5040" y="-801"/>
                  <a:pt x="8640" y="63"/>
                </a:cubicBezTo>
                <a:cubicBezTo>
                  <a:pt x="12240" y="927"/>
                  <a:pt x="16920" y="10863"/>
                  <a:pt x="21600" y="20799"/>
                </a:cubicBezTo>
              </a:path>
            </a:pathLst>
          </a:custGeom>
          <a:ln w="19050">
            <a:solidFill>
              <a:srgbClr val="003366"/>
            </a:solidFill>
            <a:round/>
            <a:headEnd type="triangle"/>
            <a:tailEnd type="triangle"/>
          </a:ln>
        </p:spPr>
        <p:txBody>
          <a:bodyPr lIns="38267" tIns="38268" rIns="38267" bIns="38268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5223" name="Shape 5223"/>
          <p:cNvSpPr/>
          <p:nvPr/>
        </p:nvSpPr>
        <p:spPr>
          <a:xfrm>
            <a:off x="6377781" y="3584153"/>
            <a:ext cx="642938" cy="428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5400" y="2250"/>
                  <a:pt x="10800" y="4500"/>
                  <a:pt x="14400" y="8100"/>
                </a:cubicBezTo>
                <a:cubicBezTo>
                  <a:pt x="18000" y="11700"/>
                  <a:pt x="19800" y="16650"/>
                  <a:pt x="21600" y="21600"/>
                </a:cubicBezTo>
              </a:path>
            </a:pathLst>
          </a:custGeom>
          <a:ln w="19050">
            <a:solidFill>
              <a:srgbClr val="003366"/>
            </a:solidFill>
            <a:round/>
            <a:headEnd type="triangle"/>
            <a:tailEnd type="triangle"/>
          </a:ln>
        </p:spPr>
        <p:txBody>
          <a:bodyPr lIns="38267" tIns="38268" rIns="38267" bIns="38268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5224" name="Shape 5224"/>
          <p:cNvSpPr/>
          <p:nvPr/>
        </p:nvSpPr>
        <p:spPr>
          <a:xfrm>
            <a:off x="6961187" y="4164583"/>
            <a:ext cx="2000251" cy="2143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9050">
            <a:solidFill>
              <a:srgbClr val="003366"/>
            </a:solidFill>
            <a:miter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5225" name="Shape 5225"/>
          <p:cNvSpPr/>
          <p:nvPr/>
        </p:nvSpPr>
        <p:spPr>
          <a:xfrm>
            <a:off x="5437187" y="4316387"/>
            <a:ext cx="1714501" cy="3261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227" extrusionOk="0">
                <a:moveTo>
                  <a:pt x="0" y="9969"/>
                </a:moveTo>
                <a:cubicBezTo>
                  <a:pt x="4950" y="15785"/>
                  <a:pt x="9900" y="21600"/>
                  <a:pt x="13500" y="19938"/>
                </a:cubicBezTo>
                <a:cubicBezTo>
                  <a:pt x="17100" y="18277"/>
                  <a:pt x="19350" y="9138"/>
                  <a:pt x="21600" y="0"/>
                </a:cubicBezTo>
              </a:path>
            </a:pathLst>
          </a:custGeom>
          <a:ln w="19050">
            <a:solidFill>
              <a:srgbClr val="003366"/>
            </a:solidFill>
            <a:round/>
            <a:headEnd type="triangle"/>
            <a:tailEnd type="triangle"/>
          </a:ln>
        </p:spPr>
        <p:txBody>
          <a:bodyPr lIns="38267" tIns="38268" rIns="38267" bIns="38268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5226" name="Shape 5226"/>
          <p:cNvSpPr/>
          <p:nvPr/>
        </p:nvSpPr>
        <p:spPr>
          <a:xfrm>
            <a:off x="6544469" y="4459263"/>
            <a:ext cx="785813" cy="165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015" extrusionOk="0">
                <a:moveTo>
                  <a:pt x="0" y="0"/>
                </a:moveTo>
                <a:cubicBezTo>
                  <a:pt x="2127" y="8640"/>
                  <a:pt x="4255" y="17280"/>
                  <a:pt x="7855" y="19440"/>
                </a:cubicBezTo>
                <a:cubicBezTo>
                  <a:pt x="11455" y="21600"/>
                  <a:pt x="16527" y="17280"/>
                  <a:pt x="21600" y="12960"/>
                </a:cubicBezTo>
              </a:path>
            </a:pathLst>
          </a:custGeom>
          <a:ln w="19050">
            <a:solidFill>
              <a:srgbClr val="003366"/>
            </a:solidFill>
            <a:round/>
            <a:headEnd type="triangle"/>
            <a:tailEnd type="triangle"/>
          </a:ln>
        </p:spPr>
        <p:txBody>
          <a:bodyPr lIns="38267" tIns="38268" rIns="38267" bIns="38268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0876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8" name="Shape 5228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229" name="Shape 522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5230" name="Shape 523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design of “Util” package</a:t>
            </a:r>
          </a:p>
        </p:txBody>
      </p:sp>
      <p:pic>
        <p:nvPicPr>
          <p:cNvPr id="5231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128738" y="1861096"/>
            <a:ext cx="7426524" cy="27324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8694532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3" name="Shape 523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234" name="Shape 523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5235" name="Shape 523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design of “DB” package</a:t>
            </a:r>
          </a:p>
          <a:p>
            <a:pPr lvl="1">
              <a:defRPr sz="1800"/>
            </a:pPr>
            <a:r>
              <a:rPr sz="2000"/>
              <a:t>How to ensure the independence between “Core” and “DB” package</a:t>
            </a:r>
          </a:p>
          <a:p>
            <a:pPr lvl="2">
              <a:defRPr sz="1800"/>
            </a:pPr>
            <a:r>
              <a:rPr/>
              <a:t>In order to be able to use several persistence types</a:t>
            </a:r>
          </a:p>
          <a:p>
            <a:pPr lvl="3">
              <a:defRPr sz="1800"/>
            </a:pPr>
            <a:r>
              <a:rPr sz="2000"/>
              <a:t>File (serialisation)</a:t>
            </a:r>
          </a:p>
          <a:p>
            <a:pPr lvl="3">
              <a:defRPr sz="1800"/>
            </a:pPr>
            <a:r>
              <a:rPr sz="2000"/>
              <a:t>Relation Database Management System (via JDBC)</a:t>
            </a:r>
          </a:p>
          <a:p>
            <a:pPr lvl="3">
              <a:defRPr sz="1800"/>
            </a:pPr>
            <a:endParaRPr sz="2000"/>
          </a:p>
          <a:p>
            <a:pPr lvl="2">
              <a:defRPr sz="1800"/>
            </a:pPr>
            <a:r>
              <a:rPr/>
              <a:t>Use </a:t>
            </a:r>
            <a:r>
              <a:rPr b="1"/>
              <a:t>FactoryMethod</a:t>
            </a:r>
            <a:r>
              <a:rPr/>
              <a:t> design pattern</a:t>
            </a:r>
          </a:p>
        </p:txBody>
      </p:sp>
      <p:sp>
        <p:nvSpPr>
          <p:cNvPr id="5236" name="Shape 5236"/>
          <p:cNvSpPr/>
          <p:nvPr/>
        </p:nvSpPr>
        <p:spPr>
          <a:xfrm>
            <a:off x="2593163" y="4128120"/>
            <a:ext cx="1000126" cy="261949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400">
                <a:solidFill>
                  <a:srgbClr val="003366"/>
                </a:solidFill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/>
              <a:t>Product</a:t>
            </a:r>
          </a:p>
        </p:txBody>
      </p:sp>
      <p:sp>
        <p:nvSpPr>
          <p:cNvPr id="5237" name="Shape 5237"/>
          <p:cNvSpPr/>
          <p:nvPr/>
        </p:nvSpPr>
        <p:spPr>
          <a:xfrm>
            <a:off x="5486382" y="3845718"/>
            <a:ext cx="1571626" cy="631281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sz="120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Creator</a:t>
            </a:r>
          </a:p>
          <a:p>
            <a:pPr algn="ctr">
              <a:defRPr sz="1800">
                <a:uFillTx/>
              </a:defRPr>
            </a:pPr>
            <a:r>
              <a:rPr sz="120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factoryMethod()</a:t>
            </a:r>
          </a:p>
          <a:p>
            <a:pPr algn="ctr">
              <a:defRPr sz="1800">
                <a:uFillTx/>
              </a:defRPr>
            </a:pPr>
            <a:r>
              <a:rPr sz="120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anOperation()</a:t>
            </a:r>
          </a:p>
        </p:txBody>
      </p:sp>
      <p:sp>
        <p:nvSpPr>
          <p:cNvPr id="5238" name="Shape 5238"/>
          <p:cNvSpPr/>
          <p:nvPr/>
        </p:nvSpPr>
        <p:spPr>
          <a:xfrm>
            <a:off x="3058697" y="4396011"/>
            <a:ext cx="1" cy="696516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39" name="Shape 5239"/>
          <p:cNvSpPr/>
          <p:nvPr/>
        </p:nvSpPr>
        <p:spPr>
          <a:xfrm>
            <a:off x="2984580" y="4360292"/>
            <a:ext cx="142876" cy="53579"/>
          </a:xfrm>
          <a:prstGeom prst="triangle">
            <a:avLst/>
          </a:prstGeom>
          <a:ln>
            <a:solidFill>
              <a:srgbClr val="6600FF"/>
            </a:solidFill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5240" name="Shape 5240"/>
          <p:cNvSpPr/>
          <p:nvPr/>
        </p:nvSpPr>
        <p:spPr>
          <a:xfrm>
            <a:off x="2378850" y="5085829"/>
            <a:ext cx="1197845" cy="261949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1400">
                <a:solidFill>
                  <a:srgbClr val="003366"/>
                </a:solidFill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/>
              <a:t>ConcreteProduct</a:t>
            </a:r>
          </a:p>
        </p:txBody>
      </p:sp>
      <p:sp>
        <p:nvSpPr>
          <p:cNvPr id="5241" name="Shape 5241"/>
          <p:cNvSpPr/>
          <p:nvPr/>
        </p:nvSpPr>
        <p:spPr>
          <a:xfrm>
            <a:off x="6188850" y="4387081"/>
            <a:ext cx="142875" cy="53579"/>
          </a:xfrm>
          <a:prstGeom prst="triangle">
            <a:avLst/>
          </a:prstGeom>
          <a:ln>
            <a:solidFill>
              <a:srgbClr val="6600FF"/>
            </a:solidFill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5242" name="Shape 5242"/>
          <p:cNvSpPr/>
          <p:nvPr/>
        </p:nvSpPr>
        <p:spPr>
          <a:xfrm>
            <a:off x="5662558" y="5038948"/>
            <a:ext cx="1168670" cy="446615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sz="120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CreateCreator</a:t>
            </a:r>
          </a:p>
          <a:p>
            <a:pPr algn="ctr">
              <a:defRPr sz="1800">
                <a:uFillTx/>
              </a:defRPr>
            </a:pPr>
            <a:r>
              <a:rPr sz="120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factoryMethod()</a:t>
            </a:r>
          </a:p>
        </p:txBody>
      </p:sp>
      <p:sp>
        <p:nvSpPr>
          <p:cNvPr id="5243" name="Shape 5243"/>
          <p:cNvSpPr/>
          <p:nvPr/>
        </p:nvSpPr>
        <p:spPr>
          <a:xfrm>
            <a:off x="6285588" y="5413996"/>
            <a:ext cx="1" cy="267891"/>
          </a:xfrm>
          <a:prstGeom prst="line">
            <a:avLst/>
          </a:prstGeom>
          <a:ln>
            <a:solidFill/>
            <a:prstDash val="dash"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44" name="Shape 5244"/>
          <p:cNvSpPr/>
          <p:nvPr/>
        </p:nvSpPr>
        <p:spPr>
          <a:xfrm flipH="1">
            <a:off x="3179546" y="5682779"/>
            <a:ext cx="3106043" cy="1"/>
          </a:xfrm>
          <a:prstGeom prst="line">
            <a:avLst/>
          </a:prstGeom>
          <a:ln>
            <a:solidFill/>
            <a:prstDash val="dash"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45" name="Shape 5245"/>
          <p:cNvSpPr/>
          <p:nvPr/>
        </p:nvSpPr>
        <p:spPr>
          <a:xfrm flipV="1">
            <a:off x="3127455" y="5306839"/>
            <a:ext cx="1" cy="375048"/>
          </a:xfrm>
          <a:prstGeom prst="line">
            <a:avLst/>
          </a:prstGeom>
          <a:ln>
            <a:solidFill/>
            <a:prstDash val="dash"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46" name="Shape 5246"/>
          <p:cNvSpPr/>
          <p:nvPr/>
        </p:nvSpPr>
        <p:spPr>
          <a:xfrm>
            <a:off x="4341893" y="5488781"/>
            <a:ext cx="800236" cy="231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>
                <a:solidFill>
                  <a:srgbClr val="6666FF"/>
                </a:solidFill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/>
              <a:t>&lt;&lt;create&gt;&gt;</a:t>
            </a:r>
          </a:p>
        </p:txBody>
      </p:sp>
      <p:sp>
        <p:nvSpPr>
          <p:cNvPr id="5247" name="Shape 5247"/>
          <p:cNvSpPr/>
          <p:nvPr/>
        </p:nvSpPr>
        <p:spPr>
          <a:xfrm>
            <a:off x="5486382" y="4033242"/>
            <a:ext cx="1571626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48" name="Shape 5248"/>
          <p:cNvSpPr/>
          <p:nvPr/>
        </p:nvSpPr>
        <p:spPr>
          <a:xfrm>
            <a:off x="3614124" y="4033242"/>
            <a:ext cx="147814" cy="231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>
                <a:solidFill>
                  <a:srgbClr val="6666FF"/>
                </a:solidFill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/>
              <a:t>*</a:t>
            </a:r>
          </a:p>
        </p:txBody>
      </p:sp>
      <p:sp>
        <p:nvSpPr>
          <p:cNvPr id="5249" name="Shape 5249"/>
          <p:cNvSpPr/>
          <p:nvPr/>
        </p:nvSpPr>
        <p:spPr>
          <a:xfrm>
            <a:off x="5200632" y="4033242"/>
            <a:ext cx="147814" cy="231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>
                <a:solidFill>
                  <a:srgbClr val="6666FF"/>
                </a:solidFill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000"/>
              <a:t>1</a:t>
            </a:r>
          </a:p>
        </p:txBody>
      </p:sp>
      <p:sp>
        <p:nvSpPr>
          <p:cNvPr id="5250" name="Shape 5250"/>
          <p:cNvSpPr/>
          <p:nvPr/>
        </p:nvSpPr>
        <p:spPr>
          <a:xfrm>
            <a:off x="6261776" y="4449589"/>
            <a:ext cx="1" cy="589360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5253" name="Group 5253"/>
          <p:cNvGrpSpPr/>
          <p:nvPr/>
        </p:nvGrpSpPr>
        <p:grpSpPr>
          <a:xfrm>
            <a:off x="7537233" y="3699495"/>
            <a:ext cx="2143126" cy="589360"/>
            <a:chOff x="0" y="0"/>
            <a:chExt cx="2286000" cy="838200"/>
          </a:xfrm>
        </p:grpSpPr>
        <p:sp>
          <p:nvSpPr>
            <p:cNvPr id="5251" name="Shape 5251"/>
            <p:cNvSpPr/>
            <p:nvPr/>
          </p:nvSpPr>
          <p:spPr>
            <a:xfrm rot="16200000">
              <a:off x="723900" y="-723901"/>
              <a:ext cx="838201" cy="2286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18900" y="21600"/>
                  </a:lnTo>
                  <a:lnTo>
                    <a:pt x="21600" y="189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cap="flat">
              <a:solidFill>
                <a:srgbClr val="6600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52" name="Shape 5252"/>
            <p:cNvSpPr/>
            <p:nvPr/>
          </p:nvSpPr>
          <p:spPr>
            <a:xfrm rot="16200000">
              <a:off x="2090737" y="-90488"/>
              <a:ext cx="104776" cy="285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592" y="736"/>
                  </a:lnTo>
                  <a:cubicBezTo>
                    <a:pt x="7752" y="4048"/>
                    <a:pt x="13504" y="4048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6600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  <p:sp>
        <p:nvSpPr>
          <p:cNvPr id="5254" name="Shape 5254"/>
          <p:cNvSpPr/>
          <p:nvPr/>
        </p:nvSpPr>
        <p:spPr>
          <a:xfrm>
            <a:off x="7537233" y="3700611"/>
            <a:ext cx="1948563" cy="631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200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>
              <a:solidFill>
                <a:srgbClr val="66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>
              <a:defRPr sz="1800">
                <a:uFillTx/>
              </a:defRPr>
            </a:pPr>
            <a:r>
              <a:rPr sz="1200">
                <a:solidFill>
                  <a:srgbClr val="6600FF"/>
                </a:solidFill>
                <a:latin typeface="Tahoma"/>
                <a:ea typeface="Tahoma"/>
                <a:cs typeface="Tahoma"/>
                <a:sym typeface="Tahoma"/>
              </a:rPr>
              <a:t>product = factoryMethod();</a:t>
            </a:r>
          </a:p>
          <a:p>
            <a:pPr>
              <a:defRPr sz="1800">
                <a:uFillTx/>
              </a:defRPr>
            </a:pPr>
            <a:r>
              <a:rPr sz="1200">
                <a:solidFill>
                  <a:srgbClr val="66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</a:p>
        </p:txBody>
      </p:sp>
      <p:grpSp>
        <p:nvGrpSpPr>
          <p:cNvPr id="5257" name="Group 5257"/>
          <p:cNvGrpSpPr/>
          <p:nvPr/>
        </p:nvGrpSpPr>
        <p:grpSpPr>
          <a:xfrm>
            <a:off x="7513420" y="5038949"/>
            <a:ext cx="2294931" cy="321469"/>
            <a:chOff x="0" y="0"/>
            <a:chExt cx="2447924" cy="457200"/>
          </a:xfrm>
        </p:grpSpPr>
        <p:sp>
          <p:nvSpPr>
            <p:cNvPr id="5255" name="Shape 5255"/>
            <p:cNvSpPr/>
            <p:nvPr/>
          </p:nvSpPr>
          <p:spPr>
            <a:xfrm rot="16200000">
              <a:off x="995362" y="-995363"/>
              <a:ext cx="457201" cy="2447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18900" y="21600"/>
                  </a:lnTo>
                  <a:lnTo>
                    <a:pt x="21600" y="189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cap="flat">
              <a:solidFill>
                <a:srgbClr val="6600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56" name="Shape 5256"/>
            <p:cNvSpPr/>
            <p:nvPr/>
          </p:nvSpPr>
          <p:spPr>
            <a:xfrm rot="16200000">
              <a:off x="2266354" y="-124421"/>
              <a:ext cx="57151" cy="3059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5592" y="736"/>
                  </a:lnTo>
                  <a:cubicBezTo>
                    <a:pt x="7752" y="4048"/>
                    <a:pt x="13504" y="4048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6600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  <p:sp>
        <p:nvSpPr>
          <p:cNvPr id="5258" name="Shape 5258"/>
          <p:cNvSpPr/>
          <p:nvPr/>
        </p:nvSpPr>
        <p:spPr>
          <a:xfrm>
            <a:off x="7465795" y="5092527"/>
            <a:ext cx="2166892" cy="26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1400">
                <a:solidFill>
                  <a:srgbClr val="6600FF"/>
                </a:solidFill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00"/>
              <a:t>return new ConcreteProduct();</a:t>
            </a:r>
          </a:p>
        </p:txBody>
      </p:sp>
      <p:sp>
        <p:nvSpPr>
          <p:cNvPr id="5259" name="Shape 5259"/>
          <p:cNvSpPr/>
          <p:nvPr/>
        </p:nvSpPr>
        <p:spPr>
          <a:xfrm flipV="1">
            <a:off x="6807975" y="4074542"/>
            <a:ext cx="714376" cy="214313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60" name="Shape 5260"/>
          <p:cNvSpPr/>
          <p:nvPr/>
        </p:nvSpPr>
        <p:spPr>
          <a:xfrm flipV="1">
            <a:off x="6822858" y="5253261"/>
            <a:ext cx="714376" cy="53579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61" name="Shape 5261"/>
          <p:cNvSpPr/>
          <p:nvPr/>
        </p:nvSpPr>
        <p:spPr>
          <a:xfrm>
            <a:off x="3608171" y="4235276"/>
            <a:ext cx="1857376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62" name="Shape 5262"/>
          <p:cNvSpPr/>
          <p:nvPr/>
        </p:nvSpPr>
        <p:spPr>
          <a:xfrm>
            <a:off x="5569725" y="5226472"/>
            <a:ext cx="1357313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73668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4" name="Shape 5264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265" name="Shape 526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5266" name="Shape 526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design of “DB” package</a:t>
            </a:r>
          </a:p>
          <a:p>
            <a:pPr lvl="1">
              <a:defRPr sz="1800"/>
            </a:pPr>
            <a:r>
              <a:rPr sz="2000"/>
              <a:t>Class diagram</a:t>
            </a:r>
          </a:p>
        </p:txBody>
      </p:sp>
      <p:grpSp>
        <p:nvGrpSpPr>
          <p:cNvPr id="5380" name="Group 5380"/>
          <p:cNvGrpSpPr/>
          <p:nvPr/>
        </p:nvGrpSpPr>
        <p:grpSpPr>
          <a:xfrm>
            <a:off x="1933339" y="1774440"/>
            <a:ext cx="7817322" cy="3449118"/>
            <a:chOff x="0" y="0"/>
            <a:chExt cx="8338476" cy="4905410"/>
          </a:xfrm>
        </p:grpSpPr>
        <p:sp>
          <p:nvSpPr>
            <p:cNvPr id="5267" name="Shape 5267"/>
            <p:cNvSpPr/>
            <p:nvPr/>
          </p:nvSpPr>
          <p:spPr>
            <a:xfrm>
              <a:off x="779948" y="614839"/>
              <a:ext cx="1815654" cy="113652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68" name="Shape 5268"/>
            <p:cNvSpPr/>
            <p:nvPr/>
          </p:nvSpPr>
          <p:spPr>
            <a:xfrm>
              <a:off x="779948" y="614839"/>
              <a:ext cx="1815654" cy="1136523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69" name="Shape 5269"/>
            <p:cNvSpPr/>
            <p:nvPr/>
          </p:nvSpPr>
          <p:spPr>
            <a:xfrm>
              <a:off x="796858" y="638794"/>
              <a:ext cx="14417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270" name="Shape 5270"/>
            <p:cNvSpPr/>
            <p:nvPr/>
          </p:nvSpPr>
          <p:spPr>
            <a:xfrm>
              <a:off x="881405" y="638794"/>
              <a:ext cx="62023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HighScore</a:t>
              </a:r>
            </a:p>
          </p:txBody>
        </p:sp>
        <p:sp>
          <p:nvSpPr>
            <p:cNvPr id="5271" name="Shape 5271"/>
            <p:cNvSpPr/>
            <p:nvPr/>
          </p:nvSpPr>
          <p:spPr>
            <a:xfrm>
              <a:off x="1557783" y="638794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272" name="Shape 5272"/>
            <p:cNvSpPr/>
            <p:nvPr/>
          </p:nvSpPr>
          <p:spPr>
            <a:xfrm>
              <a:off x="796858" y="857049"/>
              <a:ext cx="14417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273" name="Shape 5273"/>
            <p:cNvSpPr/>
            <p:nvPr/>
          </p:nvSpPr>
          <p:spPr>
            <a:xfrm>
              <a:off x="881405" y="857049"/>
              <a:ext cx="685298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getInstance</a:t>
              </a:r>
            </a:p>
          </p:txBody>
        </p:sp>
        <p:sp>
          <p:nvSpPr>
            <p:cNvPr id="5274" name="Shape 5274"/>
            <p:cNvSpPr/>
            <p:nvPr/>
          </p:nvSpPr>
          <p:spPr>
            <a:xfrm>
              <a:off x="1631762" y="857049"/>
              <a:ext cx="208985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 : </a:t>
              </a:r>
            </a:p>
          </p:txBody>
        </p:sp>
        <p:sp>
          <p:nvSpPr>
            <p:cNvPr id="5275" name="Shape 5275"/>
            <p:cNvSpPr/>
            <p:nvPr/>
          </p:nvSpPr>
          <p:spPr>
            <a:xfrm>
              <a:off x="1849471" y="857049"/>
              <a:ext cx="62023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HighScore</a:t>
              </a:r>
            </a:p>
          </p:txBody>
        </p:sp>
        <p:sp>
          <p:nvSpPr>
            <p:cNvPr id="5276" name="Shape 5276"/>
            <p:cNvSpPr/>
            <p:nvPr/>
          </p:nvSpPr>
          <p:spPr>
            <a:xfrm>
              <a:off x="796858" y="1075304"/>
              <a:ext cx="144171" cy="1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277" name="Shape 5277"/>
            <p:cNvSpPr/>
            <p:nvPr/>
          </p:nvSpPr>
          <p:spPr>
            <a:xfrm>
              <a:off x="881405" y="1075304"/>
              <a:ext cx="230906" cy="1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add</a:t>
              </a:r>
            </a:p>
          </p:txBody>
        </p:sp>
        <p:sp>
          <p:nvSpPr>
            <p:cNvPr id="5278" name="Shape 5278"/>
            <p:cNvSpPr/>
            <p:nvPr/>
          </p:nvSpPr>
          <p:spPr>
            <a:xfrm>
              <a:off x="1124478" y="1075304"/>
              <a:ext cx="144172" cy="1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279" name="Shape 5279"/>
            <p:cNvSpPr/>
            <p:nvPr/>
          </p:nvSpPr>
          <p:spPr>
            <a:xfrm>
              <a:off x="796858" y="1293559"/>
              <a:ext cx="144171" cy="1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280" name="Shape 5280"/>
            <p:cNvSpPr/>
            <p:nvPr/>
          </p:nvSpPr>
          <p:spPr>
            <a:xfrm>
              <a:off x="881405" y="1293559"/>
              <a:ext cx="259734" cy="1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load</a:t>
              </a:r>
            </a:p>
          </p:txBody>
        </p:sp>
        <p:sp>
          <p:nvSpPr>
            <p:cNvPr id="5281" name="Shape 5281"/>
            <p:cNvSpPr/>
            <p:nvPr/>
          </p:nvSpPr>
          <p:spPr>
            <a:xfrm>
              <a:off x="1156184" y="1293559"/>
              <a:ext cx="144171" cy="1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282" name="Shape 5282"/>
            <p:cNvSpPr/>
            <p:nvPr/>
          </p:nvSpPr>
          <p:spPr>
            <a:xfrm>
              <a:off x="796858" y="1511813"/>
              <a:ext cx="14417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283" name="Shape 5283"/>
            <p:cNvSpPr/>
            <p:nvPr/>
          </p:nvSpPr>
          <p:spPr>
            <a:xfrm>
              <a:off x="881405" y="1511813"/>
              <a:ext cx="288497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save</a:t>
              </a:r>
            </a:p>
          </p:txBody>
        </p:sp>
        <p:sp>
          <p:nvSpPr>
            <p:cNvPr id="5284" name="Shape 5284"/>
            <p:cNvSpPr/>
            <p:nvPr/>
          </p:nvSpPr>
          <p:spPr>
            <a:xfrm>
              <a:off x="1187889" y="1511813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285" name="Shape 5285"/>
            <p:cNvSpPr/>
            <p:nvPr/>
          </p:nvSpPr>
          <p:spPr>
            <a:xfrm>
              <a:off x="779948" y="327382"/>
              <a:ext cx="1815654" cy="28745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86" name="Shape 5286"/>
            <p:cNvSpPr/>
            <p:nvPr/>
          </p:nvSpPr>
          <p:spPr>
            <a:xfrm>
              <a:off x="779948" y="327382"/>
              <a:ext cx="1815654" cy="287458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87" name="Shape 5287"/>
            <p:cNvSpPr/>
            <p:nvPr/>
          </p:nvSpPr>
          <p:spPr>
            <a:xfrm>
              <a:off x="796858" y="351336"/>
              <a:ext cx="14417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-</a:t>
              </a:r>
            </a:p>
          </p:txBody>
        </p:sp>
        <p:sp>
          <p:nvSpPr>
            <p:cNvPr id="5288" name="Shape 5288"/>
            <p:cNvSpPr/>
            <p:nvPr/>
          </p:nvSpPr>
          <p:spPr>
            <a:xfrm>
              <a:off x="847586" y="351336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$</a:t>
              </a:r>
            </a:p>
          </p:txBody>
        </p:sp>
        <p:sp>
          <p:nvSpPr>
            <p:cNvPr id="5289" name="Shape 5289"/>
            <p:cNvSpPr/>
            <p:nvPr/>
          </p:nvSpPr>
          <p:spPr>
            <a:xfrm>
              <a:off x="925792" y="351336"/>
              <a:ext cx="187508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hs </a:t>
              </a:r>
            </a:p>
          </p:txBody>
        </p:sp>
        <p:sp>
          <p:nvSpPr>
            <p:cNvPr id="5290" name="Shape 5290"/>
            <p:cNvSpPr/>
            <p:nvPr/>
          </p:nvSpPr>
          <p:spPr>
            <a:xfrm>
              <a:off x="1120251" y="351336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: </a:t>
              </a:r>
            </a:p>
          </p:txBody>
        </p:sp>
        <p:sp>
          <p:nvSpPr>
            <p:cNvPr id="5291" name="Shape 5291"/>
            <p:cNvSpPr/>
            <p:nvPr/>
          </p:nvSpPr>
          <p:spPr>
            <a:xfrm>
              <a:off x="1200571" y="351336"/>
              <a:ext cx="65628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HighScore </a:t>
              </a:r>
            </a:p>
          </p:txBody>
        </p:sp>
        <p:sp>
          <p:nvSpPr>
            <p:cNvPr id="5292" name="Shape 5292"/>
            <p:cNvSpPr/>
            <p:nvPr/>
          </p:nvSpPr>
          <p:spPr>
            <a:xfrm>
              <a:off x="1917109" y="351336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= </a:t>
              </a:r>
            </a:p>
          </p:txBody>
        </p:sp>
        <p:sp>
          <p:nvSpPr>
            <p:cNvPr id="5293" name="Shape 5293"/>
            <p:cNvSpPr/>
            <p:nvPr/>
          </p:nvSpPr>
          <p:spPr>
            <a:xfrm>
              <a:off x="2041817" y="351336"/>
              <a:ext cx="216397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null</a:t>
              </a:r>
            </a:p>
          </p:txBody>
        </p:sp>
        <p:sp>
          <p:nvSpPr>
            <p:cNvPr id="5294" name="Shape 5294"/>
            <p:cNvSpPr/>
            <p:nvPr/>
          </p:nvSpPr>
          <p:spPr>
            <a:xfrm>
              <a:off x="779948" y="-1"/>
              <a:ext cx="1815654" cy="32738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95" name="Shape 5295"/>
            <p:cNvSpPr/>
            <p:nvPr/>
          </p:nvSpPr>
          <p:spPr>
            <a:xfrm>
              <a:off x="779948" y="-1"/>
              <a:ext cx="1815654" cy="327384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96" name="Shape 5296"/>
            <p:cNvSpPr/>
            <p:nvPr/>
          </p:nvSpPr>
          <p:spPr>
            <a:xfrm>
              <a:off x="1325278" y="50571"/>
              <a:ext cx="663313" cy="1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 b="1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 i="0">
                  <a:solidFill>
                    <a:srgbClr val="000000"/>
                  </a:solidFill>
                </a:defRPr>
              </a:pPr>
              <a:r>
                <a:rPr sz="800"/>
                <a:t>HighScore</a:t>
              </a:r>
            </a:p>
          </p:txBody>
        </p:sp>
        <p:sp>
          <p:nvSpPr>
            <p:cNvPr id="5297" name="Shape 5297"/>
            <p:cNvSpPr/>
            <p:nvPr/>
          </p:nvSpPr>
          <p:spPr>
            <a:xfrm>
              <a:off x="-1" y="3593219"/>
              <a:ext cx="1325280" cy="70001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98" name="Shape 5298"/>
            <p:cNvSpPr/>
            <p:nvPr/>
          </p:nvSpPr>
          <p:spPr>
            <a:xfrm>
              <a:off x="-1" y="3593219"/>
              <a:ext cx="1325280" cy="700013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299" name="Shape 5299"/>
            <p:cNvSpPr/>
            <p:nvPr/>
          </p:nvSpPr>
          <p:spPr>
            <a:xfrm>
              <a:off x="16909" y="3614512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300" name="Shape 5300"/>
            <p:cNvSpPr/>
            <p:nvPr/>
          </p:nvSpPr>
          <p:spPr>
            <a:xfrm>
              <a:off x="101456" y="3614512"/>
              <a:ext cx="95906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HighScoreJDBC</a:t>
              </a:r>
            </a:p>
          </p:txBody>
        </p:sp>
        <p:sp>
          <p:nvSpPr>
            <p:cNvPr id="5301" name="Shape 5301"/>
            <p:cNvSpPr/>
            <p:nvPr/>
          </p:nvSpPr>
          <p:spPr>
            <a:xfrm>
              <a:off x="1156184" y="3614512"/>
              <a:ext cx="14417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302" name="Shape 5302"/>
            <p:cNvSpPr/>
            <p:nvPr/>
          </p:nvSpPr>
          <p:spPr>
            <a:xfrm>
              <a:off x="16909" y="3832767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303" name="Shape 5303"/>
            <p:cNvSpPr/>
            <p:nvPr/>
          </p:nvSpPr>
          <p:spPr>
            <a:xfrm>
              <a:off x="101456" y="3832767"/>
              <a:ext cx="259734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load</a:t>
              </a:r>
            </a:p>
          </p:txBody>
        </p:sp>
        <p:sp>
          <p:nvSpPr>
            <p:cNvPr id="5304" name="Shape 5304"/>
            <p:cNvSpPr/>
            <p:nvPr/>
          </p:nvSpPr>
          <p:spPr>
            <a:xfrm>
              <a:off x="376235" y="3832767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305" name="Shape 5305"/>
            <p:cNvSpPr/>
            <p:nvPr/>
          </p:nvSpPr>
          <p:spPr>
            <a:xfrm>
              <a:off x="16909" y="4051022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306" name="Shape 5306"/>
            <p:cNvSpPr/>
            <p:nvPr/>
          </p:nvSpPr>
          <p:spPr>
            <a:xfrm>
              <a:off x="101456" y="4051022"/>
              <a:ext cx="288498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save</a:t>
              </a:r>
            </a:p>
          </p:txBody>
        </p:sp>
        <p:sp>
          <p:nvSpPr>
            <p:cNvPr id="5307" name="Shape 5307"/>
            <p:cNvSpPr/>
            <p:nvPr/>
          </p:nvSpPr>
          <p:spPr>
            <a:xfrm>
              <a:off x="407940" y="4051022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308" name="Shape 5308"/>
            <p:cNvSpPr/>
            <p:nvPr/>
          </p:nvSpPr>
          <p:spPr>
            <a:xfrm>
              <a:off x="-1" y="3305762"/>
              <a:ext cx="1325280" cy="28745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09" name="Shape 5309"/>
            <p:cNvSpPr/>
            <p:nvPr/>
          </p:nvSpPr>
          <p:spPr>
            <a:xfrm>
              <a:off x="-1" y="3305762"/>
              <a:ext cx="1325280" cy="287458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10" name="Shape 5310"/>
            <p:cNvSpPr/>
            <p:nvPr/>
          </p:nvSpPr>
          <p:spPr>
            <a:xfrm>
              <a:off x="-1" y="2975717"/>
              <a:ext cx="1325280" cy="33004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11" name="Shape 5311"/>
            <p:cNvSpPr/>
            <p:nvPr/>
          </p:nvSpPr>
          <p:spPr>
            <a:xfrm>
              <a:off x="-1" y="2975717"/>
              <a:ext cx="1325280" cy="330045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12" name="Shape 5312"/>
            <p:cNvSpPr/>
            <p:nvPr/>
          </p:nvSpPr>
          <p:spPr>
            <a:xfrm>
              <a:off x="103570" y="3023627"/>
              <a:ext cx="1016588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 b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800"/>
                <a:t>HighScoreJDBC</a:t>
              </a:r>
            </a:p>
          </p:txBody>
        </p:sp>
        <p:sp>
          <p:nvSpPr>
            <p:cNvPr id="5313" name="Shape 5313"/>
            <p:cNvSpPr/>
            <p:nvPr/>
          </p:nvSpPr>
          <p:spPr>
            <a:xfrm>
              <a:off x="2422279" y="3516031"/>
              <a:ext cx="1179436" cy="69735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14" name="Shape 5314"/>
            <p:cNvSpPr/>
            <p:nvPr/>
          </p:nvSpPr>
          <p:spPr>
            <a:xfrm>
              <a:off x="2422279" y="3516031"/>
              <a:ext cx="1179436" cy="697352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15" name="Shape 5315"/>
            <p:cNvSpPr/>
            <p:nvPr/>
          </p:nvSpPr>
          <p:spPr>
            <a:xfrm>
              <a:off x="2441302" y="3539986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316" name="Shape 5316"/>
            <p:cNvSpPr/>
            <p:nvPr/>
          </p:nvSpPr>
          <p:spPr>
            <a:xfrm>
              <a:off x="2523736" y="3539986"/>
              <a:ext cx="829307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HighScoreFile</a:t>
              </a:r>
            </a:p>
          </p:txBody>
        </p:sp>
        <p:sp>
          <p:nvSpPr>
            <p:cNvPr id="5317" name="Shape 5317"/>
            <p:cNvSpPr/>
            <p:nvPr/>
          </p:nvSpPr>
          <p:spPr>
            <a:xfrm>
              <a:off x="3434733" y="3539986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318" name="Shape 5318"/>
            <p:cNvSpPr/>
            <p:nvPr/>
          </p:nvSpPr>
          <p:spPr>
            <a:xfrm>
              <a:off x="2441302" y="3755579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319" name="Shape 5319"/>
            <p:cNvSpPr/>
            <p:nvPr/>
          </p:nvSpPr>
          <p:spPr>
            <a:xfrm>
              <a:off x="2523736" y="3755579"/>
              <a:ext cx="259734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load</a:t>
              </a:r>
            </a:p>
          </p:txBody>
        </p:sp>
        <p:sp>
          <p:nvSpPr>
            <p:cNvPr id="5320" name="Shape 5320"/>
            <p:cNvSpPr/>
            <p:nvPr/>
          </p:nvSpPr>
          <p:spPr>
            <a:xfrm>
              <a:off x="2798515" y="3755579"/>
              <a:ext cx="14417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321" name="Shape 5321"/>
            <p:cNvSpPr/>
            <p:nvPr/>
          </p:nvSpPr>
          <p:spPr>
            <a:xfrm>
              <a:off x="2441302" y="3973834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322" name="Shape 5322"/>
            <p:cNvSpPr/>
            <p:nvPr/>
          </p:nvSpPr>
          <p:spPr>
            <a:xfrm>
              <a:off x="2523736" y="3973834"/>
              <a:ext cx="288497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save</a:t>
              </a:r>
            </a:p>
          </p:txBody>
        </p:sp>
        <p:sp>
          <p:nvSpPr>
            <p:cNvPr id="5323" name="Shape 5323"/>
            <p:cNvSpPr/>
            <p:nvPr/>
          </p:nvSpPr>
          <p:spPr>
            <a:xfrm>
              <a:off x="2830220" y="3973834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324" name="Shape 5324"/>
            <p:cNvSpPr/>
            <p:nvPr/>
          </p:nvSpPr>
          <p:spPr>
            <a:xfrm>
              <a:off x="2422279" y="3225912"/>
              <a:ext cx="1179436" cy="29012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25" name="Shape 5325"/>
            <p:cNvSpPr/>
            <p:nvPr/>
          </p:nvSpPr>
          <p:spPr>
            <a:xfrm>
              <a:off x="2422279" y="3225912"/>
              <a:ext cx="1179436" cy="290120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26" name="Shape 5326"/>
            <p:cNvSpPr/>
            <p:nvPr/>
          </p:nvSpPr>
          <p:spPr>
            <a:xfrm>
              <a:off x="2422279" y="2898530"/>
              <a:ext cx="1179436" cy="32738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27" name="Shape 5327"/>
            <p:cNvSpPr/>
            <p:nvPr/>
          </p:nvSpPr>
          <p:spPr>
            <a:xfrm>
              <a:off x="2422279" y="2898530"/>
              <a:ext cx="1179436" cy="327383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28" name="Shape 5328"/>
            <p:cNvSpPr/>
            <p:nvPr/>
          </p:nvSpPr>
          <p:spPr>
            <a:xfrm>
              <a:off x="2525850" y="2946439"/>
              <a:ext cx="886834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 b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800"/>
                <a:t>HighScoreFile</a:t>
              </a:r>
            </a:p>
          </p:txBody>
        </p:sp>
        <p:sp>
          <p:nvSpPr>
            <p:cNvPr id="5329" name="Shape 5329"/>
            <p:cNvSpPr/>
            <p:nvPr/>
          </p:nvSpPr>
          <p:spPr>
            <a:xfrm>
              <a:off x="1688832" y="1956308"/>
              <a:ext cx="2114" cy="620164"/>
            </a:xfrm>
            <a:prstGeom prst="line">
              <a:avLst/>
            </a:prstGeom>
            <a:noFill/>
            <a:ln w="635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30" name="Shape 5330"/>
            <p:cNvSpPr/>
            <p:nvPr/>
          </p:nvSpPr>
          <p:spPr>
            <a:xfrm>
              <a:off x="1587375" y="1751361"/>
              <a:ext cx="202914" cy="204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56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31" name="Shape 5331"/>
            <p:cNvSpPr/>
            <p:nvPr/>
          </p:nvSpPr>
          <p:spPr>
            <a:xfrm>
              <a:off x="1587375" y="1751361"/>
              <a:ext cx="202914" cy="204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56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32" name="Shape 5332"/>
            <p:cNvSpPr/>
            <p:nvPr/>
          </p:nvSpPr>
          <p:spPr>
            <a:xfrm>
              <a:off x="661582" y="2576471"/>
              <a:ext cx="2115" cy="399248"/>
            </a:xfrm>
            <a:prstGeom prst="line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33" name="Shape 5333"/>
            <p:cNvSpPr/>
            <p:nvPr/>
          </p:nvSpPr>
          <p:spPr>
            <a:xfrm>
              <a:off x="2971837" y="2576471"/>
              <a:ext cx="2114" cy="356661"/>
            </a:xfrm>
            <a:prstGeom prst="line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34" name="Shape 5334"/>
            <p:cNvSpPr/>
            <p:nvPr/>
          </p:nvSpPr>
          <p:spPr>
            <a:xfrm>
              <a:off x="661582" y="2576471"/>
              <a:ext cx="2310255" cy="2663"/>
            </a:xfrm>
            <a:prstGeom prst="line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35" name="Shape 5335"/>
            <p:cNvSpPr/>
            <p:nvPr/>
          </p:nvSpPr>
          <p:spPr>
            <a:xfrm>
              <a:off x="5725964" y="614839"/>
              <a:ext cx="1559899" cy="2874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36" name="Shape 5336"/>
            <p:cNvSpPr/>
            <p:nvPr/>
          </p:nvSpPr>
          <p:spPr>
            <a:xfrm>
              <a:off x="5725964" y="614839"/>
              <a:ext cx="1559899" cy="287459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37" name="Shape 5337"/>
            <p:cNvSpPr/>
            <p:nvPr/>
          </p:nvSpPr>
          <p:spPr>
            <a:xfrm>
              <a:off x="5744988" y="638794"/>
              <a:ext cx="14417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338" name="Shape 5338"/>
            <p:cNvSpPr/>
            <p:nvPr/>
          </p:nvSpPr>
          <p:spPr>
            <a:xfrm>
              <a:off x="5829535" y="638794"/>
              <a:ext cx="483128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makeKit</a:t>
              </a:r>
            </a:p>
          </p:txBody>
        </p:sp>
        <p:sp>
          <p:nvSpPr>
            <p:cNvPr id="5339" name="Shape 5339"/>
            <p:cNvSpPr/>
            <p:nvPr/>
          </p:nvSpPr>
          <p:spPr>
            <a:xfrm>
              <a:off x="6353728" y="638794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340" name="Shape 5340"/>
            <p:cNvSpPr/>
            <p:nvPr/>
          </p:nvSpPr>
          <p:spPr>
            <a:xfrm>
              <a:off x="5725964" y="327382"/>
              <a:ext cx="1559899" cy="28745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41" name="Shape 5341"/>
            <p:cNvSpPr/>
            <p:nvPr/>
          </p:nvSpPr>
          <p:spPr>
            <a:xfrm>
              <a:off x="5725964" y="327382"/>
              <a:ext cx="1559899" cy="287458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42" name="Shape 5342"/>
            <p:cNvSpPr/>
            <p:nvPr/>
          </p:nvSpPr>
          <p:spPr>
            <a:xfrm>
              <a:off x="5744988" y="351336"/>
              <a:ext cx="14417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-</a:t>
              </a:r>
            </a:p>
          </p:txBody>
        </p:sp>
        <p:sp>
          <p:nvSpPr>
            <p:cNvPr id="5343" name="Shape 5343"/>
            <p:cNvSpPr/>
            <p:nvPr/>
          </p:nvSpPr>
          <p:spPr>
            <a:xfrm>
              <a:off x="6066267" y="351336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: </a:t>
              </a:r>
            </a:p>
          </p:txBody>
        </p:sp>
        <p:sp>
          <p:nvSpPr>
            <p:cNvPr id="5344" name="Shape 5344"/>
            <p:cNvSpPr/>
            <p:nvPr/>
          </p:nvSpPr>
          <p:spPr>
            <a:xfrm>
              <a:off x="5725964" y="-1"/>
              <a:ext cx="1559899" cy="32738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45" name="Shape 5345"/>
            <p:cNvSpPr/>
            <p:nvPr/>
          </p:nvSpPr>
          <p:spPr>
            <a:xfrm>
              <a:off x="5725964" y="-1"/>
              <a:ext cx="1559899" cy="327384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46" name="Shape 5346"/>
            <p:cNvSpPr/>
            <p:nvPr/>
          </p:nvSpPr>
          <p:spPr>
            <a:xfrm>
              <a:off x="6305113" y="50571"/>
              <a:ext cx="374789" cy="1441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 b="1" i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 i="0">
                  <a:solidFill>
                    <a:srgbClr val="000000"/>
                  </a:solidFill>
                </a:defRPr>
              </a:pPr>
              <a:r>
                <a:rPr sz="800"/>
                <a:t>DBKit</a:t>
              </a:r>
            </a:p>
          </p:txBody>
        </p:sp>
        <p:sp>
          <p:nvSpPr>
            <p:cNvPr id="5347" name="Shape 5347"/>
            <p:cNvSpPr/>
            <p:nvPr/>
          </p:nvSpPr>
          <p:spPr>
            <a:xfrm>
              <a:off x="4992517" y="3303100"/>
              <a:ext cx="974408" cy="28479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48" name="Shape 5348"/>
            <p:cNvSpPr/>
            <p:nvPr/>
          </p:nvSpPr>
          <p:spPr>
            <a:xfrm>
              <a:off x="4992517" y="3303100"/>
              <a:ext cx="974408" cy="284797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49" name="Shape 5349"/>
            <p:cNvSpPr/>
            <p:nvPr/>
          </p:nvSpPr>
          <p:spPr>
            <a:xfrm>
              <a:off x="5009426" y="3324393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350" name="Shape 5350"/>
            <p:cNvSpPr/>
            <p:nvPr/>
          </p:nvSpPr>
          <p:spPr>
            <a:xfrm>
              <a:off x="5096087" y="3324393"/>
              <a:ext cx="483128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makeKit</a:t>
              </a:r>
            </a:p>
          </p:txBody>
        </p:sp>
        <p:sp>
          <p:nvSpPr>
            <p:cNvPr id="5351" name="Shape 5351"/>
            <p:cNvSpPr/>
            <p:nvPr/>
          </p:nvSpPr>
          <p:spPr>
            <a:xfrm>
              <a:off x="5618167" y="3324393"/>
              <a:ext cx="14417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352" name="Shape 5352"/>
            <p:cNvSpPr/>
            <p:nvPr/>
          </p:nvSpPr>
          <p:spPr>
            <a:xfrm>
              <a:off x="4992517" y="3015642"/>
              <a:ext cx="974408" cy="2874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53" name="Shape 5353"/>
            <p:cNvSpPr/>
            <p:nvPr/>
          </p:nvSpPr>
          <p:spPr>
            <a:xfrm>
              <a:off x="4992517" y="3015642"/>
              <a:ext cx="974408" cy="287459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54" name="Shape 5354"/>
            <p:cNvSpPr/>
            <p:nvPr/>
          </p:nvSpPr>
          <p:spPr>
            <a:xfrm>
              <a:off x="4992517" y="2685598"/>
              <a:ext cx="974408" cy="33004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55" name="Shape 5355"/>
            <p:cNvSpPr/>
            <p:nvPr/>
          </p:nvSpPr>
          <p:spPr>
            <a:xfrm>
              <a:off x="4992517" y="2685598"/>
              <a:ext cx="974408" cy="330045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56" name="Shape 5356"/>
            <p:cNvSpPr/>
            <p:nvPr/>
          </p:nvSpPr>
          <p:spPr>
            <a:xfrm>
              <a:off x="5258841" y="2733508"/>
              <a:ext cx="46501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 b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800"/>
                <a:t>FileKit</a:t>
              </a:r>
            </a:p>
          </p:txBody>
        </p:sp>
        <p:sp>
          <p:nvSpPr>
            <p:cNvPr id="5357" name="Shape 5357"/>
            <p:cNvSpPr/>
            <p:nvPr/>
          </p:nvSpPr>
          <p:spPr>
            <a:xfrm>
              <a:off x="6505913" y="1107243"/>
              <a:ext cx="2115" cy="1192418"/>
            </a:xfrm>
            <a:prstGeom prst="line">
              <a:avLst/>
            </a:prstGeom>
            <a:noFill/>
            <a:ln w="635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58" name="Shape 5358"/>
            <p:cNvSpPr/>
            <p:nvPr/>
          </p:nvSpPr>
          <p:spPr>
            <a:xfrm>
              <a:off x="6404457" y="902297"/>
              <a:ext cx="202914" cy="204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744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59" name="Shape 5359"/>
            <p:cNvSpPr/>
            <p:nvPr/>
          </p:nvSpPr>
          <p:spPr>
            <a:xfrm>
              <a:off x="6404457" y="902297"/>
              <a:ext cx="202914" cy="204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744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60" name="Shape 5360"/>
            <p:cNvSpPr/>
            <p:nvPr/>
          </p:nvSpPr>
          <p:spPr>
            <a:xfrm>
              <a:off x="5480777" y="2299660"/>
              <a:ext cx="2115" cy="385939"/>
            </a:xfrm>
            <a:prstGeom prst="line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61" name="Shape 5361"/>
            <p:cNvSpPr/>
            <p:nvPr/>
          </p:nvSpPr>
          <p:spPr>
            <a:xfrm>
              <a:off x="7795260" y="2320953"/>
              <a:ext cx="2115" cy="354000"/>
            </a:xfrm>
            <a:prstGeom prst="line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62" name="Shape 5362"/>
            <p:cNvSpPr/>
            <p:nvPr/>
          </p:nvSpPr>
          <p:spPr>
            <a:xfrm>
              <a:off x="5480777" y="2299660"/>
              <a:ext cx="2308142" cy="2663"/>
            </a:xfrm>
            <a:prstGeom prst="line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63" name="Shape 5363"/>
            <p:cNvSpPr/>
            <p:nvPr/>
          </p:nvSpPr>
          <p:spPr>
            <a:xfrm>
              <a:off x="7361955" y="3303100"/>
              <a:ext cx="976522" cy="28479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64" name="Shape 5364"/>
            <p:cNvSpPr/>
            <p:nvPr/>
          </p:nvSpPr>
          <p:spPr>
            <a:xfrm>
              <a:off x="7361955" y="3303100"/>
              <a:ext cx="976522" cy="284797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65" name="Shape 5365"/>
            <p:cNvSpPr/>
            <p:nvPr/>
          </p:nvSpPr>
          <p:spPr>
            <a:xfrm>
              <a:off x="7380978" y="3324393"/>
              <a:ext cx="144171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+</a:t>
              </a:r>
            </a:p>
          </p:txBody>
        </p:sp>
        <p:sp>
          <p:nvSpPr>
            <p:cNvPr id="5366" name="Shape 5366"/>
            <p:cNvSpPr/>
            <p:nvPr/>
          </p:nvSpPr>
          <p:spPr>
            <a:xfrm>
              <a:off x="7465524" y="3324393"/>
              <a:ext cx="483128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makeKit</a:t>
              </a:r>
            </a:p>
          </p:txBody>
        </p:sp>
        <p:sp>
          <p:nvSpPr>
            <p:cNvPr id="5367" name="Shape 5367"/>
            <p:cNvSpPr/>
            <p:nvPr/>
          </p:nvSpPr>
          <p:spPr>
            <a:xfrm>
              <a:off x="7987604" y="3324393"/>
              <a:ext cx="14417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()</a:t>
              </a:r>
            </a:p>
          </p:txBody>
        </p:sp>
        <p:sp>
          <p:nvSpPr>
            <p:cNvPr id="5368" name="Shape 5368"/>
            <p:cNvSpPr/>
            <p:nvPr/>
          </p:nvSpPr>
          <p:spPr>
            <a:xfrm>
              <a:off x="7361955" y="3015642"/>
              <a:ext cx="976522" cy="2874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69" name="Shape 5369"/>
            <p:cNvSpPr/>
            <p:nvPr/>
          </p:nvSpPr>
          <p:spPr>
            <a:xfrm>
              <a:off x="7361955" y="3015642"/>
              <a:ext cx="976522" cy="287459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70" name="Shape 5370"/>
            <p:cNvSpPr/>
            <p:nvPr/>
          </p:nvSpPr>
          <p:spPr>
            <a:xfrm>
              <a:off x="7361955" y="2685598"/>
              <a:ext cx="976522" cy="33004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71" name="Shape 5371"/>
            <p:cNvSpPr/>
            <p:nvPr/>
          </p:nvSpPr>
          <p:spPr>
            <a:xfrm>
              <a:off x="7361955" y="2685598"/>
              <a:ext cx="976522" cy="330045"/>
            </a:xfrm>
            <a:prstGeom prst="rect">
              <a:avLst/>
            </a:pr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72" name="Shape 5372"/>
            <p:cNvSpPr/>
            <p:nvPr/>
          </p:nvSpPr>
          <p:spPr>
            <a:xfrm>
              <a:off x="7556413" y="2733508"/>
              <a:ext cx="540656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 b="1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800"/>
                <a:t>JDBCKit</a:t>
              </a:r>
            </a:p>
          </p:txBody>
        </p:sp>
        <p:sp>
          <p:nvSpPr>
            <p:cNvPr id="5373" name="Shape 5373"/>
            <p:cNvSpPr/>
            <p:nvPr/>
          </p:nvSpPr>
          <p:spPr>
            <a:xfrm>
              <a:off x="3005656" y="3582573"/>
              <a:ext cx="2536419" cy="10007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9" y="13672"/>
                  </a:moveTo>
                  <a:lnTo>
                    <a:pt x="99" y="16200"/>
                  </a:lnTo>
                  <a:lnTo>
                    <a:pt x="90" y="16286"/>
                  </a:lnTo>
                  <a:lnTo>
                    <a:pt x="72" y="16315"/>
                  </a:lnTo>
                  <a:lnTo>
                    <a:pt x="18" y="16315"/>
                  </a:lnTo>
                  <a:lnTo>
                    <a:pt x="9" y="16286"/>
                  </a:lnTo>
                  <a:lnTo>
                    <a:pt x="0" y="16200"/>
                  </a:lnTo>
                  <a:lnTo>
                    <a:pt x="0" y="13586"/>
                  </a:lnTo>
                  <a:lnTo>
                    <a:pt x="18" y="13529"/>
                  </a:lnTo>
                  <a:lnTo>
                    <a:pt x="72" y="13529"/>
                  </a:lnTo>
                  <a:lnTo>
                    <a:pt x="90" y="13557"/>
                  </a:lnTo>
                  <a:lnTo>
                    <a:pt x="99" y="13586"/>
                  </a:lnTo>
                  <a:lnTo>
                    <a:pt x="99" y="13672"/>
                  </a:lnTo>
                  <a:close/>
                  <a:moveTo>
                    <a:pt x="99" y="17923"/>
                  </a:moveTo>
                  <a:lnTo>
                    <a:pt x="99" y="20480"/>
                  </a:lnTo>
                  <a:lnTo>
                    <a:pt x="90" y="20509"/>
                  </a:lnTo>
                  <a:lnTo>
                    <a:pt x="72" y="20537"/>
                  </a:lnTo>
                  <a:lnTo>
                    <a:pt x="45" y="20566"/>
                  </a:lnTo>
                  <a:lnTo>
                    <a:pt x="18" y="20537"/>
                  </a:lnTo>
                  <a:lnTo>
                    <a:pt x="0" y="20480"/>
                  </a:lnTo>
                  <a:lnTo>
                    <a:pt x="0" y="17866"/>
                  </a:lnTo>
                  <a:lnTo>
                    <a:pt x="9" y="17780"/>
                  </a:lnTo>
                  <a:lnTo>
                    <a:pt x="18" y="17751"/>
                  </a:lnTo>
                  <a:lnTo>
                    <a:pt x="72" y="17751"/>
                  </a:lnTo>
                  <a:lnTo>
                    <a:pt x="90" y="17780"/>
                  </a:lnTo>
                  <a:lnTo>
                    <a:pt x="99" y="17866"/>
                  </a:lnTo>
                  <a:lnTo>
                    <a:pt x="99" y="17923"/>
                  </a:lnTo>
                  <a:close/>
                  <a:moveTo>
                    <a:pt x="279" y="21284"/>
                  </a:moveTo>
                  <a:lnTo>
                    <a:pt x="1071" y="21284"/>
                  </a:lnTo>
                  <a:lnTo>
                    <a:pt x="1089" y="21313"/>
                  </a:lnTo>
                  <a:lnTo>
                    <a:pt x="1098" y="21399"/>
                  </a:lnTo>
                  <a:lnTo>
                    <a:pt x="1107" y="21456"/>
                  </a:lnTo>
                  <a:lnTo>
                    <a:pt x="1089" y="21571"/>
                  </a:lnTo>
                  <a:lnTo>
                    <a:pt x="1071" y="21600"/>
                  </a:lnTo>
                  <a:lnTo>
                    <a:pt x="252" y="21600"/>
                  </a:lnTo>
                  <a:lnTo>
                    <a:pt x="234" y="21571"/>
                  </a:lnTo>
                  <a:lnTo>
                    <a:pt x="216" y="21514"/>
                  </a:lnTo>
                  <a:lnTo>
                    <a:pt x="216" y="21399"/>
                  </a:lnTo>
                  <a:lnTo>
                    <a:pt x="234" y="21313"/>
                  </a:lnTo>
                  <a:lnTo>
                    <a:pt x="252" y="21284"/>
                  </a:lnTo>
                  <a:lnTo>
                    <a:pt x="279" y="21284"/>
                  </a:lnTo>
                  <a:close/>
                  <a:moveTo>
                    <a:pt x="1603" y="21284"/>
                  </a:moveTo>
                  <a:lnTo>
                    <a:pt x="2404" y="21284"/>
                  </a:lnTo>
                  <a:lnTo>
                    <a:pt x="2431" y="21313"/>
                  </a:lnTo>
                  <a:lnTo>
                    <a:pt x="2440" y="21399"/>
                  </a:lnTo>
                  <a:lnTo>
                    <a:pt x="2440" y="21514"/>
                  </a:lnTo>
                  <a:lnTo>
                    <a:pt x="2431" y="21571"/>
                  </a:lnTo>
                  <a:lnTo>
                    <a:pt x="2404" y="21600"/>
                  </a:lnTo>
                  <a:lnTo>
                    <a:pt x="1585" y="21600"/>
                  </a:lnTo>
                  <a:lnTo>
                    <a:pt x="1558" y="21514"/>
                  </a:lnTo>
                  <a:lnTo>
                    <a:pt x="1549" y="21456"/>
                  </a:lnTo>
                  <a:lnTo>
                    <a:pt x="1558" y="21399"/>
                  </a:lnTo>
                  <a:lnTo>
                    <a:pt x="1576" y="21313"/>
                  </a:lnTo>
                  <a:lnTo>
                    <a:pt x="1585" y="21284"/>
                  </a:lnTo>
                  <a:lnTo>
                    <a:pt x="1603" y="21284"/>
                  </a:lnTo>
                  <a:close/>
                  <a:moveTo>
                    <a:pt x="2935" y="21284"/>
                  </a:moveTo>
                  <a:lnTo>
                    <a:pt x="3737" y="21284"/>
                  </a:lnTo>
                  <a:lnTo>
                    <a:pt x="3755" y="21313"/>
                  </a:lnTo>
                  <a:lnTo>
                    <a:pt x="3773" y="21399"/>
                  </a:lnTo>
                  <a:lnTo>
                    <a:pt x="3773" y="21514"/>
                  </a:lnTo>
                  <a:lnTo>
                    <a:pt x="3755" y="21571"/>
                  </a:lnTo>
                  <a:lnTo>
                    <a:pt x="3737" y="21600"/>
                  </a:lnTo>
                  <a:lnTo>
                    <a:pt x="2917" y="21600"/>
                  </a:lnTo>
                  <a:lnTo>
                    <a:pt x="2899" y="21571"/>
                  </a:lnTo>
                  <a:lnTo>
                    <a:pt x="2881" y="21456"/>
                  </a:lnTo>
                  <a:lnTo>
                    <a:pt x="2890" y="21399"/>
                  </a:lnTo>
                  <a:lnTo>
                    <a:pt x="2899" y="21313"/>
                  </a:lnTo>
                  <a:lnTo>
                    <a:pt x="2917" y="21284"/>
                  </a:lnTo>
                  <a:lnTo>
                    <a:pt x="2935" y="21284"/>
                  </a:lnTo>
                  <a:close/>
                  <a:moveTo>
                    <a:pt x="4268" y="21284"/>
                  </a:moveTo>
                  <a:lnTo>
                    <a:pt x="5060" y="21284"/>
                  </a:lnTo>
                  <a:lnTo>
                    <a:pt x="5087" y="21313"/>
                  </a:lnTo>
                  <a:lnTo>
                    <a:pt x="5096" y="21399"/>
                  </a:lnTo>
                  <a:lnTo>
                    <a:pt x="5096" y="21514"/>
                  </a:lnTo>
                  <a:lnTo>
                    <a:pt x="5087" y="21571"/>
                  </a:lnTo>
                  <a:lnTo>
                    <a:pt x="5060" y="21600"/>
                  </a:lnTo>
                  <a:lnTo>
                    <a:pt x="4241" y="21600"/>
                  </a:lnTo>
                  <a:lnTo>
                    <a:pt x="4232" y="21571"/>
                  </a:lnTo>
                  <a:lnTo>
                    <a:pt x="4223" y="21514"/>
                  </a:lnTo>
                  <a:lnTo>
                    <a:pt x="4223" y="21399"/>
                  </a:lnTo>
                  <a:lnTo>
                    <a:pt x="4232" y="21313"/>
                  </a:lnTo>
                  <a:lnTo>
                    <a:pt x="4241" y="21284"/>
                  </a:lnTo>
                  <a:lnTo>
                    <a:pt x="4268" y="21284"/>
                  </a:lnTo>
                  <a:close/>
                  <a:moveTo>
                    <a:pt x="5609" y="21284"/>
                  </a:moveTo>
                  <a:lnTo>
                    <a:pt x="6402" y="21284"/>
                  </a:lnTo>
                  <a:lnTo>
                    <a:pt x="6420" y="21313"/>
                  </a:lnTo>
                  <a:lnTo>
                    <a:pt x="6429" y="21399"/>
                  </a:lnTo>
                  <a:lnTo>
                    <a:pt x="6438" y="21456"/>
                  </a:lnTo>
                  <a:lnTo>
                    <a:pt x="6420" y="21571"/>
                  </a:lnTo>
                  <a:lnTo>
                    <a:pt x="6402" y="21600"/>
                  </a:lnTo>
                  <a:lnTo>
                    <a:pt x="5582" y="21600"/>
                  </a:lnTo>
                  <a:lnTo>
                    <a:pt x="5564" y="21571"/>
                  </a:lnTo>
                  <a:lnTo>
                    <a:pt x="5546" y="21514"/>
                  </a:lnTo>
                  <a:lnTo>
                    <a:pt x="5546" y="21399"/>
                  </a:lnTo>
                  <a:lnTo>
                    <a:pt x="5564" y="21313"/>
                  </a:lnTo>
                  <a:lnTo>
                    <a:pt x="5582" y="21284"/>
                  </a:lnTo>
                  <a:lnTo>
                    <a:pt x="5609" y="21284"/>
                  </a:lnTo>
                  <a:close/>
                  <a:moveTo>
                    <a:pt x="6942" y="21284"/>
                  </a:moveTo>
                  <a:lnTo>
                    <a:pt x="7734" y="21284"/>
                  </a:lnTo>
                  <a:lnTo>
                    <a:pt x="7743" y="21313"/>
                  </a:lnTo>
                  <a:lnTo>
                    <a:pt x="7761" y="21399"/>
                  </a:lnTo>
                  <a:lnTo>
                    <a:pt x="7770" y="21456"/>
                  </a:lnTo>
                  <a:lnTo>
                    <a:pt x="7761" y="21514"/>
                  </a:lnTo>
                  <a:lnTo>
                    <a:pt x="7734" y="21600"/>
                  </a:lnTo>
                  <a:lnTo>
                    <a:pt x="6915" y="21600"/>
                  </a:lnTo>
                  <a:lnTo>
                    <a:pt x="6888" y="21571"/>
                  </a:lnTo>
                  <a:lnTo>
                    <a:pt x="6879" y="21514"/>
                  </a:lnTo>
                  <a:lnTo>
                    <a:pt x="6879" y="21399"/>
                  </a:lnTo>
                  <a:lnTo>
                    <a:pt x="6888" y="21313"/>
                  </a:lnTo>
                  <a:lnTo>
                    <a:pt x="6915" y="21284"/>
                  </a:lnTo>
                  <a:lnTo>
                    <a:pt x="6942" y="21284"/>
                  </a:lnTo>
                  <a:close/>
                  <a:moveTo>
                    <a:pt x="8265" y="21284"/>
                  </a:moveTo>
                  <a:lnTo>
                    <a:pt x="9067" y="21284"/>
                  </a:lnTo>
                  <a:lnTo>
                    <a:pt x="9085" y="21313"/>
                  </a:lnTo>
                  <a:lnTo>
                    <a:pt x="9103" y="21399"/>
                  </a:lnTo>
                  <a:lnTo>
                    <a:pt x="9103" y="21514"/>
                  </a:lnTo>
                  <a:lnTo>
                    <a:pt x="9085" y="21571"/>
                  </a:lnTo>
                  <a:lnTo>
                    <a:pt x="9067" y="21600"/>
                  </a:lnTo>
                  <a:lnTo>
                    <a:pt x="8247" y="21600"/>
                  </a:lnTo>
                  <a:lnTo>
                    <a:pt x="8229" y="21571"/>
                  </a:lnTo>
                  <a:lnTo>
                    <a:pt x="8211" y="21456"/>
                  </a:lnTo>
                  <a:lnTo>
                    <a:pt x="8220" y="21399"/>
                  </a:lnTo>
                  <a:lnTo>
                    <a:pt x="8229" y="21313"/>
                  </a:lnTo>
                  <a:lnTo>
                    <a:pt x="8247" y="21284"/>
                  </a:lnTo>
                  <a:lnTo>
                    <a:pt x="8265" y="21284"/>
                  </a:lnTo>
                  <a:close/>
                  <a:moveTo>
                    <a:pt x="9598" y="21284"/>
                  </a:moveTo>
                  <a:lnTo>
                    <a:pt x="10399" y="21284"/>
                  </a:lnTo>
                  <a:lnTo>
                    <a:pt x="10417" y="21313"/>
                  </a:lnTo>
                  <a:lnTo>
                    <a:pt x="10426" y="21399"/>
                  </a:lnTo>
                  <a:lnTo>
                    <a:pt x="10426" y="21514"/>
                  </a:lnTo>
                  <a:lnTo>
                    <a:pt x="10417" y="21571"/>
                  </a:lnTo>
                  <a:lnTo>
                    <a:pt x="10399" y="21600"/>
                  </a:lnTo>
                  <a:lnTo>
                    <a:pt x="9571" y="21600"/>
                  </a:lnTo>
                  <a:lnTo>
                    <a:pt x="9562" y="21571"/>
                  </a:lnTo>
                  <a:lnTo>
                    <a:pt x="9544" y="21456"/>
                  </a:lnTo>
                  <a:lnTo>
                    <a:pt x="9553" y="21399"/>
                  </a:lnTo>
                  <a:lnTo>
                    <a:pt x="9562" y="21313"/>
                  </a:lnTo>
                  <a:lnTo>
                    <a:pt x="9571" y="21284"/>
                  </a:lnTo>
                  <a:lnTo>
                    <a:pt x="9598" y="21284"/>
                  </a:lnTo>
                  <a:close/>
                  <a:moveTo>
                    <a:pt x="10931" y="21284"/>
                  </a:moveTo>
                  <a:lnTo>
                    <a:pt x="11723" y="21284"/>
                  </a:lnTo>
                  <a:lnTo>
                    <a:pt x="11750" y="21313"/>
                  </a:lnTo>
                  <a:lnTo>
                    <a:pt x="11759" y="21399"/>
                  </a:lnTo>
                  <a:lnTo>
                    <a:pt x="11759" y="21514"/>
                  </a:lnTo>
                  <a:lnTo>
                    <a:pt x="11750" y="21571"/>
                  </a:lnTo>
                  <a:lnTo>
                    <a:pt x="11723" y="21600"/>
                  </a:lnTo>
                  <a:lnTo>
                    <a:pt x="10904" y="21600"/>
                  </a:lnTo>
                  <a:lnTo>
                    <a:pt x="10895" y="21571"/>
                  </a:lnTo>
                  <a:lnTo>
                    <a:pt x="10886" y="21514"/>
                  </a:lnTo>
                  <a:lnTo>
                    <a:pt x="10886" y="21399"/>
                  </a:lnTo>
                  <a:lnTo>
                    <a:pt x="10895" y="21313"/>
                  </a:lnTo>
                  <a:lnTo>
                    <a:pt x="10904" y="21284"/>
                  </a:lnTo>
                  <a:lnTo>
                    <a:pt x="10931" y="21284"/>
                  </a:lnTo>
                  <a:close/>
                  <a:moveTo>
                    <a:pt x="12272" y="21284"/>
                  </a:moveTo>
                  <a:lnTo>
                    <a:pt x="13064" y="21284"/>
                  </a:lnTo>
                  <a:lnTo>
                    <a:pt x="13082" y="21313"/>
                  </a:lnTo>
                  <a:lnTo>
                    <a:pt x="13091" y="21399"/>
                  </a:lnTo>
                  <a:lnTo>
                    <a:pt x="13100" y="21456"/>
                  </a:lnTo>
                  <a:lnTo>
                    <a:pt x="13082" y="21571"/>
                  </a:lnTo>
                  <a:lnTo>
                    <a:pt x="13064" y="21600"/>
                  </a:lnTo>
                  <a:lnTo>
                    <a:pt x="12245" y="21600"/>
                  </a:lnTo>
                  <a:lnTo>
                    <a:pt x="12227" y="21571"/>
                  </a:lnTo>
                  <a:lnTo>
                    <a:pt x="12209" y="21514"/>
                  </a:lnTo>
                  <a:lnTo>
                    <a:pt x="12209" y="21399"/>
                  </a:lnTo>
                  <a:lnTo>
                    <a:pt x="12227" y="21313"/>
                  </a:lnTo>
                  <a:lnTo>
                    <a:pt x="12245" y="21284"/>
                  </a:lnTo>
                  <a:lnTo>
                    <a:pt x="12272" y="21284"/>
                  </a:lnTo>
                  <a:close/>
                  <a:moveTo>
                    <a:pt x="13596" y="21284"/>
                  </a:moveTo>
                  <a:lnTo>
                    <a:pt x="14397" y="21284"/>
                  </a:lnTo>
                  <a:lnTo>
                    <a:pt x="14406" y="21313"/>
                  </a:lnTo>
                  <a:lnTo>
                    <a:pt x="14424" y="21399"/>
                  </a:lnTo>
                  <a:lnTo>
                    <a:pt x="14433" y="21456"/>
                  </a:lnTo>
                  <a:lnTo>
                    <a:pt x="14424" y="21514"/>
                  </a:lnTo>
                  <a:lnTo>
                    <a:pt x="14397" y="21600"/>
                  </a:lnTo>
                  <a:lnTo>
                    <a:pt x="13578" y="21600"/>
                  </a:lnTo>
                  <a:lnTo>
                    <a:pt x="13551" y="21571"/>
                  </a:lnTo>
                  <a:lnTo>
                    <a:pt x="13542" y="21514"/>
                  </a:lnTo>
                  <a:lnTo>
                    <a:pt x="13542" y="21399"/>
                  </a:lnTo>
                  <a:lnTo>
                    <a:pt x="13551" y="21313"/>
                  </a:lnTo>
                  <a:lnTo>
                    <a:pt x="13578" y="21284"/>
                  </a:lnTo>
                  <a:lnTo>
                    <a:pt x="13596" y="21284"/>
                  </a:lnTo>
                  <a:close/>
                  <a:moveTo>
                    <a:pt x="14928" y="21284"/>
                  </a:moveTo>
                  <a:lnTo>
                    <a:pt x="15730" y="21284"/>
                  </a:lnTo>
                  <a:lnTo>
                    <a:pt x="15748" y="21313"/>
                  </a:lnTo>
                  <a:lnTo>
                    <a:pt x="15766" y="21399"/>
                  </a:lnTo>
                  <a:lnTo>
                    <a:pt x="15766" y="21514"/>
                  </a:lnTo>
                  <a:lnTo>
                    <a:pt x="15748" y="21571"/>
                  </a:lnTo>
                  <a:lnTo>
                    <a:pt x="15730" y="21600"/>
                  </a:lnTo>
                  <a:lnTo>
                    <a:pt x="14910" y="21600"/>
                  </a:lnTo>
                  <a:lnTo>
                    <a:pt x="14892" y="21571"/>
                  </a:lnTo>
                  <a:lnTo>
                    <a:pt x="14874" y="21456"/>
                  </a:lnTo>
                  <a:lnTo>
                    <a:pt x="14883" y="21399"/>
                  </a:lnTo>
                  <a:lnTo>
                    <a:pt x="14892" y="21313"/>
                  </a:lnTo>
                  <a:lnTo>
                    <a:pt x="14910" y="21284"/>
                  </a:lnTo>
                  <a:lnTo>
                    <a:pt x="14928" y="21284"/>
                  </a:lnTo>
                  <a:close/>
                  <a:moveTo>
                    <a:pt x="16261" y="21284"/>
                  </a:moveTo>
                  <a:lnTo>
                    <a:pt x="17053" y="21284"/>
                  </a:lnTo>
                  <a:lnTo>
                    <a:pt x="17080" y="21313"/>
                  </a:lnTo>
                  <a:lnTo>
                    <a:pt x="17089" y="21399"/>
                  </a:lnTo>
                  <a:lnTo>
                    <a:pt x="17089" y="21514"/>
                  </a:lnTo>
                  <a:lnTo>
                    <a:pt x="17080" y="21571"/>
                  </a:lnTo>
                  <a:lnTo>
                    <a:pt x="17053" y="21600"/>
                  </a:lnTo>
                  <a:lnTo>
                    <a:pt x="16234" y="21600"/>
                  </a:lnTo>
                  <a:lnTo>
                    <a:pt x="16225" y="21571"/>
                  </a:lnTo>
                  <a:lnTo>
                    <a:pt x="16216" y="21514"/>
                  </a:lnTo>
                  <a:lnTo>
                    <a:pt x="16198" y="21456"/>
                  </a:lnTo>
                  <a:lnTo>
                    <a:pt x="16216" y="21399"/>
                  </a:lnTo>
                  <a:lnTo>
                    <a:pt x="16225" y="21313"/>
                  </a:lnTo>
                  <a:lnTo>
                    <a:pt x="16234" y="21284"/>
                  </a:lnTo>
                  <a:lnTo>
                    <a:pt x="16261" y="21284"/>
                  </a:lnTo>
                  <a:close/>
                  <a:moveTo>
                    <a:pt x="17593" y="21284"/>
                  </a:moveTo>
                  <a:lnTo>
                    <a:pt x="18386" y="21284"/>
                  </a:lnTo>
                  <a:lnTo>
                    <a:pt x="18413" y="21313"/>
                  </a:lnTo>
                  <a:lnTo>
                    <a:pt x="18422" y="21399"/>
                  </a:lnTo>
                  <a:lnTo>
                    <a:pt x="18422" y="21514"/>
                  </a:lnTo>
                  <a:lnTo>
                    <a:pt x="18413" y="21571"/>
                  </a:lnTo>
                  <a:lnTo>
                    <a:pt x="18386" y="21600"/>
                  </a:lnTo>
                  <a:lnTo>
                    <a:pt x="17566" y="21600"/>
                  </a:lnTo>
                  <a:lnTo>
                    <a:pt x="17539" y="21514"/>
                  </a:lnTo>
                  <a:lnTo>
                    <a:pt x="17539" y="21399"/>
                  </a:lnTo>
                  <a:lnTo>
                    <a:pt x="17557" y="21313"/>
                  </a:lnTo>
                  <a:lnTo>
                    <a:pt x="17566" y="21284"/>
                  </a:lnTo>
                  <a:lnTo>
                    <a:pt x="17593" y="21284"/>
                  </a:lnTo>
                  <a:close/>
                  <a:moveTo>
                    <a:pt x="18935" y="21284"/>
                  </a:moveTo>
                  <a:lnTo>
                    <a:pt x="19727" y="21284"/>
                  </a:lnTo>
                  <a:lnTo>
                    <a:pt x="19736" y="21313"/>
                  </a:lnTo>
                  <a:lnTo>
                    <a:pt x="19754" y="21399"/>
                  </a:lnTo>
                  <a:lnTo>
                    <a:pt x="19763" y="21456"/>
                  </a:lnTo>
                  <a:lnTo>
                    <a:pt x="19754" y="21514"/>
                  </a:lnTo>
                  <a:lnTo>
                    <a:pt x="19727" y="21600"/>
                  </a:lnTo>
                  <a:lnTo>
                    <a:pt x="18908" y="21600"/>
                  </a:lnTo>
                  <a:lnTo>
                    <a:pt x="18881" y="21571"/>
                  </a:lnTo>
                  <a:lnTo>
                    <a:pt x="18872" y="21514"/>
                  </a:lnTo>
                  <a:lnTo>
                    <a:pt x="18872" y="21399"/>
                  </a:lnTo>
                  <a:lnTo>
                    <a:pt x="18881" y="21313"/>
                  </a:lnTo>
                  <a:lnTo>
                    <a:pt x="18908" y="21284"/>
                  </a:lnTo>
                  <a:lnTo>
                    <a:pt x="18935" y="21284"/>
                  </a:lnTo>
                  <a:close/>
                  <a:moveTo>
                    <a:pt x="20258" y="21284"/>
                  </a:moveTo>
                  <a:lnTo>
                    <a:pt x="21060" y="21284"/>
                  </a:lnTo>
                  <a:lnTo>
                    <a:pt x="21069" y="21313"/>
                  </a:lnTo>
                  <a:lnTo>
                    <a:pt x="21078" y="21399"/>
                  </a:lnTo>
                  <a:lnTo>
                    <a:pt x="21096" y="21456"/>
                  </a:lnTo>
                  <a:lnTo>
                    <a:pt x="21078" y="21514"/>
                  </a:lnTo>
                  <a:lnTo>
                    <a:pt x="21069" y="21571"/>
                  </a:lnTo>
                  <a:lnTo>
                    <a:pt x="21060" y="21600"/>
                  </a:lnTo>
                  <a:lnTo>
                    <a:pt x="20240" y="21600"/>
                  </a:lnTo>
                  <a:lnTo>
                    <a:pt x="20213" y="21571"/>
                  </a:lnTo>
                  <a:lnTo>
                    <a:pt x="20204" y="21514"/>
                  </a:lnTo>
                  <a:lnTo>
                    <a:pt x="20204" y="21399"/>
                  </a:lnTo>
                  <a:lnTo>
                    <a:pt x="20213" y="21313"/>
                  </a:lnTo>
                  <a:lnTo>
                    <a:pt x="20240" y="21284"/>
                  </a:lnTo>
                  <a:lnTo>
                    <a:pt x="20258" y="21284"/>
                  </a:lnTo>
                  <a:close/>
                  <a:moveTo>
                    <a:pt x="21501" y="21341"/>
                  </a:moveTo>
                  <a:lnTo>
                    <a:pt x="21438" y="18843"/>
                  </a:lnTo>
                  <a:lnTo>
                    <a:pt x="21438" y="18785"/>
                  </a:lnTo>
                  <a:lnTo>
                    <a:pt x="21465" y="18699"/>
                  </a:lnTo>
                  <a:lnTo>
                    <a:pt x="21483" y="18670"/>
                  </a:lnTo>
                  <a:lnTo>
                    <a:pt x="21510" y="18670"/>
                  </a:lnTo>
                  <a:lnTo>
                    <a:pt x="21537" y="18699"/>
                  </a:lnTo>
                  <a:lnTo>
                    <a:pt x="21546" y="18785"/>
                  </a:lnTo>
                  <a:lnTo>
                    <a:pt x="21546" y="18843"/>
                  </a:lnTo>
                  <a:lnTo>
                    <a:pt x="21600" y="21313"/>
                  </a:lnTo>
                  <a:lnTo>
                    <a:pt x="21600" y="21399"/>
                  </a:lnTo>
                  <a:lnTo>
                    <a:pt x="21582" y="21456"/>
                  </a:lnTo>
                  <a:lnTo>
                    <a:pt x="21555" y="21514"/>
                  </a:lnTo>
                  <a:lnTo>
                    <a:pt x="21537" y="21514"/>
                  </a:lnTo>
                  <a:lnTo>
                    <a:pt x="21510" y="21456"/>
                  </a:lnTo>
                  <a:lnTo>
                    <a:pt x="21501" y="21399"/>
                  </a:lnTo>
                  <a:lnTo>
                    <a:pt x="21501" y="21341"/>
                  </a:lnTo>
                  <a:close/>
                  <a:moveTo>
                    <a:pt x="21393" y="17119"/>
                  </a:moveTo>
                  <a:lnTo>
                    <a:pt x="21348" y="14649"/>
                  </a:lnTo>
                  <a:lnTo>
                    <a:pt x="21348" y="14591"/>
                  </a:lnTo>
                  <a:lnTo>
                    <a:pt x="21357" y="14505"/>
                  </a:lnTo>
                  <a:lnTo>
                    <a:pt x="21393" y="14448"/>
                  </a:lnTo>
                  <a:lnTo>
                    <a:pt x="21420" y="14448"/>
                  </a:lnTo>
                  <a:lnTo>
                    <a:pt x="21429" y="14477"/>
                  </a:lnTo>
                  <a:lnTo>
                    <a:pt x="21456" y="14534"/>
                  </a:lnTo>
                  <a:lnTo>
                    <a:pt x="21456" y="14620"/>
                  </a:lnTo>
                  <a:lnTo>
                    <a:pt x="21510" y="17090"/>
                  </a:lnTo>
                  <a:lnTo>
                    <a:pt x="21510" y="17148"/>
                  </a:lnTo>
                  <a:lnTo>
                    <a:pt x="21501" y="17205"/>
                  </a:lnTo>
                  <a:lnTo>
                    <a:pt x="21474" y="17234"/>
                  </a:lnTo>
                  <a:lnTo>
                    <a:pt x="21465" y="17263"/>
                  </a:lnTo>
                  <a:lnTo>
                    <a:pt x="21438" y="17263"/>
                  </a:lnTo>
                  <a:lnTo>
                    <a:pt x="21420" y="17234"/>
                  </a:lnTo>
                  <a:lnTo>
                    <a:pt x="21402" y="17148"/>
                  </a:lnTo>
                  <a:lnTo>
                    <a:pt x="21393" y="17119"/>
                  </a:lnTo>
                  <a:close/>
                  <a:moveTo>
                    <a:pt x="21303" y="12897"/>
                  </a:moveTo>
                  <a:lnTo>
                    <a:pt x="21240" y="10427"/>
                  </a:lnTo>
                  <a:lnTo>
                    <a:pt x="21240" y="10340"/>
                  </a:lnTo>
                  <a:lnTo>
                    <a:pt x="21276" y="10226"/>
                  </a:lnTo>
                  <a:lnTo>
                    <a:pt x="21321" y="10226"/>
                  </a:lnTo>
                  <a:lnTo>
                    <a:pt x="21348" y="10312"/>
                  </a:lnTo>
                  <a:lnTo>
                    <a:pt x="21357" y="10398"/>
                  </a:lnTo>
                  <a:lnTo>
                    <a:pt x="21420" y="12839"/>
                  </a:lnTo>
                  <a:lnTo>
                    <a:pt x="21402" y="12926"/>
                  </a:lnTo>
                  <a:lnTo>
                    <a:pt x="21393" y="12954"/>
                  </a:lnTo>
                  <a:lnTo>
                    <a:pt x="21384" y="13012"/>
                  </a:lnTo>
                  <a:lnTo>
                    <a:pt x="21357" y="13040"/>
                  </a:lnTo>
                  <a:lnTo>
                    <a:pt x="21339" y="13040"/>
                  </a:lnTo>
                  <a:lnTo>
                    <a:pt x="21321" y="13012"/>
                  </a:lnTo>
                  <a:lnTo>
                    <a:pt x="21312" y="12926"/>
                  </a:lnTo>
                  <a:lnTo>
                    <a:pt x="21303" y="12897"/>
                  </a:lnTo>
                  <a:close/>
                  <a:moveTo>
                    <a:pt x="21213" y="8646"/>
                  </a:moveTo>
                  <a:lnTo>
                    <a:pt x="21150" y="6204"/>
                  </a:lnTo>
                  <a:lnTo>
                    <a:pt x="21150" y="6118"/>
                  </a:lnTo>
                  <a:lnTo>
                    <a:pt x="21159" y="6032"/>
                  </a:lnTo>
                  <a:lnTo>
                    <a:pt x="21186" y="6003"/>
                  </a:lnTo>
                  <a:lnTo>
                    <a:pt x="21222" y="6003"/>
                  </a:lnTo>
                  <a:lnTo>
                    <a:pt x="21240" y="6032"/>
                  </a:lnTo>
                  <a:lnTo>
                    <a:pt x="21258" y="6089"/>
                  </a:lnTo>
                  <a:lnTo>
                    <a:pt x="21267" y="6147"/>
                  </a:lnTo>
                  <a:lnTo>
                    <a:pt x="21321" y="8617"/>
                  </a:lnTo>
                  <a:lnTo>
                    <a:pt x="21312" y="8703"/>
                  </a:lnTo>
                  <a:lnTo>
                    <a:pt x="21303" y="8732"/>
                  </a:lnTo>
                  <a:lnTo>
                    <a:pt x="21294" y="8818"/>
                  </a:lnTo>
                  <a:lnTo>
                    <a:pt x="21240" y="8818"/>
                  </a:lnTo>
                  <a:lnTo>
                    <a:pt x="21213" y="8732"/>
                  </a:lnTo>
                  <a:lnTo>
                    <a:pt x="21213" y="8646"/>
                  </a:lnTo>
                  <a:close/>
                  <a:moveTo>
                    <a:pt x="21114" y="4423"/>
                  </a:moveTo>
                  <a:lnTo>
                    <a:pt x="21060" y="1953"/>
                  </a:lnTo>
                  <a:lnTo>
                    <a:pt x="21060" y="1896"/>
                  </a:lnTo>
                  <a:lnTo>
                    <a:pt x="21069" y="1810"/>
                  </a:lnTo>
                  <a:lnTo>
                    <a:pt x="21096" y="1781"/>
                  </a:lnTo>
                  <a:lnTo>
                    <a:pt x="21132" y="1781"/>
                  </a:lnTo>
                  <a:lnTo>
                    <a:pt x="21150" y="1810"/>
                  </a:lnTo>
                  <a:lnTo>
                    <a:pt x="21159" y="1838"/>
                  </a:lnTo>
                  <a:lnTo>
                    <a:pt x="21177" y="1924"/>
                  </a:lnTo>
                  <a:lnTo>
                    <a:pt x="21222" y="4395"/>
                  </a:lnTo>
                  <a:lnTo>
                    <a:pt x="21222" y="4452"/>
                  </a:lnTo>
                  <a:lnTo>
                    <a:pt x="21213" y="4538"/>
                  </a:lnTo>
                  <a:lnTo>
                    <a:pt x="21195" y="4567"/>
                  </a:lnTo>
                  <a:lnTo>
                    <a:pt x="21150" y="4567"/>
                  </a:lnTo>
                  <a:lnTo>
                    <a:pt x="21114" y="4510"/>
                  </a:lnTo>
                  <a:lnTo>
                    <a:pt x="21114" y="4423"/>
                  </a:lnTo>
                  <a:close/>
                  <a:moveTo>
                    <a:pt x="21024" y="201"/>
                  </a:moveTo>
                  <a:lnTo>
                    <a:pt x="21024" y="115"/>
                  </a:lnTo>
                  <a:lnTo>
                    <a:pt x="21033" y="57"/>
                  </a:lnTo>
                  <a:lnTo>
                    <a:pt x="21051" y="0"/>
                  </a:lnTo>
                  <a:lnTo>
                    <a:pt x="21096" y="0"/>
                  </a:lnTo>
                  <a:lnTo>
                    <a:pt x="21105" y="57"/>
                  </a:lnTo>
                  <a:lnTo>
                    <a:pt x="21132" y="144"/>
                  </a:lnTo>
                  <a:lnTo>
                    <a:pt x="21132" y="230"/>
                  </a:lnTo>
                  <a:lnTo>
                    <a:pt x="21114" y="316"/>
                  </a:lnTo>
                  <a:lnTo>
                    <a:pt x="21096" y="345"/>
                  </a:lnTo>
                  <a:lnTo>
                    <a:pt x="21060" y="345"/>
                  </a:lnTo>
                  <a:lnTo>
                    <a:pt x="21033" y="316"/>
                  </a:lnTo>
                  <a:lnTo>
                    <a:pt x="21024" y="259"/>
                  </a:lnTo>
                  <a:lnTo>
                    <a:pt x="21024" y="201"/>
                  </a:lnTo>
                  <a:close/>
                </a:path>
              </a:pathLst>
            </a:custGeom>
            <a:solidFill>
              <a:srgbClr val="0000FF"/>
            </a:solidFill>
            <a:ln w="317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74" name="Shape 5374"/>
            <p:cNvSpPr/>
            <p:nvPr/>
          </p:nvSpPr>
          <p:spPr>
            <a:xfrm>
              <a:off x="2952813" y="4213382"/>
              <a:ext cx="118368" cy="7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0703" y="0"/>
                  </a:lnTo>
                  <a:lnTo>
                    <a:pt x="0" y="21600"/>
                  </a:lnTo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75" name="Shape 5375"/>
            <p:cNvSpPr/>
            <p:nvPr/>
          </p:nvSpPr>
          <p:spPr>
            <a:xfrm>
              <a:off x="655241" y="3598543"/>
              <a:ext cx="7201317" cy="1306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" y="11482"/>
                  </a:moveTo>
                  <a:lnTo>
                    <a:pt x="41" y="13352"/>
                  </a:lnTo>
                  <a:lnTo>
                    <a:pt x="38" y="13418"/>
                  </a:lnTo>
                  <a:lnTo>
                    <a:pt x="32" y="13440"/>
                  </a:lnTo>
                  <a:lnTo>
                    <a:pt x="29" y="13484"/>
                  </a:lnTo>
                  <a:lnTo>
                    <a:pt x="22" y="13505"/>
                  </a:lnTo>
                  <a:lnTo>
                    <a:pt x="13" y="13484"/>
                  </a:lnTo>
                  <a:lnTo>
                    <a:pt x="10" y="13440"/>
                  </a:lnTo>
                  <a:lnTo>
                    <a:pt x="3" y="13418"/>
                  </a:lnTo>
                  <a:lnTo>
                    <a:pt x="0" y="13352"/>
                  </a:lnTo>
                  <a:lnTo>
                    <a:pt x="0" y="11482"/>
                  </a:lnTo>
                  <a:lnTo>
                    <a:pt x="3" y="11416"/>
                  </a:lnTo>
                  <a:lnTo>
                    <a:pt x="10" y="11350"/>
                  </a:lnTo>
                  <a:lnTo>
                    <a:pt x="13" y="11328"/>
                  </a:lnTo>
                  <a:lnTo>
                    <a:pt x="29" y="11328"/>
                  </a:lnTo>
                  <a:lnTo>
                    <a:pt x="32" y="11350"/>
                  </a:lnTo>
                  <a:lnTo>
                    <a:pt x="38" y="11416"/>
                  </a:lnTo>
                  <a:lnTo>
                    <a:pt x="41" y="11482"/>
                  </a:lnTo>
                  <a:close/>
                  <a:moveTo>
                    <a:pt x="41" y="14715"/>
                  </a:moveTo>
                  <a:lnTo>
                    <a:pt x="41" y="16607"/>
                  </a:lnTo>
                  <a:lnTo>
                    <a:pt x="38" y="16651"/>
                  </a:lnTo>
                  <a:lnTo>
                    <a:pt x="29" y="16717"/>
                  </a:lnTo>
                  <a:lnTo>
                    <a:pt x="22" y="16739"/>
                  </a:lnTo>
                  <a:lnTo>
                    <a:pt x="13" y="16717"/>
                  </a:lnTo>
                  <a:lnTo>
                    <a:pt x="3" y="16651"/>
                  </a:lnTo>
                  <a:lnTo>
                    <a:pt x="0" y="16607"/>
                  </a:lnTo>
                  <a:lnTo>
                    <a:pt x="0" y="14715"/>
                  </a:lnTo>
                  <a:lnTo>
                    <a:pt x="3" y="14649"/>
                  </a:lnTo>
                  <a:lnTo>
                    <a:pt x="10" y="14605"/>
                  </a:lnTo>
                  <a:lnTo>
                    <a:pt x="13" y="14561"/>
                  </a:lnTo>
                  <a:lnTo>
                    <a:pt x="29" y="14561"/>
                  </a:lnTo>
                  <a:lnTo>
                    <a:pt x="32" y="14605"/>
                  </a:lnTo>
                  <a:lnTo>
                    <a:pt x="38" y="14649"/>
                  </a:lnTo>
                  <a:lnTo>
                    <a:pt x="41" y="14715"/>
                  </a:lnTo>
                  <a:close/>
                  <a:moveTo>
                    <a:pt x="41" y="17949"/>
                  </a:moveTo>
                  <a:lnTo>
                    <a:pt x="41" y="19840"/>
                  </a:lnTo>
                  <a:lnTo>
                    <a:pt x="38" y="19906"/>
                  </a:lnTo>
                  <a:lnTo>
                    <a:pt x="29" y="19972"/>
                  </a:lnTo>
                  <a:lnTo>
                    <a:pt x="13" y="19972"/>
                  </a:lnTo>
                  <a:lnTo>
                    <a:pt x="3" y="19906"/>
                  </a:lnTo>
                  <a:lnTo>
                    <a:pt x="0" y="19840"/>
                  </a:lnTo>
                  <a:lnTo>
                    <a:pt x="0" y="17949"/>
                  </a:lnTo>
                  <a:lnTo>
                    <a:pt x="3" y="17905"/>
                  </a:lnTo>
                  <a:lnTo>
                    <a:pt x="13" y="17839"/>
                  </a:lnTo>
                  <a:lnTo>
                    <a:pt x="22" y="17817"/>
                  </a:lnTo>
                  <a:lnTo>
                    <a:pt x="29" y="17839"/>
                  </a:lnTo>
                  <a:lnTo>
                    <a:pt x="38" y="17905"/>
                  </a:lnTo>
                  <a:lnTo>
                    <a:pt x="41" y="17949"/>
                  </a:lnTo>
                  <a:close/>
                  <a:moveTo>
                    <a:pt x="41" y="21204"/>
                  </a:moveTo>
                  <a:lnTo>
                    <a:pt x="41" y="21446"/>
                  </a:lnTo>
                  <a:lnTo>
                    <a:pt x="22" y="21336"/>
                  </a:lnTo>
                  <a:lnTo>
                    <a:pt x="266" y="21336"/>
                  </a:lnTo>
                  <a:lnTo>
                    <a:pt x="269" y="21358"/>
                  </a:lnTo>
                  <a:lnTo>
                    <a:pt x="276" y="21446"/>
                  </a:lnTo>
                  <a:lnTo>
                    <a:pt x="273" y="21512"/>
                  </a:lnTo>
                  <a:lnTo>
                    <a:pt x="266" y="21600"/>
                  </a:lnTo>
                  <a:lnTo>
                    <a:pt x="13" y="21600"/>
                  </a:lnTo>
                  <a:lnTo>
                    <a:pt x="10" y="21556"/>
                  </a:lnTo>
                  <a:lnTo>
                    <a:pt x="3" y="21512"/>
                  </a:lnTo>
                  <a:lnTo>
                    <a:pt x="0" y="21446"/>
                  </a:lnTo>
                  <a:lnTo>
                    <a:pt x="0" y="21204"/>
                  </a:lnTo>
                  <a:lnTo>
                    <a:pt x="3" y="21138"/>
                  </a:lnTo>
                  <a:lnTo>
                    <a:pt x="10" y="21116"/>
                  </a:lnTo>
                  <a:lnTo>
                    <a:pt x="13" y="21072"/>
                  </a:lnTo>
                  <a:lnTo>
                    <a:pt x="29" y="21072"/>
                  </a:lnTo>
                  <a:lnTo>
                    <a:pt x="32" y="21116"/>
                  </a:lnTo>
                  <a:lnTo>
                    <a:pt x="38" y="21138"/>
                  </a:lnTo>
                  <a:lnTo>
                    <a:pt x="41" y="21204"/>
                  </a:lnTo>
                  <a:close/>
                  <a:moveTo>
                    <a:pt x="453" y="21336"/>
                  </a:moveTo>
                  <a:lnTo>
                    <a:pt x="732" y="21336"/>
                  </a:lnTo>
                  <a:lnTo>
                    <a:pt x="742" y="21358"/>
                  </a:lnTo>
                  <a:lnTo>
                    <a:pt x="745" y="21402"/>
                  </a:lnTo>
                  <a:lnTo>
                    <a:pt x="745" y="21512"/>
                  </a:lnTo>
                  <a:lnTo>
                    <a:pt x="742" y="21556"/>
                  </a:lnTo>
                  <a:lnTo>
                    <a:pt x="732" y="21600"/>
                  </a:lnTo>
                  <a:lnTo>
                    <a:pt x="444" y="21600"/>
                  </a:lnTo>
                  <a:lnTo>
                    <a:pt x="437" y="21512"/>
                  </a:lnTo>
                  <a:lnTo>
                    <a:pt x="431" y="21446"/>
                  </a:lnTo>
                  <a:lnTo>
                    <a:pt x="437" y="21402"/>
                  </a:lnTo>
                  <a:lnTo>
                    <a:pt x="441" y="21358"/>
                  </a:lnTo>
                  <a:lnTo>
                    <a:pt x="444" y="21336"/>
                  </a:lnTo>
                  <a:lnTo>
                    <a:pt x="453" y="21336"/>
                  </a:lnTo>
                  <a:close/>
                  <a:moveTo>
                    <a:pt x="919" y="21336"/>
                  </a:moveTo>
                  <a:lnTo>
                    <a:pt x="1201" y="21336"/>
                  </a:lnTo>
                  <a:lnTo>
                    <a:pt x="1211" y="21358"/>
                  </a:lnTo>
                  <a:lnTo>
                    <a:pt x="1214" y="21402"/>
                  </a:lnTo>
                  <a:lnTo>
                    <a:pt x="1214" y="21512"/>
                  </a:lnTo>
                  <a:lnTo>
                    <a:pt x="1211" y="21556"/>
                  </a:lnTo>
                  <a:lnTo>
                    <a:pt x="1201" y="21600"/>
                  </a:lnTo>
                  <a:lnTo>
                    <a:pt x="913" y="21600"/>
                  </a:lnTo>
                  <a:lnTo>
                    <a:pt x="910" y="21556"/>
                  </a:lnTo>
                  <a:lnTo>
                    <a:pt x="903" y="21512"/>
                  </a:lnTo>
                  <a:lnTo>
                    <a:pt x="903" y="21402"/>
                  </a:lnTo>
                  <a:lnTo>
                    <a:pt x="913" y="21336"/>
                  </a:lnTo>
                  <a:lnTo>
                    <a:pt x="919" y="21336"/>
                  </a:lnTo>
                  <a:close/>
                  <a:moveTo>
                    <a:pt x="1392" y="21336"/>
                  </a:moveTo>
                  <a:lnTo>
                    <a:pt x="1674" y="21336"/>
                  </a:lnTo>
                  <a:lnTo>
                    <a:pt x="1683" y="21402"/>
                  </a:lnTo>
                  <a:lnTo>
                    <a:pt x="1686" y="21446"/>
                  </a:lnTo>
                  <a:lnTo>
                    <a:pt x="1683" y="21512"/>
                  </a:lnTo>
                  <a:lnTo>
                    <a:pt x="1677" y="21556"/>
                  </a:lnTo>
                  <a:lnTo>
                    <a:pt x="1674" y="21600"/>
                  </a:lnTo>
                  <a:lnTo>
                    <a:pt x="1385" y="21600"/>
                  </a:lnTo>
                  <a:lnTo>
                    <a:pt x="1376" y="21556"/>
                  </a:lnTo>
                  <a:lnTo>
                    <a:pt x="1373" y="21512"/>
                  </a:lnTo>
                  <a:lnTo>
                    <a:pt x="1373" y="21402"/>
                  </a:lnTo>
                  <a:lnTo>
                    <a:pt x="1376" y="21358"/>
                  </a:lnTo>
                  <a:lnTo>
                    <a:pt x="1385" y="21336"/>
                  </a:lnTo>
                  <a:lnTo>
                    <a:pt x="1392" y="21336"/>
                  </a:lnTo>
                  <a:close/>
                  <a:moveTo>
                    <a:pt x="1861" y="21336"/>
                  </a:moveTo>
                  <a:lnTo>
                    <a:pt x="2143" y="21336"/>
                  </a:lnTo>
                  <a:lnTo>
                    <a:pt x="2146" y="21358"/>
                  </a:lnTo>
                  <a:lnTo>
                    <a:pt x="2149" y="21402"/>
                  </a:lnTo>
                  <a:lnTo>
                    <a:pt x="2156" y="21446"/>
                  </a:lnTo>
                  <a:lnTo>
                    <a:pt x="2149" y="21512"/>
                  </a:lnTo>
                  <a:lnTo>
                    <a:pt x="2143" y="21600"/>
                  </a:lnTo>
                  <a:lnTo>
                    <a:pt x="1854" y="21600"/>
                  </a:lnTo>
                  <a:lnTo>
                    <a:pt x="1845" y="21556"/>
                  </a:lnTo>
                  <a:lnTo>
                    <a:pt x="1842" y="21512"/>
                  </a:lnTo>
                  <a:lnTo>
                    <a:pt x="1842" y="21402"/>
                  </a:lnTo>
                  <a:lnTo>
                    <a:pt x="1845" y="21358"/>
                  </a:lnTo>
                  <a:lnTo>
                    <a:pt x="1854" y="21336"/>
                  </a:lnTo>
                  <a:lnTo>
                    <a:pt x="1861" y="21336"/>
                  </a:lnTo>
                  <a:close/>
                  <a:moveTo>
                    <a:pt x="2330" y="21336"/>
                  </a:moveTo>
                  <a:lnTo>
                    <a:pt x="2609" y="21336"/>
                  </a:lnTo>
                  <a:lnTo>
                    <a:pt x="2615" y="21358"/>
                  </a:lnTo>
                  <a:lnTo>
                    <a:pt x="2622" y="21446"/>
                  </a:lnTo>
                  <a:lnTo>
                    <a:pt x="2618" y="21512"/>
                  </a:lnTo>
                  <a:lnTo>
                    <a:pt x="2615" y="21556"/>
                  </a:lnTo>
                  <a:lnTo>
                    <a:pt x="2609" y="21600"/>
                  </a:lnTo>
                  <a:lnTo>
                    <a:pt x="2320" y="21600"/>
                  </a:lnTo>
                  <a:lnTo>
                    <a:pt x="2308" y="21512"/>
                  </a:lnTo>
                  <a:lnTo>
                    <a:pt x="2308" y="21402"/>
                  </a:lnTo>
                  <a:lnTo>
                    <a:pt x="2314" y="21358"/>
                  </a:lnTo>
                  <a:lnTo>
                    <a:pt x="2320" y="21336"/>
                  </a:lnTo>
                  <a:lnTo>
                    <a:pt x="2330" y="21336"/>
                  </a:lnTo>
                  <a:close/>
                  <a:moveTo>
                    <a:pt x="2799" y="21336"/>
                  </a:moveTo>
                  <a:lnTo>
                    <a:pt x="3078" y="21336"/>
                  </a:lnTo>
                  <a:lnTo>
                    <a:pt x="3088" y="21358"/>
                  </a:lnTo>
                  <a:lnTo>
                    <a:pt x="3091" y="21402"/>
                  </a:lnTo>
                  <a:lnTo>
                    <a:pt x="3091" y="21512"/>
                  </a:lnTo>
                  <a:lnTo>
                    <a:pt x="3088" y="21556"/>
                  </a:lnTo>
                  <a:lnTo>
                    <a:pt x="3078" y="21600"/>
                  </a:lnTo>
                  <a:lnTo>
                    <a:pt x="2790" y="21600"/>
                  </a:lnTo>
                  <a:lnTo>
                    <a:pt x="2786" y="21556"/>
                  </a:lnTo>
                  <a:lnTo>
                    <a:pt x="2780" y="21512"/>
                  </a:lnTo>
                  <a:lnTo>
                    <a:pt x="2777" y="21446"/>
                  </a:lnTo>
                  <a:lnTo>
                    <a:pt x="2780" y="21402"/>
                  </a:lnTo>
                  <a:lnTo>
                    <a:pt x="2790" y="21336"/>
                  </a:lnTo>
                  <a:lnTo>
                    <a:pt x="2799" y="21336"/>
                  </a:lnTo>
                  <a:close/>
                  <a:moveTo>
                    <a:pt x="3265" y="21336"/>
                  </a:moveTo>
                  <a:lnTo>
                    <a:pt x="3547" y="21336"/>
                  </a:lnTo>
                  <a:lnTo>
                    <a:pt x="3554" y="21358"/>
                  </a:lnTo>
                  <a:lnTo>
                    <a:pt x="3560" y="21402"/>
                  </a:lnTo>
                  <a:lnTo>
                    <a:pt x="3560" y="21512"/>
                  </a:lnTo>
                  <a:lnTo>
                    <a:pt x="3547" y="21600"/>
                  </a:lnTo>
                  <a:lnTo>
                    <a:pt x="3259" y="21600"/>
                  </a:lnTo>
                  <a:lnTo>
                    <a:pt x="3252" y="21556"/>
                  </a:lnTo>
                  <a:lnTo>
                    <a:pt x="3249" y="21512"/>
                  </a:lnTo>
                  <a:lnTo>
                    <a:pt x="3249" y="21402"/>
                  </a:lnTo>
                  <a:lnTo>
                    <a:pt x="3252" y="21358"/>
                  </a:lnTo>
                  <a:lnTo>
                    <a:pt x="3259" y="21336"/>
                  </a:lnTo>
                  <a:lnTo>
                    <a:pt x="3265" y="21336"/>
                  </a:lnTo>
                  <a:close/>
                  <a:moveTo>
                    <a:pt x="3737" y="21336"/>
                  </a:moveTo>
                  <a:lnTo>
                    <a:pt x="4019" y="21336"/>
                  </a:lnTo>
                  <a:lnTo>
                    <a:pt x="4023" y="21358"/>
                  </a:lnTo>
                  <a:lnTo>
                    <a:pt x="4026" y="21402"/>
                  </a:lnTo>
                  <a:lnTo>
                    <a:pt x="4032" y="21446"/>
                  </a:lnTo>
                  <a:lnTo>
                    <a:pt x="4026" y="21512"/>
                  </a:lnTo>
                  <a:lnTo>
                    <a:pt x="4019" y="21600"/>
                  </a:lnTo>
                  <a:lnTo>
                    <a:pt x="3731" y="21600"/>
                  </a:lnTo>
                  <a:lnTo>
                    <a:pt x="3722" y="21556"/>
                  </a:lnTo>
                  <a:lnTo>
                    <a:pt x="3718" y="21512"/>
                  </a:lnTo>
                  <a:lnTo>
                    <a:pt x="3718" y="21402"/>
                  </a:lnTo>
                  <a:lnTo>
                    <a:pt x="3722" y="21358"/>
                  </a:lnTo>
                  <a:lnTo>
                    <a:pt x="3731" y="21336"/>
                  </a:lnTo>
                  <a:lnTo>
                    <a:pt x="3737" y="21336"/>
                  </a:lnTo>
                  <a:close/>
                  <a:moveTo>
                    <a:pt x="4207" y="21336"/>
                  </a:moveTo>
                  <a:lnTo>
                    <a:pt x="4489" y="21336"/>
                  </a:lnTo>
                  <a:lnTo>
                    <a:pt x="4492" y="21358"/>
                  </a:lnTo>
                  <a:lnTo>
                    <a:pt x="4498" y="21446"/>
                  </a:lnTo>
                  <a:lnTo>
                    <a:pt x="4495" y="21512"/>
                  </a:lnTo>
                  <a:lnTo>
                    <a:pt x="4489" y="21600"/>
                  </a:lnTo>
                  <a:lnTo>
                    <a:pt x="4197" y="21600"/>
                  </a:lnTo>
                  <a:lnTo>
                    <a:pt x="4191" y="21556"/>
                  </a:lnTo>
                  <a:lnTo>
                    <a:pt x="4187" y="21512"/>
                  </a:lnTo>
                  <a:lnTo>
                    <a:pt x="4187" y="21402"/>
                  </a:lnTo>
                  <a:lnTo>
                    <a:pt x="4191" y="21358"/>
                  </a:lnTo>
                  <a:lnTo>
                    <a:pt x="4197" y="21336"/>
                  </a:lnTo>
                  <a:lnTo>
                    <a:pt x="4207" y="21336"/>
                  </a:lnTo>
                  <a:close/>
                  <a:moveTo>
                    <a:pt x="4676" y="21336"/>
                  </a:moveTo>
                  <a:lnTo>
                    <a:pt x="4955" y="21336"/>
                  </a:lnTo>
                  <a:lnTo>
                    <a:pt x="4961" y="21358"/>
                  </a:lnTo>
                  <a:lnTo>
                    <a:pt x="4967" y="21446"/>
                  </a:lnTo>
                  <a:lnTo>
                    <a:pt x="4964" y="21512"/>
                  </a:lnTo>
                  <a:lnTo>
                    <a:pt x="4961" y="21556"/>
                  </a:lnTo>
                  <a:lnTo>
                    <a:pt x="4955" y="21600"/>
                  </a:lnTo>
                  <a:lnTo>
                    <a:pt x="4666" y="21600"/>
                  </a:lnTo>
                  <a:lnTo>
                    <a:pt x="4653" y="21512"/>
                  </a:lnTo>
                  <a:lnTo>
                    <a:pt x="4653" y="21402"/>
                  </a:lnTo>
                  <a:lnTo>
                    <a:pt x="4660" y="21358"/>
                  </a:lnTo>
                  <a:lnTo>
                    <a:pt x="4666" y="21336"/>
                  </a:lnTo>
                  <a:lnTo>
                    <a:pt x="4676" y="21336"/>
                  </a:lnTo>
                  <a:close/>
                  <a:moveTo>
                    <a:pt x="5142" y="21336"/>
                  </a:moveTo>
                  <a:lnTo>
                    <a:pt x="5424" y="21336"/>
                  </a:lnTo>
                  <a:lnTo>
                    <a:pt x="5433" y="21358"/>
                  </a:lnTo>
                  <a:lnTo>
                    <a:pt x="5436" y="21402"/>
                  </a:lnTo>
                  <a:lnTo>
                    <a:pt x="5436" y="21512"/>
                  </a:lnTo>
                  <a:lnTo>
                    <a:pt x="5433" y="21556"/>
                  </a:lnTo>
                  <a:lnTo>
                    <a:pt x="5424" y="21600"/>
                  </a:lnTo>
                  <a:lnTo>
                    <a:pt x="5135" y="21600"/>
                  </a:lnTo>
                  <a:lnTo>
                    <a:pt x="5132" y="21556"/>
                  </a:lnTo>
                  <a:lnTo>
                    <a:pt x="5126" y="21512"/>
                  </a:lnTo>
                  <a:lnTo>
                    <a:pt x="5123" y="21446"/>
                  </a:lnTo>
                  <a:lnTo>
                    <a:pt x="5126" y="21402"/>
                  </a:lnTo>
                  <a:lnTo>
                    <a:pt x="5135" y="21336"/>
                  </a:lnTo>
                  <a:lnTo>
                    <a:pt x="5142" y="21336"/>
                  </a:lnTo>
                  <a:close/>
                  <a:moveTo>
                    <a:pt x="5611" y="21336"/>
                  </a:moveTo>
                  <a:lnTo>
                    <a:pt x="5893" y="21336"/>
                  </a:lnTo>
                  <a:lnTo>
                    <a:pt x="5899" y="21358"/>
                  </a:lnTo>
                  <a:lnTo>
                    <a:pt x="5906" y="21402"/>
                  </a:lnTo>
                  <a:lnTo>
                    <a:pt x="5906" y="21512"/>
                  </a:lnTo>
                  <a:lnTo>
                    <a:pt x="5893" y="21600"/>
                  </a:lnTo>
                  <a:lnTo>
                    <a:pt x="5604" y="21600"/>
                  </a:lnTo>
                  <a:lnTo>
                    <a:pt x="5598" y="21556"/>
                  </a:lnTo>
                  <a:lnTo>
                    <a:pt x="5595" y="21512"/>
                  </a:lnTo>
                  <a:lnTo>
                    <a:pt x="5595" y="21402"/>
                  </a:lnTo>
                  <a:lnTo>
                    <a:pt x="5598" y="21358"/>
                  </a:lnTo>
                  <a:lnTo>
                    <a:pt x="5604" y="21336"/>
                  </a:lnTo>
                  <a:lnTo>
                    <a:pt x="5611" y="21336"/>
                  </a:lnTo>
                  <a:close/>
                  <a:moveTo>
                    <a:pt x="6083" y="21336"/>
                  </a:moveTo>
                  <a:lnTo>
                    <a:pt x="6365" y="21336"/>
                  </a:lnTo>
                  <a:lnTo>
                    <a:pt x="6368" y="21358"/>
                  </a:lnTo>
                  <a:lnTo>
                    <a:pt x="6372" y="21402"/>
                  </a:lnTo>
                  <a:lnTo>
                    <a:pt x="6378" y="21446"/>
                  </a:lnTo>
                  <a:lnTo>
                    <a:pt x="6372" y="21512"/>
                  </a:lnTo>
                  <a:lnTo>
                    <a:pt x="6365" y="21600"/>
                  </a:lnTo>
                  <a:lnTo>
                    <a:pt x="6077" y="21600"/>
                  </a:lnTo>
                  <a:lnTo>
                    <a:pt x="6067" y="21556"/>
                  </a:lnTo>
                  <a:lnTo>
                    <a:pt x="6064" y="21512"/>
                  </a:lnTo>
                  <a:lnTo>
                    <a:pt x="6064" y="21402"/>
                  </a:lnTo>
                  <a:lnTo>
                    <a:pt x="6067" y="21358"/>
                  </a:lnTo>
                  <a:lnTo>
                    <a:pt x="6077" y="21336"/>
                  </a:lnTo>
                  <a:lnTo>
                    <a:pt x="6083" y="21336"/>
                  </a:lnTo>
                  <a:close/>
                  <a:moveTo>
                    <a:pt x="6552" y="21336"/>
                  </a:moveTo>
                  <a:lnTo>
                    <a:pt x="6831" y="21336"/>
                  </a:lnTo>
                  <a:lnTo>
                    <a:pt x="6838" y="21358"/>
                  </a:lnTo>
                  <a:lnTo>
                    <a:pt x="6844" y="21446"/>
                  </a:lnTo>
                  <a:lnTo>
                    <a:pt x="6841" y="21512"/>
                  </a:lnTo>
                  <a:lnTo>
                    <a:pt x="6838" y="21556"/>
                  </a:lnTo>
                  <a:lnTo>
                    <a:pt x="6831" y="21600"/>
                  </a:lnTo>
                  <a:lnTo>
                    <a:pt x="6543" y="21600"/>
                  </a:lnTo>
                  <a:lnTo>
                    <a:pt x="6530" y="21512"/>
                  </a:lnTo>
                  <a:lnTo>
                    <a:pt x="6530" y="21402"/>
                  </a:lnTo>
                  <a:lnTo>
                    <a:pt x="6536" y="21358"/>
                  </a:lnTo>
                  <a:lnTo>
                    <a:pt x="6543" y="21336"/>
                  </a:lnTo>
                  <a:lnTo>
                    <a:pt x="6552" y="21336"/>
                  </a:lnTo>
                  <a:close/>
                  <a:moveTo>
                    <a:pt x="7021" y="21336"/>
                  </a:moveTo>
                  <a:lnTo>
                    <a:pt x="7300" y="21336"/>
                  </a:lnTo>
                  <a:lnTo>
                    <a:pt x="7310" y="21402"/>
                  </a:lnTo>
                  <a:lnTo>
                    <a:pt x="7313" y="21446"/>
                  </a:lnTo>
                  <a:lnTo>
                    <a:pt x="7310" y="21512"/>
                  </a:lnTo>
                  <a:lnTo>
                    <a:pt x="7304" y="21556"/>
                  </a:lnTo>
                  <a:lnTo>
                    <a:pt x="7300" y="21600"/>
                  </a:lnTo>
                  <a:lnTo>
                    <a:pt x="7012" y="21600"/>
                  </a:lnTo>
                  <a:lnTo>
                    <a:pt x="7002" y="21556"/>
                  </a:lnTo>
                  <a:lnTo>
                    <a:pt x="6999" y="21512"/>
                  </a:lnTo>
                  <a:lnTo>
                    <a:pt x="6999" y="21402"/>
                  </a:lnTo>
                  <a:lnTo>
                    <a:pt x="7002" y="21358"/>
                  </a:lnTo>
                  <a:lnTo>
                    <a:pt x="7012" y="21336"/>
                  </a:lnTo>
                  <a:lnTo>
                    <a:pt x="7021" y="21336"/>
                  </a:lnTo>
                  <a:close/>
                  <a:moveTo>
                    <a:pt x="7487" y="21336"/>
                  </a:moveTo>
                  <a:lnTo>
                    <a:pt x="7770" y="21336"/>
                  </a:lnTo>
                  <a:lnTo>
                    <a:pt x="7776" y="21358"/>
                  </a:lnTo>
                  <a:lnTo>
                    <a:pt x="7782" y="21402"/>
                  </a:lnTo>
                  <a:lnTo>
                    <a:pt x="7782" y="21512"/>
                  </a:lnTo>
                  <a:lnTo>
                    <a:pt x="7770" y="21600"/>
                  </a:lnTo>
                  <a:lnTo>
                    <a:pt x="7481" y="21600"/>
                  </a:lnTo>
                  <a:lnTo>
                    <a:pt x="7475" y="21556"/>
                  </a:lnTo>
                  <a:lnTo>
                    <a:pt x="7472" y="21512"/>
                  </a:lnTo>
                  <a:lnTo>
                    <a:pt x="7468" y="21446"/>
                  </a:lnTo>
                  <a:lnTo>
                    <a:pt x="7475" y="21358"/>
                  </a:lnTo>
                  <a:lnTo>
                    <a:pt x="7481" y="21336"/>
                  </a:lnTo>
                  <a:lnTo>
                    <a:pt x="7487" y="21336"/>
                  </a:lnTo>
                  <a:close/>
                  <a:moveTo>
                    <a:pt x="7957" y="21336"/>
                  </a:moveTo>
                  <a:lnTo>
                    <a:pt x="8239" y="21336"/>
                  </a:lnTo>
                  <a:lnTo>
                    <a:pt x="8245" y="21358"/>
                  </a:lnTo>
                  <a:lnTo>
                    <a:pt x="8248" y="21402"/>
                  </a:lnTo>
                  <a:lnTo>
                    <a:pt x="8248" y="21512"/>
                  </a:lnTo>
                  <a:lnTo>
                    <a:pt x="8245" y="21556"/>
                  </a:lnTo>
                  <a:lnTo>
                    <a:pt x="8239" y="21600"/>
                  </a:lnTo>
                  <a:lnTo>
                    <a:pt x="7947" y="21600"/>
                  </a:lnTo>
                  <a:lnTo>
                    <a:pt x="7941" y="21512"/>
                  </a:lnTo>
                  <a:lnTo>
                    <a:pt x="7941" y="21402"/>
                  </a:lnTo>
                  <a:lnTo>
                    <a:pt x="7944" y="21358"/>
                  </a:lnTo>
                  <a:lnTo>
                    <a:pt x="7947" y="21336"/>
                  </a:lnTo>
                  <a:lnTo>
                    <a:pt x="7957" y="21336"/>
                  </a:lnTo>
                  <a:close/>
                  <a:moveTo>
                    <a:pt x="8429" y="21336"/>
                  </a:moveTo>
                  <a:lnTo>
                    <a:pt x="8711" y="21336"/>
                  </a:lnTo>
                  <a:lnTo>
                    <a:pt x="8714" y="21358"/>
                  </a:lnTo>
                  <a:lnTo>
                    <a:pt x="8721" y="21446"/>
                  </a:lnTo>
                  <a:lnTo>
                    <a:pt x="8717" y="21512"/>
                  </a:lnTo>
                  <a:lnTo>
                    <a:pt x="8711" y="21600"/>
                  </a:lnTo>
                  <a:lnTo>
                    <a:pt x="8419" y="21600"/>
                  </a:lnTo>
                  <a:lnTo>
                    <a:pt x="8413" y="21556"/>
                  </a:lnTo>
                  <a:lnTo>
                    <a:pt x="8410" y="21512"/>
                  </a:lnTo>
                  <a:lnTo>
                    <a:pt x="8410" y="21402"/>
                  </a:lnTo>
                  <a:lnTo>
                    <a:pt x="8413" y="21358"/>
                  </a:lnTo>
                  <a:lnTo>
                    <a:pt x="8419" y="21336"/>
                  </a:lnTo>
                  <a:lnTo>
                    <a:pt x="8429" y="21336"/>
                  </a:lnTo>
                  <a:close/>
                  <a:moveTo>
                    <a:pt x="8898" y="21336"/>
                  </a:moveTo>
                  <a:lnTo>
                    <a:pt x="9177" y="21336"/>
                  </a:lnTo>
                  <a:lnTo>
                    <a:pt x="9183" y="21358"/>
                  </a:lnTo>
                  <a:lnTo>
                    <a:pt x="9190" y="21446"/>
                  </a:lnTo>
                  <a:lnTo>
                    <a:pt x="9186" y="21512"/>
                  </a:lnTo>
                  <a:lnTo>
                    <a:pt x="9183" y="21556"/>
                  </a:lnTo>
                  <a:lnTo>
                    <a:pt x="9177" y="21600"/>
                  </a:lnTo>
                  <a:lnTo>
                    <a:pt x="8889" y="21600"/>
                  </a:lnTo>
                  <a:lnTo>
                    <a:pt x="8876" y="21512"/>
                  </a:lnTo>
                  <a:lnTo>
                    <a:pt x="8876" y="21402"/>
                  </a:lnTo>
                  <a:lnTo>
                    <a:pt x="8882" y="21358"/>
                  </a:lnTo>
                  <a:lnTo>
                    <a:pt x="8889" y="21336"/>
                  </a:lnTo>
                  <a:lnTo>
                    <a:pt x="8898" y="21336"/>
                  </a:lnTo>
                  <a:close/>
                  <a:moveTo>
                    <a:pt x="9364" y="21336"/>
                  </a:moveTo>
                  <a:lnTo>
                    <a:pt x="9646" y="21336"/>
                  </a:lnTo>
                  <a:lnTo>
                    <a:pt x="9656" y="21402"/>
                  </a:lnTo>
                  <a:lnTo>
                    <a:pt x="9659" y="21446"/>
                  </a:lnTo>
                  <a:lnTo>
                    <a:pt x="9656" y="21512"/>
                  </a:lnTo>
                  <a:lnTo>
                    <a:pt x="9649" y="21556"/>
                  </a:lnTo>
                  <a:lnTo>
                    <a:pt x="9646" y="21600"/>
                  </a:lnTo>
                  <a:lnTo>
                    <a:pt x="9358" y="21600"/>
                  </a:lnTo>
                  <a:lnTo>
                    <a:pt x="9348" y="21556"/>
                  </a:lnTo>
                  <a:lnTo>
                    <a:pt x="9345" y="21512"/>
                  </a:lnTo>
                  <a:lnTo>
                    <a:pt x="9345" y="21402"/>
                  </a:lnTo>
                  <a:lnTo>
                    <a:pt x="9348" y="21358"/>
                  </a:lnTo>
                  <a:lnTo>
                    <a:pt x="9358" y="21336"/>
                  </a:lnTo>
                  <a:lnTo>
                    <a:pt x="9364" y="21336"/>
                  </a:lnTo>
                  <a:close/>
                  <a:moveTo>
                    <a:pt x="9833" y="21336"/>
                  </a:moveTo>
                  <a:lnTo>
                    <a:pt x="10115" y="21336"/>
                  </a:lnTo>
                  <a:lnTo>
                    <a:pt x="10122" y="21358"/>
                  </a:lnTo>
                  <a:lnTo>
                    <a:pt x="10128" y="21402"/>
                  </a:lnTo>
                  <a:lnTo>
                    <a:pt x="10128" y="21512"/>
                  </a:lnTo>
                  <a:lnTo>
                    <a:pt x="10115" y="21600"/>
                  </a:lnTo>
                  <a:lnTo>
                    <a:pt x="9827" y="21600"/>
                  </a:lnTo>
                  <a:lnTo>
                    <a:pt x="9820" y="21556"/>
                  </a:lnTo>
                  <a:lnTo>
                    <a:pt x="9817" y="21512"/>
                  </a:lnTo>
                  <a:lnTo>
                    <a:pt x="9814" y="21446"/>
                  </a:lnTo>
                  <a:lnTo>
                    <a:pt x="9820" y="21358"/>
                  </a:lnTo>
                  <a:lnTo>
                    <a:pt x="9827" y="21336"/>
                  </a:lnTo>
                  <a:lnTo>
                    <a:pt x="9833" y="21336"/>
                  </a:lnTo>
                  <a:close/>
                  <a:moveTo>
                    <a:pt x="10302" y="21336"/>
                  </a:moveTo>
                  <a:lnTo>
                    <a:pt x="10581" y="21336"/>
                  </a:lnTo>
                  <a:lnTo>
                    <a:pt x="10591" y="21358"/>
                  </a:lnTo>
                  <a:lnTo>
                    <a:pt x="10594" y="21402"/>
                  </a:lnTo>
                  <a:lnTo>
                    <a:pt x="10594" y="21512"/>
                  </a:lnTo>
                  <a:lnTo>
                    <a:pt x="10591" y="21556"/>
                  </a:lnTo>
                  <a:lnTo>
                    <a:pt x="10581" y="21600"/>
                  </a:lnTo>
                  <a:lnTo>
                    <a:pt x="10293" y="21600"/>
                  </a:lnTo>
                  <a:lnTo>
                    <a:pt x="10286" y="21512"/>
                  </a:lnTo>
                  <a:lnTo>
                    <a:pt x="10286" y="21402"/>
                  </a:lnTo>
                  <a:lnTo>
                    <a:pt x="10290" y="21358"/>
                  </a:lnTo>
                  <a:lnTo>
                    <a:pt x="10293" y="21336"/>
                  </a:lnTo>
                  <a:lnTo>
                    <a:pt x="10302" y="21336"/>
                  </a:lnTo>
                  <a:close/>
                  <a:moveTo>
                    <a:pt x="10775" y="21336"/>
                  </a:moveTo>
                  <a:lnTo>
                    <a:pt x="11054" y="21336"/>
                  </a:lnTo>
                  <a:lnTo>
                    <a:pt x="11060" y="21358"/>
                  </a:lnTo>
                  <a:lnTo>
                    <a:pt x="11066" y="21446"/>
                  </a:lnTo>
                  <a:lnTo>
                    <a:pt x="11063" y="21512"/>
                  </a:lnTo>
                  <a:lnTo>
                    <a:pt x="11060" y="21556"/>
                  </a:lnTo>
                  <a:lnTo>
                    <a:pt x="11054" y="21600"/>
                  </a:lnTo>
                  <a:lnTo>
                    <a:pt x="10765" y="21600"/>
                  </a:lnTo>
                  <a:lnTo>
                    <a:pt x="10752" y="21512"/>
                  </a:lnTo>
                  <a:lnTo>
                    <a:pt x="10752" y="21402"/>
                  </a:lnTo>
                  <a:lnTo>
                    <a:pt x="10759" y="21358"/>
                  </a:lnTo>
                  <a:lnTo>
                    <a:pt x="10765" y="21336"/>
                  </a:lnTo>
                  <a:lnTo>
                    <a:pt x="10775" y="21336"/>
                  </a:lnTo>
                  <a:close/>
                  <a:moveTo>
                    <a:pt x="11244" y="21336"/>
                  </a:moveTo>
                  <a:lnTo>
                    <a:pt x="11523" y="21336"/>
                  </a:lnTo>
                  <a:lnTo>
                    <a:pt x="11532" y="21402"/>
                  </a:lnTo>
                  <a:lnTo>
                    <a:pt x="11535" y="21446"/>
                  </a:lnTo>
                  <a:lnTo>
                    <a:pt x="11532" y="21512"/>
                  </a:lnTo>
                  <a:lnTo>
                    <a:pt x="11526" y="21556"/>
                  </a:lnTo>
                  <a:lnTo>
                    <a:pt x="11523" y="21600"/>
                  </a:lnTo>
                  <a:lnTo>
                    <a:pt x="11234" y="21600"/>
                  </a:lnTo>
                  <a:lnTo>
                    <a:pt x="11225" y="21556"/>
                  </a:lnTo>
                  <a:lnTo>
                    <a:pt x="11222" y="21512"/>
                  </a:lnTo>
                  <a:lnTo>
                    <a:pt x="11222" y="21402"/>
                  </a:lnTo>
                  <a:lnTo>
                    <a:pt x="11225" y="21358"/>
                  </a:lnTo>
                  <a:lnTo>
                    <a:pt x="11234" y="21336"/>
                  </a:lnTo>
                  <a:lnTo>
                    <a:pt x="11244" y="21336"/>
                  </a:lnTo>
                  <a:close/>
                  <a:moveTo>
                    <a:pt x="11710" y="21336"/>
                  </a:moveTo>
                  <a:lnTo>
                    <a:pt x="11992" y="21336"/>
                  </a:lnTo>
                  <a:lnTo>
                    <a:pt x="11995" y="21358"/>
                  </a:lnTo>
                  <a:lnTo>
                    <a:pt x="11998" y="21402"/>
                  </a:lnTo>
                  <a:lnTo>
                    <a:pt x="12005" y="21446"/>
                  </a:lnTo>
                  <a:lnTo>
                    <a:pt x="11998" y="21512"/>
                  </a:lnTo>
                  <a:lnTo>
                    <a:pt x="11992" y="21600"/>
                  </a:lnTo>
                  <a:lnTo>
                    <a:pt x="11703" y="21600"/>
                  </a:lnTo>
                  <a:lnTo>
                    <a:pt x="11694" y="21556"/>
                  </a:lnTo>
                  <a:lnTo>
                    <a:pt x="11691" y="21512"/>
                  </a:lnTo>
                  <a:lnTo>
                    <a:pt x="11691" y="21402"/>
                  </a:lnTo>
                  <a:lnTo>
                    <a:pt x="11694" y="21358"/>
                  </a:lnTo>
                  <a:lnTo>
                    <a:pt x="11703" y="21336"/>
                  </a:lnTo>
                  <a:lnTo>
                    <a:pt x="11710" y="21336"/>
                  </a:lnTo>
                  <a:close/>
                  <a:moveTo>
                    <a:pt x="12179" y="21336"/>
                  </a:moveTo>
                  <a:lnTo>
                    <a:pt x="12461" y="21336"/>
                  </a:lnTo>
                  <a:lnTo>
                    <a:pt x="12467" y="21358"/>
                  </a:lnTo>
                  <a:lnTo>
                    <a:pt x="12471" y="21402"/>
                  </a:lnTo>
                  <a:lnTo>
                    <a:pt x="12471" y="21512"/>
                  </a:lnTo>
                  <a:lnTo>
                    <a:pt x="12467" y="21556"/>
                  </a:lnTo>
                  <a:lnTo>
                    <a:pt x="12461" y="21600"/>
                  </a:lnTo>
                  <a:lnTo>
                    <a:pt x="12169" y="21600"/>
                  </a:lnTo>
                  <a:lnTo>
                    <a:pt x="12163" y="21512"/>
                  </a:lnTo>
                  <a:lnTo>
                    <a:pt x="12160" y="21446"/>
                  </a:lnTo>
                  <a:lnTo>
                    <a:pt x="12166" y="21358"/>
                  </a:lnTo>
                  <a:lnTo>
                    <a:pt x="12169" y="21336"/>
                  </a:lnTo>
                  <a:lnTo>
                    <a:pt x="12179" y="21336"/>
                  </a:lnTo>
                  <a:close/>
                  <a:moveTo>
                    <a:pt x="12648" y="21336"/>
                  </a:moveTo>
                  <a:lnTo>
                    <a:pt x="12927" y="21336"/>
                  </a:lnTo>
                  <a:lnTo>
                    <a:pt x="12937" y="21358"/>
                  </a:lnTo>
                  <a:lnTo>
                    <a:pt x="12940" y="21402"/>
                  </a:lnTo>
                  <a:lnTo>
                    <a:pt x="12940" y="21512"/>
                  </a:lnTo>
                  <a:lnTo>
                    <a:pt x="12937" y="21556"/>
                  </a:lnTo>
                  <a:lnTo>
                    <a:pt x="12927" y="21600"/>
                  </a:lnTo>
                  <a:lnTo>
                    <a:pt x="12639" y="21600"/>
                  </a:lnTo>
                  <a:lnTo>
                    <a:pt x="12632" y="21512"/>
                  </a:lnTo>
                  <a:lnTo>
                    <a:pt x="12632" y="21402"/>
                  </a:lnTo>
                  <a:lnTo>
                    <a:pt x="12635" y="21358"/>
                  </a:lnTo>
                  <a:lnTo>
                    <a:pt x="12639" y="21336"/>
                  </a:lnTo>
                  <a:lnTo>
                    <a:pt x="12648" y="21336"/>
                  </a:lnTo>
                  <a:close/>
                  <a:moveTo>
                    <a:pt x="13120" y="21336"/>
                  </a:moveTo>
                  <a:lnTo>
                    <a:pt x="13399" y="21336"/>
                  </a:lnTo>
                  <a:lnTo>
                    <a:pt x="13406" y="21358"/>
                  </a:lnTo>
                  <a:lnTo>
                    <a:pt x="13412" y="21446"/>
                  </a:lnTo>
                  <a:lnTo>
                    <a:pt x="13409" y="21512"/>
                  </a:lnTo>
                  <a:lnTo>
                    <a:pt x="13406" y="21556"/>
                  </a:lnTo>
                  <a:lnTo>
                    <a:pt x="13399" y="21600"/>
                  </a:lnTo>
                  <a:lnTo>
                    <a:pt x="13111" y="21600"/>
                  </a:lnTo>
                  <a:lnTo>
                    <a:pt x="13098" y="21512"/>
                  </a:lnTo>
                  <a:lnTo>
                    <a:pt x="13098" y="21402"/>
                  </a:lnTo>
                  <a:lnTo>
                    <a:pt x="13105" y="21358"/>
                  </a:lnTo>
                  <a:lnTo>
                    <a:pt x="13111" y="21336"/>
                  </a:lnTo>
                  <a:lnTo>
                    <a:pt x="13120" y="21336"/>
                  </a:lnTo>
                  <a:close/>
                  <a:moveTo>
                    <a:pt x="13586" y="21336"/>
                  </a:moveTo>
                  <a:lnTo>
                    <a:pt x="13869" y="21336"/>
                  </a:lnTo>
                  <a:lnTo>
                    <a:pt x="13878" y="21402"/>
                  </a:lnTo>
                  <a:lnTo>
                    <a:pt x="13881" y="21446"/>
                  </a:lnTo>
                  <a:lnTo>
                    <a:pt x="13878" y="21512"/>
                  </a:lnTo>
                  <a:lnTo>
                    <a:pt x="13872" y="21556"/>
                  </a:lnTo>
                  <a:lnTo>
                    <a:pt x="13869" y="21600"/>
                  </a:lnTo>
                  <a:lnTo>
                    <a:pt x="13580" y="21600"/>
                  </a:lnTo>
                  <a:lnTo>
                    <a:pt x="13571" y="21556"/>
                  </a:lnTo>
                  <a:lnTo>
                    <a:pt x="13567" y="21512"/>
                  </a:lnTo>
                  <a:lnTo>
                    <a:pt x="13567" y="21402"/>
                  </a:lnTo>
                  <a:lnTo>
                    <a:pt x="13571" y="21358"/>
                  </a:lnTo>
                  <a:lnTo>
                    <a:pt x="13580" y="21336"/>
                  </a:lnTo>
                  <a:lnTo>
                    <a:pt x="13586" y="21336"/>
                  </a:lnTo>
                  <a:close/>
                  <a:moveTo>
                    <a:pt x="14056" y="21336"/>
                  </a:moveTo>
                  <a:lnTo>
                    <a:pt x="14338" y="21336"/>
                  </a:lnTo>
                  <a:lnTo>
                    <a:pt x="14341" y="21358"/>
                  </a:lnTo>
                  <a:lnTo>
                    <a:pt x="14344" y="21402"/>
                  </a:lnTo>
                  <a:lnTo>
                    <a:pt x="14350" y="21446"/>
                  </a:lnTo>
                  <a:lnTo>
                    <a:pt x="14344" y="21512"/>
                  </a:lnTo>
                  <a:lnTo>
                    <a:pt x="14338" y="21600"/>
                  </a:lnTo>
                  <a:lnTo>
                    <a:pt x="14049" y="21600"/>
                  </a:lnTo>
                  <a:lnTo>
                    <a:pt x="14040" y="21556"/>
                  </a:lnTo>
                  <a:lnTo>
                    <a:pt x="14037" y="21512"/>
                  </a:lnTo>
                  <a:lnTo>
                    <a:pt x="14037" y="21402"/>
                  </a:lnTo>
                  <a:lnTo>
                    <a:pt x="14040" y="21358"/>
                  </a:lnTo>
                  <a:lnTo>
                    <a:pt x="14049" y="21336"/>
                  </a:lnTo>
                  <a:lnTo>
                    <a:pt x="14056" y="21336"/>
                  </a:lnTo>
                  <a:close/>
                  <a:moveTo>
                    <a:pt x="14525" y="21336"/>
                  </a:moveTo>
                  <a:lnTo>
                    <a:pt x="14807" y="21336"/>
                  </a:lnTo>
                  <a:lnTo>
                    <a:pt x="14813" y="21358"/>
                  </a:lnTo>
                  <a:lnTo>
                    <a:pt x="14816" y="21402"/>
                  </a:lnTo>
                  <a:lnTo>
                    <a:pt x="14816" y="21512"/>
                  </a:lnTo>
                  <a:lnTo>
                    <a:pt x="14813" y="21556"/>
                  </a:lnTo>
                  <a:lnTo>
                    <a:pt x="14807" y="21600"/>
                  </a:lnTo>
                  <a:lnTo>
                    <a:pt x="14515" y="21600"/>
                  </a:lnTo>
                  <a:lnTo>
                    <a:pt x="14509" y="21512"/>
                  </a:lnTo>
                  <a:lnTo>
                    <a:pt x="14502" y="21446"/>
                  </a:lnTo>
                  <a:lnTo>
                    <a:pt x="14509" y="21402"/>
                  </a:lnTo>
                  <a:lnTo>
                    <a:pt x="14512" y="21358"/>
                  </a:lnTo>
                  <a:lnTo>
                    <a:pt x="14515" y="21336"/>
                  </a:lnTo>
                  <a:lnTo>
                    <a:pt x="14525" y="21336"/>
                  </a:lnTo>
                  <a:close/>
                  <a:moveTo>
                    <a:pt x="14994" y="21336"/>
                  </a:moveTo>
                  <a:lnTo>
                    <a:pt x="15273" y="21336"/>
                  </a:lnTo>
                  <a:lnTo>
                    <a:pt x="15282" y="21358"/>
                  </a:lnTo>
                  <a:lnTo>
                    <a:pt x="15285" y="21402"/>
                  </a:lnTo>
                  <a:lnTo>
                    <a:pt x="15285" y="21512"/>
                  </a:lnTo>
                  <a:lnTo>
                    <a:pt x="15282" y="21556"/>
                  </a:lnTo>
                  <a:lnTo>
                    <a:pt x="15273" y="21600"/>
                  </a:lnTo>
                  <a:lnTo>
                    <a:pt x="14984" y="21600"/>
                  </a:lnTo>
                  <a:lnTo>
                    <a:pt x="14981" y="21556"/>
                  </a:lnTo>
                  <a:lnTo>
                    <a:pt x="14975" y="21512"/>
                  </a:lnTo>
                  <a:lnTo>
                    <a:pt x="14975" y="21402"/>
                  </a:lnTo>
                  <a:lnTo>
                    <a:pt x="14984" y="21336"/>
                  </a:lnTo>
                  <a:lnTo>
                    <a:pt x="14994" y="21336"/>
                  </a:lnTo>
                  <a:close/>
                  <a:moveTo>
                    <a:pt x="15466" y="21336"/>
                  </a:moveTo>
                  <a:lnTo>
                    <a:pt x="15745" y="21336"/>
                  </a:lnTo>
                  <a:lnTo>
                    <a:pt x="15751" y="21358"/>
                  </a:lnTo>
                  <a:lnTo>
                    <a:pt x="15758" y="21446"/>
                  </a:lnTo>
                  <a:lnTo>
                    <a:pt x="15755" y="21512"/>
                  </a:lnTo>
                  <a:lnTo>
                    <a:pt x="15751" y="21556"/>
                  </a:lnTo>
                  <a:lnTo>
                    <a:pt x="15745" y="21600"/>
                  </a:lnTo>
                  <a:lnTo>
                    <a:pt x="15457" y="21600"/>
                  </a:lnTo>
                  <a:lnTo>
                    <a:pt x="15447" y="21556"/>
                  </a:lnTo>
                  <a:lnTo>
                    <a:pt x="15444" y="21512"/>
                  </a:lnTo>
                  <a:lnTo>
                    <a:pt x="15444" y="21402"/>
                  </a:lnTo>
                  <a:lnTo>
                    <a:pt x="15447" y="21358"/>
                  </a:lnTo>
                  <a:lnTo>
                    <a:pt x="15457" y="21336"/>
                  </a:lnTo>
                  <a:lnTo>
                    <a:pt x="15466" y="21336"/>
                  </a:lnTo>
                  <a:close/>
                  <a:moveTo>
                    <a:pt x="15932" y="21336"/>
                  </a:moveTo>
                  <a:lnTo>
                    <a:pt x="16214" y="21336"/>
                  </a:lnTo>
                  <a:lnTo>
                    <a:pt x="16224" y="21402"/>
                  </a:lnTo>
                  <a:lnTo>
                    <a:pt x="16227" y="21446"/>
                  </a:lnTo>
                  <a:lnTo>
                    <a:pt x="16224" y="21512"/>
                  </a:lnTo>
                  <a:lnTo>
                    <a:pt x="16217" y="21556"/>
                  </a:lnTo>
                  <a:lnTo>
                    <a:pt x="16214" y="21600"/>
                  </a:lnTo>
                  <a:lnTo>
                    <a:pt x="15926" y="21600"/>
                  </a:lnTo>
                  <a:lnTo>
                    <a:pt x="15916" y="21556"/>
                  </a:lnTo>
                  <a:lnTo>
                    <a:pt x="15913" y="21512"/>
                  </a:lnTo>
                  <a:lnTo>
                    <a:pt x="15913" y="21402"/>
                  </a:lnTo>
                  <a:lnTo>
                    <a:pt x="15916" y="21358"/>
                  </a:lnTo>
                  <a:lnTo>
                    <a:pt x="15926" y="21336"/>
                  </a:lnTo>
                  <a:lnTo>
                    <a:pt x="15932" y="21336"/>
                  </a:lnTo>
                  <a:close/>
                  <a:moveTo>
                    <a:pt x="16401" y="21336"/>
                  </a:moveTo>
                  <a:lnTo>
                    <a:pt x="16683" y="21336"/>
                  </a:lnTo>
                  <a:lnTo>
                    <a:pt x="16687" y="21358"/>
                  </a:lnTo>
                  <a:lnTo>
                    <a:pt x="16690" y="21402"/>
                  </a:lnTo>
                  <a:lnTo>
                    <a:pt x="16696" y="21446"/>
                  </a:lnTo>
                  <a:lnTo>
                    <a:pt x="16690" y="21512"/>
                  </a:lnTo>
                  <a:lnTo>
                    <a:pt x="16683" y="21600"/>
                  </a:lnTo>
                  <a:lnTo>
                    <a:pt x="16392" y="21600"/>
                  </a:lnTo>
                  <a:lnTo>
                    <a:pt x="16385" y="21556"/>
                  </a:lnTo>
                  <a:lnTo>
                    <a:pt x="16382" y="21512"/>
                  </a:lnTo>
                  <a:lnTo>
                    <a:pt x="16382" y="21402"/>
                  </a:lnTo>
                  <a:lnTo>
                    <a:pt x="16385" y="21358"/>
                  </a:lnTo>
                  <a:lnTo>
                    <a:pt x="16392" y="21336"/>
                  </a:lnTo>
                  <a:lnTo>
                    <a:pt x="16401" y="21336"/>
                  </a:lnTo>
                  <a:close/>
                  <a:moveTo>
                    <a:pt x="16870" y="21336"/>
                  </a:moveTo>
                  <a:lnTo>
                    <a:pt x="17149" y="21336"/>
                  </a:lnTo>
                  <a:lnTo>
                    <a:pt x="17159" y="21358"/>
                  </a:lnTo>
                  <a:lnTo>
                    <a:pt x="17162" y="21402"/>
                  </a:lnTo>
                  <a:lnTo>
                    <a:pt x="17162" y="21512"/>
                  </a:lnTo>
                  <a:lnTo>
                    <a:pt x="17159" y="21556"/>
                  </a:lnTo>
                  <a:lnTo>
                    <a:pt x="17149" y="21600"/>
                  </a:lnTo>
                  <a:lnTo>
                    <a:pt x="16861" y="21600"/>
                  </a:lnTo>
                  <a:lnTo>
                    <a:pt x="16855" y="21512"/>
                  </a:lnTo>
                  <a:lnTo>
                    <a:pt x="16848" y="21446"/>
                  </a:lnTo>
                  <a:lnTo>
                    <a:pt x="16855" y="21402"/>
                  </a:lnTo>
                  <a:lnTo>
                    <a:pt x="16858" y="21358"/>
                  </a:lnTo>
                  <a:lnTo>
                    <a:pt x="16861" y="21336"/>
                  </a:lnTo>
                  <a:lnTo>
                    <a:pt x="16870" y="21336"/>
                  </a:lnTo>
                  <a:close/>
                  <a:moveTo>
                    <a:pt x="17336" y="21336"/>
                  </a:moveTo>
                  <a:lnTo>
                    <a:pt x="17619" y="21336"/>
                  </a:lnTo>
                  <a:lnTo>
                    <a:pt x="17628" y="21358"/>
                  </a:lnTo>
                  <a:lnTo>
                    <a:pt x="17631" y="21402"/>
                  </a:lnTo>
                  <a:lnTo>
                    <a:pt x="17631" y="21512"/>
                  </a:lnTo>
                  <a:lnTo>
                    <a:pt x="17628" y="21556"/>
                  </a:lnTo>
                  <a:lnTo>
                    <a:pt x="17619" y="21600"/>
                  </a:lnTo>
                  <a:lnTo>
                    <a:pt x="17330" y="21600"/>
                  </a:lnTo>
                  <a:lnTo>
                    <a:pt x="17327" y="21556"/>
                  </a:lnTo>
                  <a:lnTo>
                    <a:pt x="17321" y="21512"/>
                  </a:lnTo>
                  <a:lnTo>
                    <a:pt x="17321" y="21402"/>
                  </a:lnTo>
                  <a:lnTo>
                    <a:pt x="17330" y="21336"/>
                  </a:lnTo>
                  <a:lnTo>
                    <a:pt x="17336" y="21336"/>
                  </a:lnTo>
                  <a:close/>
                  <a:moveTo>
                    <a:pt x="17809" y="21336"/>
                  </a:moveTo>
                  <a:lnTo>
                    <a:pt x="18091" y="21336"/>
                  </a:lnTo>
                  <a:lnTo>
                    <a:pt x="18100" y="21402"/>
                  </a:lnTo>
                  <a:lnTo>
                    <a:pt x="18104" y="21446"/>
                  </a:lnTo>
                  <a:lnTo>
                    <a:pt x="18100" y="21512"/>
                  </a:lnTo>
                  <a:lnTo>
                    <a:pt x="18094" y="21556"/>
                  </a:lnTo>
                  <a:lnTo>
                    <a:pt x="18091" y="21600"/>
                  </a:lnTo>
                  <a:lnTo>
                    <a:pt x="17802" y="21600"/>
                  </a:lnTo>
                  <a:lnTo>
                    <a:pt x="17793" y="21556"/>
                  </a:lnTo>
                  <a:lnTo>
                    <a:pt x="17790" y="21512"/>
                  </a:lnTo>
                  <a:lnTo>
                    <a:pt x="17790" y="21402"/>
                  </a:lnTo>
                  <a:lnTo>
                    <a:pt x="17793" y="21358"/>
                  </a:lnTo>
                  <a:lnTo>
                    <a:pt x="17802" y="21336"/>
                  </a:lnTo>
                  <a:lnTo>
                    <a:pt x="17809" y="21336"/>
                  </a:lnTo>
                  <a:close/>
                  <a:moveTo>
                    <a:pt x="18278" y="21336"/>
                  </a:moveTo>
                  <a:lnTo>
                    <a:pt x="18560" y="21336"/>
                  </a:lnTo>
                  <a:lnTo>
                    <a:pt x="18563" y="21358"/>
                  </a:lnTo>
                  <a:lnTo>
                    <a:pt x="18566" y="21402"/>
                  </a:lnTo>
                  <a:lnTo>
                    <a:pt x="18573" y="21446"/>
                  </a:lnTo>
                  <a:lnTo>
                    <a:pt x="18566" y="21512"/>
                  </a:lnTo>
                  <a:lnTo>
                    <a:pt x="18560" y="21600"/>
                  </a:lnTo>
                  <a:lnTo>
                    <a:pt x="18272" y="21600"/>
                  </a:lnTo>
                  <a:lnTo>
                    <a:pt x="18262" y="21556"/>
                  </a:lnTo>
                  <a:lnTo>
                    <a:pt x="18259" y="21512"/>
                  </a:lnTo>
                  <a:lnTo>
                    <a:pt x="18259" y="21402"/>
                  </a:lnTo>
                  <a:lnTo>
                    <a:pt x="18262" y="21358"/>
                  </a:lnTo>
                  <a:lnTo>
                    <a:pt x="18272" y="21336"/>
                  </a:lnTo>
                  <a:lnTo>
                    <a:pt x="18278" y="21336"/>
                  </a:lnTo>
                  <a:close/>
                  <a:moveTo>
                    <a:pt x="18747" y="21336"/>
                  </a:moveTo>
                  <a:lnTo>
                    <a:pt x="19029" y="21336"/>
                  </a:lnTo>
                  <a:lnTo>
                    <a:pt x="19032" y="21358"/>
                  </a:lnTo>
                  <a:lnTo>
                    <a:pt x="19039" y="21446"/>
                  </a:lnTo>
                  <a:lnTo>
                    <a:pt x="19036" y="21512"/>
                  </a:lnTo>
                  <a:lnTo>
                    <a:pt x="19029" y="21600"/>
                  </a:lnTo>
                  <a:lnTo>
                    <a:pt x="18738" y="21600"/>
                  </a:lnTo>
                  <a:lnTo>
                    <a:pt x="18725" y="21512"/>
                  </a:lnTo>
                  <a:lnTo>
                    <a:pt x="18725" y="21402"/>
                  </a:lnTo>
                  <a:lnTo>
                    <a:pt x="18731" y="21358"/>
                  </a:lnTo>
                  <a:lnTo>
                    <a:pt x="18738" y="21336"/>
                  </a:lnTo>
                  <a:lnTo>
                    <a:pt x="18747" y="21336"/>
                  </a:lnTo>
                  <a:close/>
                  <a:moveTo>
                    <a:pt x="19216" y="21336"/>
                  </a:moveTo>
                  <a:lnTo>
                    <a:pt x="19495" y="21336"/>
                  </a:lnTo>
                  <a:lnTo>
                    <a:pt x="19505" y="21358"/>
                  </a:lnTo>
                  <a:lnTo>
                    <a:pt x="19508" y="21402"/>
                  </a:lnTo>
                  <a:lnTo>
                    <a:pt x="19508" y="21512"/>
                  </a:lnTo>
                  <a:lnTo>
                    <a:pt x="19505" y="21556"/>
                  </a:lnTo>
                  <a:lnTo>
                    <a:pt x="19495" y="21600"/>
                  </a:lnTo>
                  <a:lnTo>
                    <a:pt x="19207" y="21600"/>
                  </a:lnTo>
                  <a:lnTo>
                    <a:pt x="19204" y="21556"/>
                  </a:lnTo>
                  <a:lnTo>
                    <a:pt x="19197" y="21512"/>
                  </a:lnTo>
                  <a:lnTo>
                    <a:pt x="19194" y="21446"/>
                  </a:lnTo>
                  <a:lnTo>
                    <a:pt x="19197" y="21402"/>
                  </a:lnTo>
                  <a:lnTo>
                    <a:pt x="19207" y="21336"/>
                  </a:lnTo>
                  <a:lnTo>
                    <a:pt x="19216" y="21336"/>
                  </a:lnTo>
                  <a:close/>
                  <a:moveTo>
                    <a:pt x="19682" y="21336"/>
                  </a:moveTo>
                  <a:lnTo>
                    <a:pt x="19964" y="21336"/>
                  </a:lnTo>
                  <a:lnTo>
                    <a:pt x="19974" y="21358"/>
                  </a:lnTo>
                  <a:lnTo>
                    <a:pt x="19977" y="21402"/>
                  </a:lnTo>
                  <a:lnTo>
                    <a:pt x="19977" y="21512"/>
                  </a:lnTo>
                  <a:lnTo>
                    <a:pt x="19974" y="21556"/>
                  </a:lnTo>
                  <a:lnTo>
                    <a:pt x="19964" y="21600"/>
                  </a:lnTo>
                  <a:lnTo>
                    <a:pt x="19676" y="21600"/>
                  </a:lnTo>
                  <a:lnTo>
                    <a:pt x="19670" y="21556"/>
                  </a:lnTo>
                  <a:lnTo>
                    <a:pt x="19666" y="21512"/>
                  </a:lnTo>
                  <a:lnTo>
                    <a:pt x="19666" y="21402"/>
                  </a:lnTo>
                  <a:lnTo>
                    <a:pt x="19670" y="21358"/>
                  </a:lnTo>
                  <a:lnTo>
                    <a:pt x="19676" y="21336"/>
                  </a:lnTo>
                  <a:lnTo>
                    <a:pt x="19682" y="21336"/>
                  </a:lnTo>
                  <a:close/>
                  <a:moveTo>
                    <a:pt x="20155" y="21336"/>
                  </a:moveTo>
                  <a:lnTo>
                    <a:pt x="20437" y="21336"/>
                  </a:lnTo>
                  <a:lnTo>
                    <a:pt x="20446" y="21402"/>
                  </a:lnTo>
                  <a:lnTo>
                    <a:pt x="20449" y="21446"/>
                  </a:lnTo>
                  <a:lnTo>
                    <a:pt x="20446" y="21512"/>
                  </a:lnTo>
                  <a:lnTo>
                    <a:pt x="20440" y="21556"/>
                  </a:lnTo>
                  <a:lnTo>
                    <a:pt x="20437" y="21600"/>
                  </a:lnTo>
                  <a:lnTo>
                    <a:pt x="20148" y="21600"/>
                  </a:lnTo>
                  <a:lnTo>
                    <a:pt x="20139" y="21556"/>
                  </a:lnTo>
                  <a:lnTo>
                    <a:pt x="20135" y="21512"/>
                  </a:lnTo>
                  <a:lnTo>
                    <a:pt x="20135" y="21402"/>
                  </a:lnTo>
                  <a:lnTo>
                    <a:pt x="20139" y="21358"/>
                  </a:lnTo>
                  <a:lnTo>
                    <a:pt x="20148" y="21336"/>
                  </a:lnTo>
                  <a:lnTo>
                    <a:pt x="20155" y="21336"/>
                  </a:lnTo>
                  <a:close/>
                  <a:moveTo>
                    <a:pt x="20624" y="21336"/>
                  </a:moveTo>
                  <a:lnTo>
                    <a:pt x="20906" y="21336"/>
                  </a:lnTo>
                  <a:lnTo>
                    <a:pt x="20909" y="21358"/>
                  </a:lnTo>
                  <a:lnTo>
                    <a:pt x="20912" y="21402"/>
                  </a:lnTo>
                  <a:lnTo>
                    <a:pt x="20918" y="21446"/>
                  </a:lnTo>
                  <a:lnTo>
                    <a:pt x="20912" y="21512"/>
                  </a:lnTo>
                  <a:lnTo>
                    <a:pt x="20906" y="21600"/>
                  </a:lnTo>
                  <a:lnTo>
                    <a:pt x="20614" y="21600"/>
                  </a:lnTo>
                  <a:lnTo>
                    <a:pt x="20608" y="21556"/>
                  </a:lnTo>
                  <a:lnTo>
                    <a:pt x="20605" y="21512"/>
                  </a:lnTo>
                  <a:lnTo>
                    <a:pt x="20605" y="21402"/>
                  </a:lnTo>
                  <a:lnTo>
                    <a:pt x="20608" y="21358"/>
                  </a:lnTo>
                  <a:lnTo>
                    <a:pt x="20614" y="21336"/>
                  </a:lnTo>
                  <a:lnTo>
                    <a:pt x="20624" y="21336"/>
                  </a:lnTo>
                  <a:close/>
                  <a:moveTo>
                    <a:pt x="21093" y="21336"/>
                  </a:moveTo>
                  <a:lnTo>
                    <a:pt x="21372" y="21336"/>
                  </a:lnTo>
                  <a:lnTo>
                    <a:pt x="21381" y="21358"/>
                  </a:lnTo>
                  <a:lnTo>
                    <a:pt x="21384" y="21402"/>
                  </a:lnTo>
                  <a:lnTo>
                    <a:pt x="21384" y="21512"/>
                  </a:lnTo>
                  <a:lnTo>
                    <a:pt x="21381" y="21556"/>
                  </a:lnTo>
                  <a:lnTo>
                    <a:pt x="21372" y="21600"/>
                  </a:lnTo>
                  <a:lnTo>
                    <a:pt x="21083" y="21600"/>
                  </a:lnTo>
                  <a:lnTo>
                    <a:pt x="21071" y="21512"/>
                  </a:lnTo>
                  <a:lnTo>
                    <a:pt x="21071" y="21402"/>
                  </a:lnTo>
                  <a:lnTo>
                    <a:pt x="21077" y="21358"/>
                  </a:lnTo>
                  <a:lnTo>
                    <a:pt x="21083" y="21336"/>
                  </a:lnTo>
                  <a:lnTo>
                    <a:pt x="21093" y="21336"/>
                  </a:lnTo>
                  <a:close/>
                  <a:moveTo>
                    <a:pt x="21559" y="21336"/>
                  </a:moveTo>
                  <a:lnTo>
                    <a:pt x="21568" y="21336"/>
                  </a:lnTo>
                  <a:lnTo>
                    <a:pt x="21549" y="21446"/>
                  </a:lnTo>
                  <a:lnTo>
                    <a:pt x="21549" y="19554"/>
                  </a:lnTo>
                  <a:lnTo>
                    <a:pt x="21552" y="19510"/>
                  </a:lnTo>
                  <a:lnTo>
                    <a:pt x="21559" y="19466"/>
                  </a:lnTo>
                  <a:lnTo>
                    <a:pt x="21578" y="19466"/>
                  </a:lnTo>
                  <a:lnTo>
                    <a:pt x="21584" y="19554"/>
                  </a:lnTo>
                  <a:lnTo>
                    <a:pt x="21587" y="19620"/>
                  </a:lnTo>
                  <a:lnTo>
                    <a:pt x="21584" y="21468"/>
                  </a:lnTo>
                  <a:lnTo>
                    <a:pt x="21584" y="21512"/>
                  </a:lnTo>
                  <a:lnTo>
                    <a:pt x="21581" y="21556"/>
                  </a:lnTo>
                  <a:lnTo>
                    <a:pt x="21571" y="21600"/>
                  </a:lnTo>
                  <a:lnTo>
                    <a:pt x="21552" y="21600"/>
                  </a:lnTo>
                  <a:lnTo>
                    <a:pt x="21549" y="21556"/>
                  </a:lnTo>
                  <a:lnTo>
                    <a:pt x="21543" y="21512"/>
                  </a:lnTo>
                  <a:lnTo>
                    <a:pt x="21540" y="21446"/>
                  </a:lnTo>
                  <a:lnTo>
                    <a:pt x="21543" y="21402"/>
                  </a:lnTo>
                  <a:lnTo>
                    <a:pt x="21552" y="21336"/>
                  </a:lnTo>
                  <a:lnTo>
                    <a:pt x="21559" y="21336"/>
                  </a:lnTo>
                  <a:close/>
                  <a:moveTo>
                    <a:pt x="21549" y="18257"/>
                  </a:moveTo>
                  <a:lnTo>
                    <a:pt x="21552" y="16343"/>
                  </a:lnTo>
                  <a:lnTo>
                    <a:pt x="21552" y="16299"/>
                  </a:lnTo>
                  <a:lnTo>
                    <a:pt x="21556" y="16255"/>
                  </a:lnTo>
                  <a:lnTo>
                    <a:pt x="21559" y="16233"/>
                  </a:lnTo>
                  <a:lnTo>
                    <a:pt x="21578" y="16233"/>
                  </a:lnTo>
                  <a:lnTo>
                    <a:pt x="21584" y="16255"/>
                  </a:lnTo>
                  <a:lnTo>
                    <a:pt x="21587" y="16299"/>
                  </a:lnTo>
                  <a:lnTo>
                    <a:pt x="21587" y="18257"/>
                  </a:lnTo>
                  <a:lnTo>
                    <a:pt x="21581" y="18345"/>
                  </a:lnTo>
                  <a:lnTo>
                    <a:pt x="21578" y="18367"/>
                  </a:lnTo>
                  <a:lnTo>
                    <a:pt x="21559" y="18367"/>
                  </a:lnTo>
                  <a:lnTo>
                    <a:pt x="21552" y="18345"/>
                  </a:lnTo>
                  <a:lnTo>
                    <a:pt x="21549" y="18301"/>
                  </a:lnTo>
                  <a:lnTo>
                    <a:pt x="21549" y="18257"/>
                  </a:lnTo>
                  <a:close/>
                  <a:moveTo>
                    <a:pt x="21552" y="15001"/>
                  </a:moveTo>
                  <a:lnTo>
                    <a:pt x="21552" y="13044"/>
                  </a:lnTo>
                  <a:lnTo>
                    <a:pt x="21556" y="13022"/>
                  </a:lnTo>
                  <a:lnTo>
                    <a:pt x="21565" y="13000"/>
                  </a:lnTo>
                  <a:lnTo>
                    <a:pt x="21571" y="12956"/>
                  </a:lnTo>
                  <a:lnTo>
                    <a:pt x="21581" y="13000"/>
                  </a:lnTo>
                  <a:lnTo>
                    <a:pt x="21587" y="13044"/>
                  </a:lnTo>
                  <a:lnTo>
                    <a:pt x="21594" y="13110"/>
                  </a:lnTo>
                  <a:lnTo>
                    <a:pt x="21587" y="15001"/>
                  </a:lnTo>
                  <a:lnTo>
                    <a:pt x="21587" y="15045"/>
                  </a:lnTo>
                  <a:lnTo>
                    <a:pt x="21584" y="15111"/>
                  </a:lnTo>
                  <a:lnTo>
                    <a:pt x="21578" y="15133"/>
                  </a:lnTo>
                  <a:lnTo>
                    <a:pt x="21565" y="15133"/>
                  </a:lnTo>
                  <a:lnTo>
                    <a:pt x="21556" y="15111"/>
                  </a:lnTo>
                  <a:lnTo>
                    <a:pt x="21552" y="15045"/>
                  </a:lnTo>
                  <a:lnTo>
                    <a:pt x="21552" y="15001"/>
                  </a:lnTo>
                  <a:close/>
                  <a:moveTo>
                    <a:pt x="21552" y="11746"/>
                  </a:moveTo>
                  <a:lnTo>
                    <a:pt x="21556" y="9876"/>
                  </a:lnTo>
                  <a:lnTo>
                    <a:pt x="21556" y="9810"/>
                  </a:lnTo>
                  <a:lnTo>
                    <a:pt x="21559" y="9744"/>
                  </a:lnTo>
                  <a:lnTo>
                    <a:pt x="21565" y="9722"/>
                  </a:lnTo>
                  <a:lnTo>
                    <a:pt x="21581" y="9722"/>
                  </a:lnTo>
                  <a:lnTo>
                    <a:pt x="21587" y="9744"/>
                  </a:lnTo>
                  <a:lnTo>
                    <a:pt x="21594" y="9810"/>
                  </a:lnTo>
                  <a:lnTo>
                    <a:pt x="21594" y="11746"/>
                  </a:lnTo>
                  <a:lnTo>
                    <a:pt x="21587" y="11812"/>
                  </a:lnTo>
                  <a:lnTo>
                    <a:pt x="21584" y="11878"/>
                  </a:lnTo>
                  <a:lnTo>
                    <a:pt x="21581" y="11900"/>
                  </a:lnTo>
                  <a:lnTo>
                    <a:pt x="21571" y="11900"/>
                  </a:lnTo>
                  <a:lnTo>
                    <a:pt x="21565" y="11878"/>
                  </a:lnTo>
                  <a:lnTo>
                    <a:pt x="21556" y="11812"/>
                  </a:lnTo>
                  <a:lnTo>
                    <a:pt x="21552" y="11746"/>
                  </a:lnTo>
                  <a:close/>
                  <a:moveTo>
                    <a:pt x="21556" y="8512"/>
                  </a:moveTo>
                  <a:lnTo>
                    <a:pt x="21556" y="6577"/>
                  </a:lnTo>
                  <a:lnTo>
                    <a:pt x="21559" y="6511"/>
                  </a:lnTo>
                  <a:lnTo>
                    <a:pt x="21568" y="6489"/>
                  </a:lnTo>
                  <a:lnTo>
                    <a:pt x="21584" y="6489"/>
                  </a:lnTo>
                  <a:lnTo>
                    <a:pt x="21587" y="6511"/>
                  </a:lnTo>
                  <a:lnTo>
                    <a:pt x="21594" y="6577"/>
                  </a:lnTo>
                  <a:lnTo>
                    <a:pt x="21597" y="6621"/>
                  </a:lnTo>
                  <a:lnTo>
                    <a:pt x="21594" y="8512"/>
                  </a:lnTo>
                  <a:lnTo>
                    <a:pt x="21594" y="8578"/>
                  </a:lnTo>
                  <a:lnTo>
                    <a:pt x="21581" y="8622"/>
                  </a:lnTo>
                  <a:lnTo>
                    <a:pt x="21578" y="8644"/>
                  </a:lnTo>
                  <a:lnTo>
                    <a:pt x="21559" y="8600"/>
                  </a:lnTo>
                  <a:lnTo>
                    <a:pt x="21556" y="8578"/>
                  </a:lnTo>
                  <a:lnTo>
                    <a:pt x="21556" y="8512"/>
                  </a:lnTo>
                  <a:close/>
                  <a:moveTo>
                    <a:pt x="21556" y="5279"/>
                  </a:moveTo>
                  <a:lnTo>
                    <a:pt x="21559" y="3387"/>
                  </a:lnTo>
                  <a:lnTo>
                    <a:pt x="21559" y="3321"/>
                  </a:lnTo>
                  <a:lnTo>
                    <a:pt x="21571" y="3233"/>
                  </a:lnTo>
                  <a:lnTo>
                    <a:pt x="21584" y="3233"/>
                  </a:lnTo>
                  <a:lnTo>
                    <a:pt x="21594" y="3277"/>
                  </a:lnTo>
                  <a:lnTo>
                    <a:pt x="21597" y="3321"/>
                  </a:lnTo>
                  <a:lnTo>
                    <a:pt x="21597" y="5323"/>
                  </a:lnTo>
                  <a:lnTo>
                    <a:pt x="21594" y="5367"/>
                  </a:lnTo>
                  <a:lnTo>
                    <a:pt x="21584" y="5389"/>
                  </a:lnTo>
                  <a:lnTo>
                    <a:pt x="21578" y="5411"/>
                  </a:lnTo>
                  <a:lnTo>
                    <a:pt x="21568" y="5389"/>
                  </a:lnTo>
                  <a:lnTo>
                    <a:pt x="21559" y="5323"/>
                  </a:lnTo>
                  <a:lnTo>
                    <a:pt x="21556" y="5279"/>
                  </a:lnTo>
                  <a:close/>
                  <a:moveTo>
                    <a:pt x="21559" y="2024"/>
                  </a:moveTo>
                  <a:lnTo>
                    <a:pt x="21559" y="110"/>
                  </a:lnTo>
                  <a:lnTo>
                    <a:pt x="21565" y="66"/>
                  </a:lnTo>
                  <a:lnTo>
                    <a:pt x="21568" y="22"/>
                  </a:lnTo>
                  <a:lnTo>
                    <a:pt x="21571" y="0"/>
                  </a:lnTo>
                  <a:lnTo>
                    <a:pt x="21587" y="0"/>
                  </a:lnTo>
                  <a:lnTo>
                    <a:pt x="21594" y="22"/>
                  </a:lnTo>
                  <a:lnTo>
                    <a:pt x="21600" y="110"/>
                  </a:lnTo>
                  <a:lnTo>
                    <a:pt x="21600" y="2024"/>
                  </a:lnTo>
                  <a:lnTo>
                    <a:pt x="21594" y="2112"/>
                  </a:lnTo>
                  <a:lnTo>
                    <a:pt x="21584" y="2156"/>
                  </a:lnTo>
                  <a:lnTo>
                    <a:pt x="21571" y="2156"/>
                  </a:lnTo>
                  <a:lnTo>
                    <a:pt x="21559" y="2068"/>
                  </a:lnTo>
                  <a:lnTo>
                    <a:pt x="21559" y="2024"/>
                  </a:lnTo>
                  <a:close/>
                </a:path>
              </a:pathLst>
            </a:custGeom>
            <a:solidFill>
              <a:srgbClr val="0000FF"/>
            </a:solidFill>
            <a:ln w="317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76" name="Shape 5376"/>
            <p:cNvSpPr/>
            <p:nvPr/>
          </p:nvSpPr>
          <p:spPr>
            <a:xfrm>
              <a:off x="604513" y="4293232"/>
              <a:ext cx="116253" cy="71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0897" y="0"/>
                  </a:lnTo>
                  <a:lnTo>
                    <a:pt x="0" y="21600"/>
                  </a:lnTo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5377" name="Shape 5377"/>
            <p:cNvSpPr/>
            <p:nvPr/>
          </p:nvSpPr>
          <p:spPr>
            <a:xfrm>
              <a:off x="3882834" y="4628598"/>
              <a:ext cx="165966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&lt;&lt;</a:t>
              </a:r>
            </a:p>
          </p:txBody>
        </p:sp>
        <p:sp>
          <p:nvSpPr>
            <p:cNvPr id="5378" name="Shape 5378"/>
            <p:cNvSpPr/>
            <p:nvPr/>
          </p:nvSpPr>
          <p:spPr>
            <a:xfrm>
              <a:off x="4051928" y="4628598"/>
              <a:ext cx="375042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create</a:t>
              </a:r>
            </a:p>
          </p:txBody>
        </p:sp>
        <p:sp>
          <p:nvSpPr>
            <p:cNvPr id="5379" name="Shape 5379"/>
            <p:cNvSpPr/>
            <p:nvPr/>
          </p:nvSpPr>
          <p:spPr>
            <a:xfrm>
              <a:off x="4455641" y="4628598"/>
              <a:ext cx="165967" cy="144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0" marR="0">
                <a:defRPr sz="900">
                  <a:solidFill>
                    <a:srgbClr val="0000FF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800"/>
                <a:t>&gt;&gt;</a:t>
              </a:r>
            </a:p>
          </p:txBody>
        </p:sp>
      </p:grpSp>
      <p:sp>
        <p:nvSpPr>
          <p:cNvPr id="5381" name="Shape 5381"/>
          <p:cNvSpPr/>
          <p:nvPr/>
        </p:nvSpPr>
        <p:spPr>
          <a:xfrm>
            <a:off x="3835517" y="5296262"/>
            <a:ext cx="4132879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/>
            </a:pPr>
            <a:r>
              <a:rPr sz="1700"/>
              <a:t>Note : HighScore class is a Singleton</a:t>
            </a:r>
          </a:p>
        </p:txBody>
      </p:sp>
    </p:spTree>
    <p:extLst>
      <p:ext uri="{BB962C8B-B14F-4D97-AF65-F5344CB8AC3E}">
        <p14:creationId xmlns:p14="http://schemas.microsoft.com/office/powerpoint/2010/main" val="261035695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3" name="Shape 538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384" name="Shape 538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5385" name="Shape 538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design of the “DB” package</a:t>
            </a:r>
          </a:p>
          <a:p>
            <a:pPr lvl="1">
              <a:defRPr sz="1800"/>
            </a:pPr>
            <a:r>
              <a:rPr sz="2000"/>
              <a:t>Sequence diagram</a:t>
            </a:r>
          </a:p>
        </p:txBody>
      </p:sp>
      <p:pic>
        <p:nvPicPr>
          <p:cNvPr id="5386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1893621" y="1718198"/>
            <a:ext cx="8404759" cy="35616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86370195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8" name="Shape 5388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389" name="Shape 538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5390" name="Shape 539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Deployment diagram</a:t>
            </a:r>
          </a:p>
        </p:txBody>
      </p:sp>
      <p:pic>
        <p:nvPicPr>
          <p:cNvPr id="5391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770187" y="1885702"/>
            <a:ext cx="6143626" cy="339774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43710917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3" name="Shape 539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394" name="Shape 539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Main Activities of Software Development</a:t>
            </a:r>
          </a:p>
        </p:txBody>
      </p:sp>
      <p:sp>
        <p:nvSpPr>
          <p:cNvPr id="5395" name="Shape 5395"/>
          <p:cNvSpPr/>
          <p:nvPr/>
        </p:nvSpPr>
        <p:spPr>
          <a:xfrm>
            <a:off x="4714968" y="927334"/>
            <a:ext cx="2762064" cy="1642505"/>
          </a:xfrm>
          <a:prstGeom prst="roundRect">
            <a:avLst>
              <a:gd name="adj" fmla="val 8155"/>
            </a:avLst>
          </a:prstGeom>
          <a:solidFill>
            <a:srgbClr val="00F900"/>
          </a:solidFill>
          <a:ln w="6350"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Analysis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Define the conceptual model</a:t>
            </a:r>
          </a:p>
        </p:txBody>
      </p:sp>
      <p:sp>
        <p:nvSpPr>
          <p:cNvPr id="5396" name="Shape 5396"/>
          <p:cNvSpPr/>
          <p:nvPr/>
        </p:nvSpPr>
        <p:spPr>
          <a:xfrm>
            <a:off x="7702259" y="927334"/>
            <a:ext cx="2762065" cy="1642505"/>
          </a:xfrm>
          <a:prstGeom prst="roundRect">
            <a:avLst>
              <a:gd name="adj" fmla="val 8155"/>
            </a:avLst>
          </a:prstGeom>
          <a:solidFill>
            <a:srgbClr val="00F900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Design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Design the solution / software plan</a:t>
            </a:r>
          </a:p>
        </p:txBody>
      </p:sp>
      <p:sp>
        <p:nvSpPr>
          <p:cNvPr id="5397" name="Shape 5397"/>
          <p:cNvSpPr/>
          <p:nvPr/>
        </p:nvSpPr>
        <p:spPr>
          <a:xfrm>
            <a:off x="1727677" y="2788005"/>
            <a:ext cx="2762065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Implementation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Code the system based on the design</a:t>
            </a:r>
          </a:p>
        </p:txBody>
      </p:sp>
      <p:sp>
        <p:nvSpPr>
          <p:cNvPr id="5398" name="Shape 5398"/>
          <p:cNvSpPr/>
          <p:nvPr/>
        </p:nvSpPr>
        <p:spPr>
          <a:xfrm>
            <a:off x="4714968" y="2788005"/>
            <a:ext cx="2762064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Integration and Test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Prove that the system meets the requirements</a:t>
            </a:r>
          </a:p>
        </p:txBody>
      </p:sp>
      <p:sp>
        <p:nvSpPr>
          <p:cNvPr id="5399" name="Shape 5399"/>
          <p:cNvSpPr/>
          <p:nvPr/>
        </p:nvSpPr>
        <p:spPr>
          <a:xfrm>
            <a:off x="7702259" y="2788005"/>
            <a:ext cx="2762065" cy="1642506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Deployment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Installation and training</a:t>
            </a:r>
          </a:p>
        </p:txBody>
      </p:sp>
      <p:sp>
        <p:nvSpPr>
          <p:cNvPr id="5400" name="Shape 5400"/>
          <p:cNvSpPr/>
          <p:nvPr/>
        </p:nvSpPr>
        <p:spPr>
          <a:xfrm>
            <a:off x="4714968" y="4648678"/>
            <a:ext cx="2762064" cy="1642505"/>
          </a:xfrm>
          <a:prstGeom prst="roundRect">
            <a:avLst>
              <a:gd name="adj" fmla="val 8155"/>
            </a:avLst>
          </a:prstGeom>
          <a:solidFill>
            <a:srgbClr val="FF7E79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Maintenance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Post-install review</a:t>
            </a: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Support docs</a:t>
            </a: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Active support</a:t>
            </a:r>
          </a:p>
        </p:txBody>
      </p:sp>
      <p:sp>
        <p:nvSpPr>
          <p:cNvPr id="5401" name="Shape 5401"/>
          <p:cNvSpPr/>
          <p:nvPr/>
        </p:nvSpPr>
        <p:spPr>
          <a:xfrm>
            <a:off x="1727677" y="927334"/>
            <a:ext cx="2762065" cy="1642505"/>
          </a:xfrm>
          <a:prstGeom prst="roundRect">
            <a:avLst>
              <a:gd name="adj" fmla="val 8155"/>
            </a:avLst>
          </a:prstGeom>
          <a:solidFill>
            <a:srgbClr val="00F900">
              <a:alpha val="35000"/>
            </a:srgbClr>
          </a:solidFill>
          <a:ln w="6350">
            <a:solidFill>
              <a:srgbClr val="000000">
                <a:alpha val="35000"/>
              </a:srgbClr>
            </a:solidFill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lvl="0" algn="ctr">
              <a:defRPr sz="1800">
                <a:uFillTx/>
              </a:defRPr>
            </a:pPr>
            <a:r>
              <a:rPr sz="2000">
                <a:uFill>
                  <a:solidFill/>
                </a:uFill>
                <a:latin typeface="Gill Sans SemiBold"/>
                <a:ea typeface="Gill Sans SemiBold"/>
                <a:cs typeface="Gill Sans SemiBold"/>
                <a:sym typeface="Gill Sans SemiBold"/>
              </a:rPr>
              <a:t>Requirements Gathering</a:t>
            </a:r>
          </a:p>
          <a:p>
            <a:pPr lvl="0" algn="ctr">
              <a:defRPr sz="1800">
                <a:uFillTx/>
              </a:defRPr>
            </a:pPr>
            <a:endParaRPr>
              <a:uFill>
                <a:solidFill/>
              </a:uFill>
            </a:endParaRPr>
          </a:p>
          <a:p>
            <a:pPr lvl="0" algn="ctr">
              <a:defRPr sz="1800">
                <a:uFillTx/>
              </a:defRPr>
            </a:pPr>
            <a:r>
              <a:rPr>
                <a:uFill>
                  <a:solidFill/>
                </a:uFill>
              </a:rPr>
              <a:t>Define requirement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4822242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3" name="Shape 540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404" name="Shape 540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Case study</a:t>
            </a:r>
          </a:p>
        </p:txBody>
      </p:sp>
      <p:sp>
        <p:nvSpPr>
          <p:cNvPr id="5405" name="Shape 540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Complete the interaction diagrams</a:t>
            </a:r>
          </a:p>
          <a:p>
            <a:pPr lvl="0">
              <a:defRPr sz="1800"/>
            </a:pPr>
            <a:r>
              <a:rPr sz="2000"/>
              <a:t>Generate the code</a:t>
            </a:r>
          </a:p>
        </p:txBody>
      </p:sp>
    </p:spTree>
    <p:extLst>
      <p:ext uri="{BB962C8B-B14F-4D97-AF65-F5344CB8AC3E}">
        <p14:creationId xmlns:p14="http://schemas.microsoft.com/office/powerpoint/2010/main" val="4042633177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65238"/>
            <a:ext cx="10515600" cy="1655761"/>
          </a:xfrm>
        </p:spPr>
        <p:txBody>
          <a:bodyPr>
            <a:normAutofit/>
          </a:bodyPr>
          <a:lstStyle/>
          <a:p>
            <a:r>
              <a:rPr lang="en-US"/>
              <a:t>Conclusions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3327400"/>
            <a:ext cx="10515600" cy="3174999"/>
          </a:xfrm>
        </p:spPr>
        <p:txBody>
          <a:bodyPr>
            <a:normAutofit/>
          </a:bodyPr>
          <a:lstStyle/>
          <a:p>
            <a:endParaRPr 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64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1" name="Shape 541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412" name="Shape 54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Conclusions</a:t>
            </a:r>
          </a:p>
        </p:txBody>
      </p:sp>
      <p:sp>
        <p:nvSpPr>
          <p:cNvPr id="5413" name="Shape 54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lvl="0">
              <a:defRPr sz="1800"/>
            </a:pPr>
            <a:r>
              <a:rPr sz="2000"/>
              <a:t>Distinction between functional approach and object-oriented approach</a:t>
            </a:r>
          </a:p>
          <a:p>
            <a:pPr lvl="0">
              <a:defRPr sz="1800"/>
            </a:pPr>
            <a:r>
              <a:rPr sz="2000"/>
              <a:t>Master the basic object-oriented concepts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UML: a modelling language</a:t>
            </a:r>
          </a:p>
          <a:p>
            <a:pPr lvl="1">
              <a:defRPr sz="1800"/>
            </a:pPr>
            <a:r>
              <a:rPr sz="2000"/>
              <a:t>Need a development process</a:t>
            </a:r>
          </a:p>
          <a:p>
            <a:pPr lvl="1">
              <a:defRPr sz="1800"/>
            </a:pPr>
            <a:r>
              <a:rPr sz="2000"/>
              <a:t>Different views</a:t>
            </a:r>
          </a:p>
          <a:p>
            <a:pPr lvl="1">
              <a:defRPr sz="1800"/>
            </a:pPr>
            <a:r>
              <a:rPr sz="2000"/>
              <a:t>Different models</a:t>
            </a:r>
          </a:p>
          <a:p>
            <a:pPr lvl="1">
              <a:defRPr sz="1800"/>
            </a:pPr>
            <a:r>
              <a:rPr sz="2000"/>
              <a:t>Use of the models in different development activities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Master the main diagrams</a:t>
            </a:r>
          </a:p>
          <a:p>
            <a:pPr lvl="1">
              <a:defRPr sz="1800"/>
            </a:pPr>
            <a:r>
              <a:rPr sz="2000"/>
              <a:t>Use-case diagram</a:t>
            </a:r>
          </a:p>
          <a:p>
            <a:pPr lvl="1">
              <a:defRPr sz="1800"/>
            </a:pPr>
            <a:r>
              <a:rPr sz="2000"/>
              <a:t>Class diagram</a:t>
            </a:r>
          </a:p>
          <a:p>
            <a:pPr lvl="1">
              <a:defRPr sz="1800"/>
            </a:pPr>
            <a:r>
              <a:rPr sz="2000"/>
              <a:t>Interaction diagram</a:t>
            </a:r>
          </a:p>
        </p:txBody>
      </p:sp>
    </p:spTree>
    <p:extLst>
      <p:ext uri="{BB962C8B-B14F-4D97-AF65-F5344CB8AC3E}">
        <p14:creationId xmlns:p14="http://schemas.microsoft.com/office/powerpoint/2010/main" val="2362542847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5" name="Shape 541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416" name="Shape 54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Conclusions</a:t>
            </a:r>
          </a:p>
        </p:txBody>
      </p:sp>
      <p:sp>
        <p:nvSpPr>
          <p:cNvPr id="5417" name="Shape 541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UML concepts can be extended</a:t>
            </a:r>
          </a:p>
          <a:p>
            <a:pPr lvl="1">
              <a:defRPr sz="1800"/>
            </a:pPr>
            <a:r>
              <a:rPr sz="2000"/>
              <a:t>The extensions</a:t>
            </a:r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Transformation of models to code</a:t>
            </a:r>
          </a:p>
          <a:p>
            <a:pPr lvl="1">
              <a:defRPr sz="1800"/>
            </a:pPr>
            <a:r>
              <a:rPr sz="2000"/>
              <a:t>Models independent of programming language</a:t>
            </a:r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The automatic code generation is only a supplement</a:t>
            </a:r>
          </a:p>
          <a:p>
            <a:pPr lvl="1">
              <a:defRPr sz="1800"/>
            </a:pPr>
            <a:r>
              <a:rPr sz="2000"/>
              <a:t>The models guide the coding process</a:t>
            </a:r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Master design principles</a:t>
            </a:r>
          </a:p>
          <a:p>
            <a:pPr lvl="1">
              <a:defRPr sz="1800"/>
            </a:pPr>
            <a:r>
              <a:rPr sz="2000"/>
              <a:t>GRAPS principles/patterns</a:t>
            </a:r>
          </a:p>
          <a:p>
            <a:pPr lvl="1">
              <a:defRPr sz="1800"/>
            </a:pPr>
            <a:r>
              <a:rPr sz="2000"/>
              <a:t>Some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322151661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2164</TotalTime>
  <Words>1248</Words>
  <Application>Microsoft Office PowerPoint</Application>
  <PresentationFormat>Custom</PresentationFormat>
  <Paragraphs>535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Office Theme</vt:lpstr>
      <vt:lpstr>1_Office Theme</vt:lpstr>
      <vt:lpstr>2_Office Theme</vt:lpstr>
      <vt:lpstr>SYSTEMS ANALYSIS AND DESIGN</vt:lpstr>
      <vt:lpstr>Case study</vt:lpstr>
      <vt:lpstr>Case study</vt:lpstr>
      <vt:lpstr>Main Activities of Software Development</vt:lpstr>
      <vt:lpstr>Case study</vt:lpstr>
      <vt:lpstr>Case study</vt:lpstr>
      <vt:lpstr>Use-case</vt:lpstr>
      <vt:lpstr>Main Activities of Software Development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Main Activities of Software Development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Main Activities of Software Development</vt:lpstr>
      <vt:lpstr>Case study</vt:lpstr>
      <vt:lpstr>Conclusions</vt:lpstr>
      <vt:lpstr>Conclusions</vt:lpstr>
      <vt:lpstr>Conclusions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 AND DESIGN</dc:title>
  <dc:creator>Toan Le</dc:creator>
  <cp:lastModifiedBy>Le Viet Truong</cp:lastModifiedBy>
  <cp:revision>101</cp:revision>
  <dcterms:created xsi:type="dcterms:W3CDTF">2020-05-27T05:21:30Z</dcterms:created>
  <dcterms:modified xsi:type="dcterms:W3CDTF">2020-09-05T00:26:17Z</dcterms:modified>
</cp:coreProperties>
</file>