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-82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6206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24"/>
          <p:cNvGrpSpPr/>
          <p:nvPr userDrawn="1"/>
        </p:nvGrpSpPr>
        <p:grpSpPr>
          <a:xfrm>
            <a:off x="790786" y="3023729"/>
            <a:ext cx="10588414" cy="139983"/>
            <a:chOff x="0" y="0"/>
            <a:chExt cx="11982027" cy="139982"/>
          </a:xfrm>
          <a:solidFill>
            <a:srgbClr val="FFC000"/>
          </a:solidFill>
        </p:grpSpPr>
        <p:sp>
          <p:nvSpPr>
            <p:cNvPr id="8" name="Shape 22"/>
            <p:cNvSpPr/>
            <p:nvPr/>
          </p:nvSpPr>
          <p:spPr>
            <a:xfrm>
              <a:off x="-1" y="0"/>
              <a:ext cx="7404894" cy="139983"/>
            </a:xfrm>
            <a:prstGeom prst="rect">
              <a:avLst/>
            </a:prstGeom>
            <a:grpFill/>
            <a:ln w="12700" cap="flat">
              <a:solidFill>
                <a:srgbClr val="FFC000"/>
              </a:solidFill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marL="0" marR="0" lvl="0">
                <a:defRPr sz="24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9" name="Shape 23"/>
            <p:cNvSpPr/>
            <p:nvPr/>
          </p:nvSpPr>
          <p:spPr>
            <a:xfrm>
              <a:off x="0" y="0"/>
              <a:ext cx="11982027" cy="1"/>
            </a:xfrm>
            <a:prstGeom prst="line">
              <a:avLst/>
            </a:prstGeom>
            <a:grpFill/>
            <a:ln w="12700" cap="flat">
              <a:solidFill>
                <a:srgbClr val="FFC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marL="0" marR="0" lvl="0" defTabSz="457200">
                <a:defRPr sz="16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85" y="3492499"/>
            <a:ext cx="10588415" cy="280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D286FF-B124-458F-B57B-2B1D24945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SYSTEMS</a:t>
            </a:r>
            <a:br>
              <a:rPr lang="en-US" sz="7200" b="1" dirty="0"/>
            </a:br>
            <a:r>
              <a:rPr lang="en-US" sz="7200" b="1" dirty="0"/>
              <a:t>ANALYSIS AND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B71ED79-E603-4351-A7EB-B158BDF0B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3856038"/>
            <a:ext cx="104775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vi-VN" b="1" dirty="0"/>
              <a:t>Nguy</a:t>
            </a:r>
            <a:r>
              <a:rPr lang="en-US" b="1" dirty="0"/>
              <a:t>e</a:t>
            </a:r>
            <a:r>
              <a:rPr lang="vi-VN" b="1" dirty="0"/>
              <a:t>n Thanh B</a:t>
            </a:r>
            <a:r>
              <a:rPr lang="en-US" b="1" dirty="0"/>
              <a:t>i</a:t>
            </a:r>
            <a:r>
              <a:rPr lang="vi-VN" b="1" dirty="0"/>
              <a:t>nh, Nguy</a:t>
            </a:r>
            <a:r>
              <a:rPr lang="en-US" b="1" dirty="0"/>
              <a:t>e</a:t>
            </a:r>
            <a:r>
              <a:rPr lang="vi-VN" b="1" dirty="0"/>
              <a:t>n Quang V</a:t>
            </a:r>
            <a:r>
              <a:rPr lang="en-US" b="1" dirty="0"/>
              <a:t>u</a:t>
            </a:r>
            <a:r>
              <a:rPr lang="vi-VN" b="1" dirty="0"/>
              <a:t>, L</a:t>
            </a:r>
            <a:r>
              <a:rPr lang="en-US" b="1" dirty="0"/>
              <a:t>e</a:t>
            </a:r>
            <a:r>
              <a:rPr lang="vi-VN" b="1" dirty="0"/>
              <a:t> Vi</a:t>
            </a:r>
            <a:r>
              <a:rPr lang="en-US" b="1" dirty="0"/>
              <a:t>e</a:t>
            </a:r>
            <a:r>
              <a:rPr lang="vi-VN" b="1" dirty="0"/>
              <a:t>t Tr</a:t>
            </a:r>
            <a:r>
              <a:rPr lang="en-US" b="1" dirty="0" err="1"/>
              <a:t>uo</a:t>
            </a:r>
            <a:r>
              <a:rPr lang="vi-VN" b="1" dirty="0"/>
              <a:t>ng, Nguy</a:t>
            </a:r>
            <a:r>
              <a:rPr lang="en-US" b="1" dirty="0"/>
              <a:t>e</a:t>
            </a:r>
            <a:r>
              <a:rPr lang="vi-VN" b="1" dirty="0"/>
              <a:t>n Th</a:t>
            </a:r>
            <a:r>
              <a:rPr lang="en-US" b="1" dirty="0"/>
              <a:t>i</a:t>
            </a:r>
            <a:r>
              <a:rPr lang="vi-VN" b="1" dirty="0"/>
              <a:t> H</a:t>
            </a:r>
            <a:r>
              <a:rPr lang="en-US" b="1" dirty="0"/>
              <a:t>a</a:t>
            </a:r>
            <a:r>
              <a:rPr lang="vi-VN" b="1" dirty="0"/>
              <a:t>nh, V</a:t>
            </a:r>
            <a:r>
              <a:rPr lang="en-US" b="1" dirty="0"/>
              <a:t>o</a:t>
            </a:r>
            <a:r>
              <a:rPr lang="vi-VN" b="1" dirty="0"/>
              <a:t> V</a:t>
            </a:r>
            <a:r>
              <a:rPr lang="en-US" b="1" dirty="0"/>
              <a:t>a</a:t>
            </a:r>
            <a:r>
              <a:rPr lang="vi-VN" b="1" dirty="0"/>
              <a:t>n L</a:t>
            </a:r>
            <a:r>
              <a:rPr lang="en-US" b="1" dirty="0" err="1"/>
              <a:t>uon</a:t>
            </a:r>
            <a:r>
              <a:rPr lang="vi-VN" b="1" dirty="0"/>
              <a:t>g</a:t>
            </a:r>
            <a:r>
              <a:rPr lang="en-US" b="1" dirty="0"/>
              <a:t>,</a:t>
            </a:r>
            <a:r>
              <a:rPr lang="vi-VN" b="1" dirty="0"/>
              <a:t> L</a:t>
            </a:r>
            <a:r>
              <a:rPr lang="en-US" b="1" dirty="0"/>
              <a:t>e</a:t>
            </a:r>
            <a:r>
              <a:rPr lang="vi-VN" b="1" dirty="0"/>
              <a:t> Th</a:t>
            </a:r>
            <a:r>
              <a:rPr lang="en-US" b="1" dirty="0"/>
              <a:t>i</a:t>
            </a:r>
            <a:r>
              <a:rPr lang="vi-VN" b="1" dirty="0"/>
              <a:t> B</a:t>
            </a:r>
            <a:r>
              <a:rPr lang="en-US" b="1" dirty="0"/>
              <a:t>i</a:t>
            </a:r>
            <a:r>
              <a:rPr lang="vi-VN" b="1" dirty="0"/>
              <a:t>ch Tra</a:t>
            </a:r>
            <a:endParaRPr lang="en-US" b="1" dirty="0"/>
          </a:p>
          <a:p>
            <a:pPr algn="l">
              <a:lnSpc>
                <a:spcPct val="100000"/>
              </a:lnSpc>
            </a:pPr>
            <a:r>
              <a:rPr lang="en-US" b="1" dirty="0"/>
              <a:t>Faculty of Computer Science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0" y="1265238"/>
            <a:ext cx="11430000" cy="1655761"/>
          </a:xfrm>
        </p:spPr>
        <p:txBody>
          <a:bodyPr>
            <a:normAutofit/>
          </a:bodyPr>
          <a:lstStyle/>
          <a:p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3327400"/>
            <a:ext cx="10515600" cy="3174999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7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2268</TotalTime>
  <Words>55</Words>
  <Application>Microsoft Office PowerPoint</Application>
  <PresentationFormat>Custom</PresentationFormat>
  <Paragraphs>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SYSTEMS ANALYSIS AND DESIGN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</dc:title>
  <dc:creator>Toan Le</dc:creator>
  <cp:lastModifiedBy>DELL</cp:lastModifiedBy>
  <cp:revision>59</cp:revision>
  <dcterms:created xsi:type="dcterms:W3CDTF">2020-05-27T05:21:30Z</dcterms:created>
  <dcterms:modified xsi:type="dcterms:W3CDTF">2026-01-01T04:59:18Z</dcterms:modified>
</cp:coreProperties>
</file>